
<file path=[Content_Types].xml><?xml version="1.0" encoding="utf-8"?>
<Types xmlns="http://schemas.openxmlformats.org/package/2006/content-types">
  <Default Extension="jfif" ContentType="image/jpeg"/>
  <Default Extension="jpeg" ContentType="image/jpeg"/>
  <Default Extension="png" ContentType="image/png"/>
  <Default Extension="rels" ContentType="application/vnd.openxmlformats-package.relationships+xml"/>
  <Default Extension="svg" ContentType="image/svg+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2.xml" ContentType="application/vnd.openxmlformats-officedocument.theme+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738" r:id="rId5"/>
    <p:sldMasterId id="2147483785" r:id="rId6"/>
  </p:sldMasterIdLst>
  <p:notesMasterIdLst>
    <p:notesMasterId r:id="rId23"/>
  </p:notesMasterIdLst>
  <p:handoutMasterIdLst>
    <p:handoutMasterId r:id="rId24"/>
  </p:handoutMasterIdLst>
  <p:sldIdLst>
    <p:sldId id="2147481399" r:id="rId7"/>
    <p:sldId id="2147481562" r:id="rId8"/>
    <p:sldId id="2147481570" r:id="rId9"/>
    <p:sldId id="2147481574" r:id="rId10"/>
    <p:sldId id="2147481571" r:id="rId11"/>
    <p:sldId id="2147481577" r:id="rId12"/>
    <p:sldId id="2147481575" r:id="rId13"/>
    <p:sldId id="2147481564" r:id="rId14"/>
    <p:sldId id="2147481563" r:id="rId15"/>
    <p:sldId id="2147481565" r:id="rId16"/>
    <p:sldId id="2147481566" r:id="rId17"/>
    <p:sldId id="2147481569" r:id="rId18"/>
    <p:sldId id="2147481567" r:id="rId19"/>
    <p:sldId id="292" r:id="rId20"/>
    <p:sldId id="2147481445" r:id="rId21"/>
    <p:sldId id="2147481409" r:id="rId22"/>
  </p:sldIdLst>
  <p:sldSz cx="12192000" cy="6858000"/>
  <p:notesSz cx="6858000" cy="9144000"/>
  <p:custDataLst>
    <p:tags r:id="rId25"/>
  </p:custDataLst>
  <p:defaultTextStyle>
    <a:defPPr>
      <a:defRPr lang="en-US"/>
    </a:defPPr>
    <a:lvl1pPr marL="0" indent="0" algn="l" defTabSz="914400" rtl="0" eaLnBrk="1" latinLnBrk="0" hangingPunct="1">
      <a:lnSpc>
        <a:spcPct val="110000"/>
      </a:lnSpc>
      <a:spcBef>
        <a:spcPts val="600"/>
      </a:spcBef>
      <a:buFontTx/>
      <a:buNone/>
      <a:defRPr sz="1400" kern="1200">
        <a:solidFill>
          <a:schemeClr val="tx2"/>
        </a:solidFill>
        <a:latin typeface="+mn-lt"/>
        <a:ea typeface="+mn-ea"/>
        <a:cs typeface="+mn-cs"/>
      </a:defRPr>
    </a:lvl1pPr>
    <a:lvl2pPr marL="216000" indent="-216000" algn="l" defTabSz="914400" rtl="0" eaLnBrk="1" latinLnBrk="0" hangingPunct="1">
      <a:lnSpc>
        <a:spcPct val="90000"/>
      </a:lnSpc>
      <a:spcBef>
        <a:spcPts val="600"/>
      </a:spcBef>
      <a:buClr>
        <a:schemeClr val="accent1"/>
      </a:buClr>
      <a:buFont typeface="Wingdings" panose="05000000000000000000" pitchFamily="2" charset="2"/>
      <a:buChar char="§"/>
      <a:defRPr sz="1400" kern="1200">
        <a:solidFill>
          <a:schemeClr val="tx2"/>
        </a:solidFill>
        <a:latin typeface="+mn-lt"/>
        <a:ea typeface="+mn-ea"/>
        <a:cs typeface="+mn-cs"/>
      </a:defRPr>
    </a:lvl2pPr>
    <a:lvl3pPr marL="432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3pPr>
    <a:lvl4pPr marL="648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4pPr>
    <a:lvl5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5pPr>
    <a:lvl6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6pPr>
    <a:lvl7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7pPr>
    <a:lvl8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8pPr>
    <a:lvl9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9pPr>
  </p:defaultTextStyle>
  <p:extLst>
    <p:ext uri="{EFAFB233-063F-42B5-8137-9DF3F51BA10A}">
      <p15:sldGuideLst xmlns:p15="http://schemas.microsoft.com/office/powerpoint/2012/main">
        <p15:guide id="1" orient="horz" pos="210" userDrawn="1">
          <p15:clr>
            <a:srgbClr val="A4A3A4"/>
          </p15:clr>
        </p15:guide>
        <p15:guide id="4" orient="horz" pos="890" userDrawn="1">
          <p15:clr>
            <a:srgbClr val="A4A3A4"/>
          </p15:clr>
        </p15:guide>
        <p15:guide id="6"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rion Sztuka" initials="MS" lastIdx="1" clrIdx="0">
    <p:extLst>
      <p:ext uri="{19B8F6BF-5375-455C-9EA6-DF929625EA0E}">
        <p15:presenceInfo xmlns:p15="http://schemas.microsoft.com/office/powerpoint/2012/main" userId="S::marion.sztuka@strategy-compass.com::486c4479-caac-4d16-a015-cb07c99f9db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70F26"/>
    <a:srgbClr val="0F2051"/>
    <a:srgbClr val="FFFFFF"/>
    <a:srgbClr val="0A1637"/>
    <a:srgbClr val="0072BC"/>
    <a:srgbClr val="6B6B6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03773B8-3E9F-407C-B80E-7B56F22221BC}" v="1" dt="2024-05-29T14:03:36.448"/>
  </p1510:revLst>
</p1510:revInfo>
</file>

<file path=ppt/tableStyles.xml><?xml version="1.0" encoding="utf-8"?>
<a:tblStyleLst xmlns:a="http://schemas.openxmlformats.org/drawingml/2006/main" def="{401A4AF6-95C6-4AA6-A552-55ACE4769191}">
  <a:tblStyle styleId="{401A4AF6-95C6-4AA6-A552-55ACE4769191}" styleName="NTT table">
    <a:wholeTbl>
      <a:tcTxStyle>
        <a:fontRef idx="minor">
          <a:prstClr val="black"/>
        </a:fontRef>
        <a:schemeClr val="dk2"/>
      </a:tcTxStyle>
      <a:tcStyle>
        <a:tcBdr>
          <a:left>
            <a:ln w="0" cmpd="sng">
              <a:solidFill>
                <a:schemeClr val="lt1"/>
              </a:solidFill>
            </a:ln>
          </a:left>
          <a:right>
            <a:ln w="0" cmpd="sng">
              <a:solidFill>
                <a:schemeClr val="lt1"/>
              </a:solidFill>
            </a:ln>
          </a:right>
          <a:top>
            <a:ln w="12700" cmpd="sng">
              <a:solidFill>
                <a:schemeClr val="dk1"/>
              </a:solidFill>
            </a:ln>
          </a:top>
          <a:bottom>
            <a:ln w="12700" cmpd="sng">
              <a:solidFill>
                <a:schemeClr val="dk1"/>
              </a:solidFill>
            </a:ln>
          </a:bottom>
          <a:insideH>
            <a:ln w="12700" cmpd="sng">
              <a:solidFill>
                <a:schemeClr val="dk1"/>
              </a:solidFill>
            </a:ln>
          </a:insideH>
          <a:insideV>
            <a:ln w="0" cmpd="sng">
              <a:solidFill>
                <a:schemeClr val="lt1"/>
              </a:solidFill>
            </a:ln>
          </a:insideV>
        </a:tcBdr>
      </a:tcStyle>
    </a:wholeTbl>
    <a:band1H>
      <a:tcStyle>
        <a:tcBdr/>
      </a:tcStyle>
    </a:band1H>
    <a:band2H>
      <a:tcStyle>
        <a:tcBdr/>
      </a:tcStyle>
    </a:band2H>
    <a:band1V>
      <a:tcStyle>
        <a:tcBdr/>
      </a:tcStyle>
    </a:band1V>
    <a:band2V>
      <a:tcStyle>
        <a:tcBdr/>
      </a:tcStyle>
    </a:band2V>
    <a:lastCol>
      <a:tcTxStyle b="off">
        <a:fontRef idx="minor">
          <a:prstClr val="black"/>
        </a:fontRef>
        <a:schemeClr val="accent1"/>
      </a:tcTxStyle>
      <a:tcStyle>
        <a:tcBdr/>
      </a:tcStyle>
    </a:lastCol>
    <a:firstCol>
      <a:tcTxStyle b="off">
        <a:fontRef idx="minor">
          <a:prstClr val="black"/>
        </a:fontRef>
        <a:schemeClr val="accent1"/>
      </a:tcTxStyle>
      <a:tcStyle>
        <a:tcBdr/>
      </a:tcStyle>
    </a:firstCol>
    <a:lastRow>
      <a:tcTxStyle b="on">
        <a:fontRef idx="minor">
          <a:prstClr val="black"/>
        </a:fontRef>
        <a:schemeClr val="dk2"/>
      </a:tcTxStyle>
      <a:tcStyle>
        <a:tcBdr>
          <a:top>
            <a:ln w="28575" cmpd="sng">
              <a:solidFill>
                <a:schemeClr val="accent2"/>
              </a:solidFill>
            </a:ln>
          </a:top>
        </a:tcBdr>
      </a:tcStyle>
    </a:lastRow>
    <a:firstRow>
      <a:tcTxStyle b="off">
        <a:fontRef idx="minor">
          <a:prstClr val="black"/>
        </a:fontRef>
        <a:schemeClr val="accent1"/>
      </a:tcTxStyle>
      <a:tcStyle>
        <a:tcBdr>
          <a:bottom>
            <a:ln w="28575" cmpd="sng">
              <a:solidFill>
                <a:schemeClr val="accent2"/>
              </a:solidFill>
            </a:ln>
          </a:bottom>
        </a:tcBdr>
      </a:tcStyle>
    </a:firstRow>
  </a:tblStyle>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6586" autoAdjust="0"/>
  </p:normalViewPr>
  <p:slideViewPr>
    <p:cSldViewPr snapToGrid="0" snapToObjects="1" showGuides="1">
      <p:cViewPr varScale="1">
        <p:scale>
          <a:sx n="99" d="100"/>
          <a:sy n="99" d="100"/>
        </p:scale>
        <p:origin x="90" y="534"/>
      </p:cViewPr>
      <p:guideLst>
        <p:guide orient="horz" pos="210"/>
        <p:guide orient="horz" pos="89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00" d="100"/>
        <a:sy n="100" d="100"/>
      </p:scale>
      <p:origin x="0" y="0"/>
    </p:cViewPr>
  </p:sorterViewPr>
  <p:notesViewPr>
    <p:cSldViewPr snapToGrid="0" snapToObjects="1" showGuides="1">
      <p:cViewPr varScale="1">
        <p:scale>
          <a:sx n="78" d="100"/>
          <a:sy n="78" d="100"/>
        </p:scale>
        <p:origin x="3966"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commentAuthors" Target="commentAuthors.xml"/><Relationship Id="rId3" Type="http://schemas.openxmlformats.org/officeDocument/2006/relationships/customXml" Target="../customXml/item3.xml"/><Relationship Id="rId21" Type="http://schemas.openxmlformats.org/officeDocument/2006/relationships/slide" Target="slides/slide15.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tags" Target="tags/tag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handoutMaster" Target="handoutMasters/handoutMaster1.xml"/><Relationship Id="rId32" Type="http://schemas.microsoft.com/office/2015/10/relationships/revisionInfo" Target="revisionInfo.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notesMaster" Target="notesMasters/notesMaster1.xml"/><Relationship Id="rId28" Type="http://schemas.openxmlformats.org/officeDocument/2006/relationships/viewProps" Target="viewProps.xml"/><Relationship Id="rId10" Type="http://schemas.openxmlformats.org/officeDocument/2006/relationships/slide" Target="slides/slide4.xml"/><Relationship Id="rId19" Type="http://schemas.openxmlformats.org/officeDocument/2006/relationships/slide" Target="slides/slide13.xml"/><Relationship Id="rId31"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lgar, Gizem" userId="917c0ca1-c9a4-4fb2-a3d5-a66943147551" providerId="ADAL" clId="{703773B8-3E9F-407C-B80E-7B56F22221BC}"/>
    <pc:docChg chg="addSld delSld modSld">
      <pc:chgData name="Ilgar, Gizem" userId="917c0ca1-c9a4-4fb2-a3d5-a66943147551" providerId="ADAL" clId="{703773B8-3E9F-407C-B80E-7B56F22221BC}" dt="2024-05-29T14:04:29.861" v="24" actId="2696"/>
      <pc:docMkLst>
        <pc:docMk/>
      </pc:docMkLst>
      <pc:sldChg chg="del">
        <pc:chgData name="Ilgar, Gizem" userId="917c0ca1-c9a4-4fb2-a3d5-a66943147551" providerId="ADAL" clId="{703773B8-3E9F-407C-B80E-7B56F22221BC}" dt="2024-05-29T14:04:29.861" v="24" actId="2696"/>
        <pc:sldMkLst>
          <pc:docMk/>
          <pc:sldMk cId="271769101" sldId="2147481576"/>
        </pc:sldMkLst>
      </pc:sldChg>
      <pc:sldChg chg="addSp modSp add mod">
        <pc:chgData name="Ilgar, Gizem" userId="917c0ca1-c9a4-4fb2-a3d5-a66943147551" providerId="ADAL" clId="{703773B8-3E9F-407C-B80E-7B56F22221BC}" dt="2024-05-29T14:04:24.058" v="23" actId="14100"/>
        <pc:sldMkLst>
          <pc:docMk/>
          <pc:sldMk cId="3125697834" sldId="2147481577"/>
        </pc:sldMkLst>
        <pc:spChg chg="mod">
          <ac:chgData name="Ilgar, Gizem" userId="917c0ca1-c9a4-4fb2-a3d5-a66943147551" providerId="ADAL" clId="{703773B8-3E9F-407C-B80E-7B56F22221BC}" dt="2024-05-29T14:03:35.414" v="1" actId="20577"/>
          <ac:spMkLst>
            <pc:docMk/>
            <pc:sldMk cId="3125697834" sldId="2147481577"/>
            <ac:spMk id="2" creationId="{E4A56D06-4787-911F-1F9F-29959F55573B}"/>
          </ac:spMkLst>
        </pc:spChg>
        <pc:spChg chg="mod">
          <ac:chgData name="Ilgar, Gizem" userId="917c0ca1-c9a4-4fb2-a3d5-a66943147551" providerId="ADAL" clId="{703773B8-3E9F-407C-B80E-7B56F22221BC}" dt="2024-05-29T14:04:24.058" v="23" actId="14100"/>
          <ac:spMkLst>
            <pc:docMk/>
            <pc:sldMk cId="3125697834" sldId="2147481577"/>
            <ac:spMk id="37" creationId="{47D00878-2362-869A-8841-779041028EE3}"/>
          </ac:spMkLst>
        </pc:spChg>
        <pc:picChg chg="add mod">
          <ac:chgData name="Ilgar, Gizem" userId="917c0ca1-c9a4-4fb2-a3d5-a66943147551" providerId="ADAL" clId="{703773B8-3E9F-407C-B80E-7B56F22221BC}" dt="2024-05-29T14:04:07.543" v="11" actId="14100"/>
          <ac:picMkLst>
            <pc:docMk/>
            <pc:sldMk cId="3125697834" sldId="2147481577"/>
            <ac:picMk id="5" creationId="{95991B88-1000-6A0D-62B6-AF8B7F8EA1DC}"/>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287C71A-58F0-45ED-A413-A81D731C9E4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solidFill>
                <a:schemeClr val="tx2"/>
              </a:solidFill>
            </a:endParaRPr>
          </a:p>
        </p:txBody>
      </p:sp>
      <p:sp>
        <p:nvSpPr>
          <p:cNvPr id="3" name="Date Placeholder 2">
            <a:extLst>
              <a:ext uri="{FF2B5EF4-FFF2-40B4-BE49-F238E27FC236}">
                <a16:creationId xmlns:a16="http://schemas.microsoft.com/office/drawing/2014/main" id="{64F64736-4490-41E5-B8D0-CC0B16AA5BD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A11D644-C5F6-4389-814D-7B11F6EE30B8}" type="datetimeFigureOut">
              <a:rPr lang="en-US" smtClean="0">
                <a:solidFill>
                  <a:schemeClr val="tx2"/>
                </a:solidFill>
              </a:rPr>
              <a:t>5/29/2024</a:t>
            </a:fld>
            <a:endParaRPr lang="en-US" dirty="0">
              <a:solidFill>
                <a:schemeClr val="tx2"/>
              </a:solidFill>
            </a:endParaRPr>
          </a:p>
        </p:txBody>
      </p:sp>
      <p:sp>
        <p:nvSpPr>
          <p:cNvPr id="4" name="Footer Placeholder 3">
            <a:extLst>
              <a:ext uri="{FF2B5EF4-FFF2-40B4-BE49-F238E27FC236}">
                <a16:creationId xmlns:a16="http://schemas.microsoft.com/office/drawing/2014/main" id="{719F4704-B844-4B30-8232-A066958C392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solidFill>
                <a:schemeClr val="tx2"/>
              </a:solidFill>
            </a:endParaRPr>
          </a:p>
        </p:txBody>
      </p:sp>
      <p:sp>
        <p:nvSpPr>
          <p:cNvPr id="5" name="Slide Number Placeholder 4">
            <a:extLst>
              <a:ext uri="{FF2B5EF4-FFF2-40B4-BE49-F238E27FC236}">
                <a16:creationId xmlns:a16="http://schemas.microsoft.com/office/drawing/2014/main" id="{CD58174B-A722-4D31-836F-28709BEFBA1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DA360D7-C980-43CF-BF4A-86160FC365E0}" type="slidenum">
              <a:rPr lang="en-US" smtClean="0">
                <a:solidFill>
                  <a:schemeClr val="tx2"/>
                </a:solidFill>
              </a:rPr>
              <a:t>‹#›</a:t>
            </a:fld>
            <a:endParaRPr lang="en-US" dirty="0">
              <a:solidFill>
                <a:schemeClr val="tx2"/>
              </a:solidFill>
            </a:endParaRPr>
          </a:p>
        </p:txBody>
      </p:sp>
    </p:spTree>
    <p:extLst>
      <p:ext uri="{BB962C8B-B14F-4D97-AF65-F5344CB8AC3E}">
        <p14:creationId xmlns:p14="http://schemas.microsoft.com/office/powerpoint/2010/main" val="225502647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solidFill>
                  <a:schemeClr val="tx2"/>
                </a:solidFill>
                <a:latin typeface="Arial" panose="020B0604020202020204" pitchFamily="34"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solidFill>
                  <a:schemeClr val="tx2"/>
                </a:solidFill>
                <a:latin typeface="Arial" panose="020B0604020202020204" pitchFamily="34" charset="0"/>
              </a:defRPr>
            </a:lvl1pPr>
          </a:lstStyle>
          <a:p>
            <a:fld id="{58F5D356-0438-4495-B283-C41E12FE4BD0}" type="datetimeFigureOut">
              <a:rPr lang="en-US" smtClean="0"/>
              <a:pPr/>
              <a:t>5/29/2024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0" tIns="0" rIns="0" bIns="0" rtlCol="0">
            <a:noAutofit/>
          </a:bodyPr>
          <a:lstStyle/>
          <a:p>
            <a:pPr lvl="0" indent="0">
              <a:lnSpc>
                <a:spcPct val="110000"/>
              </a:lnSpc>
              <a:spcBef>
                <a:spcPts val="600"/>
              </a:spcBef>
              <a:buFontTx/>
              <a:buNone/>
            </a:pPr>
            <a:r>
              <a:rPr lang="en-US" dirty="0"/>
              <a:t>Click to edit Master text styles</a:t>
            </a:r>
          </a:p>
          <a:p>
            <a:pPr lvl="1" algn="l" defTabSz="914400" rtl="0" eaLnBrk="1" latinLnBrk="0" hangingPunct="1">
              <a:buClr>
                <a:schemeClr val="accent1"/>
              </a:buClr>
            </a:pPr>
            <a:r>
              <a:rPr lang="en-US" dirty="0"/>
              <a:t>Second level</a:t>
            </a:r>
          </a:p>
          <a:p>
            <a:pPr lvl="2" algn="l" defTabSz="914400" rtl="0" eaLnBrk="1" latinLnBrk="0" hangingPunct="1">
              <a:buFont typeface="Roboto" panose="02000000000000000000" pitchFamily="2" charset="0"/>
              <a:buChar char="–"/>
            </a:pPr>
            <a:r>
              <a:rPr lang="en-US" dirty="0"/>
              <a:t>Third level</a:t>
            </a:r>
          </a:p>
          <a:p>
            <a:pPr lvl="3" algn="l" defTabSz="914400" rtl="0" eaLnBrk="1" latinLnBrk="0" hangingPunct="1">
              <a:buFont typeface="Roboto" panose="02000000000000000000" pitchFamily="2" charset="0"/>
              <a:buChar char="–"/>
            </a:pPr>
            <a:r>
              <a:rPr lang="en-US" dirty="0"/>
              <a:t>Fourth level</a:t>
            </a:r>
          </a:p>
          <a:p>
            <a:pPr lvl="4" algn="l" defTabSz="914400" rtl="0" eaLnBrk="1" latinLnBrk="0" hangingPunct="1">
              <a:buFont typeface="Roboto" panose="02000000000000000000" pitchFamily="2" charset="0"/>
              <a:buChar char="–"/>
            </a:pPr>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solidFill>
                  <a:schemeClr val="tx2"/>
                </a:solidFill>
                <a:latin typeface="Arial" panose="020B0604020202020204" pitchFamily="34"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solidFill>
                  <a:schemeClr val="tx2"/>
                </a:solidFill>
                <a:latin typeface="Arial" panose="020B0604020202020204" pitchFamily="34" charset="0"/>
              </a:defRPr>
            </a:lvl1pPr>
          </a:lstStyle>
          <a:p>
            <a:fld id="{2081FCD0-0B3F-4662-A1E4-AB7FCE2F39E0}" type="slidenum">
              <a:rPr lang="en-US" smtClean="0"/>
              <a:pPr/>
              <a:t>‹#›</a:t>
            </a:fld>
            <a:endParaRPr lang="en-US" dirty="0"/>
          </a:p>
        </p:txBody>
      </p:sp>
    </p:spTree>
    <p:extLst>
      <p:ext uri="{BB962C8B-B14F-4D97-AF65-F5344CB8AC3E}">
        <p14:creationId xmlns:p14="http://schemas.microsoft.com/office/powerpoint/2010/main" val="2837309984"/>
      </p:ext>
    </p:extLst>
  </p:cSld>
  <p:clrMap bg1="lt1" tx1="dk1" bg2="lt2" tx2="dk2" accent1="accent1" accent2="accent2" accent3="accent3" accent4="accent4" accent5="accent5" accent6="accent6" hlink="hlink" folHlink="folHlink"/>
  <p:notesStyle>
    <a:lvl1pPr marL="0" algn="l" defTabSz="914400" rtl="0" eaLnBrk="1" latinLnBrk="0" hangingPunct="1">
      <a:defRPr lang="en-US" sz="1400" kern="1200" dirty="0">
        <a:solidFill>
          <a:schemeClr val="tx2"/>
        </a:solidFill>
        <a:latin typeface="+mn-lt"/>
        <a:ea typeface="+mn-ea"/>
        <a:cs typeface="+mn-cs"/>
      </a:defRPr>
    </a:lvl1pPr>
    <a:lvl2pPr marL="216000" indent="-216000">
      <a:lnSpc>
        <a:spcPct val="90000"/>
      </a:lnSpc>
      <a:spcBef>
        <a:spcPts val="600"/>
      </a:spcBef>
      <a:buFont typeface="Wingdings" panose="05000000000000000000" pitchFamily="2" charset="2"/>
      <a:buChar char="§"/>
      <a:defRPr lang="en-US" sz="1400" kern="1200" dirty="0">
        <a:solidFill>
          <a:schemeClr val="tx2"/>
        </a:solidFill>
        <a:latin typeface="+mn-lt"/>
        <a:ea typeface="+mn-ea"/>
        <a:cs typeface="+mn-cs"/>
      </a:defRPr>
    </a:lvl2pPr>
    <a:lvl3pPr marL="432000" indent="-216000">
      <a:lnSpc>
        <a:spcPct val="90000"/>
      </a:lnSpc>
      <a:spcBef>
        <a:spcPts val="600"/>
      </a:spcBef>
      <a:buFont typeface="Wingdings" panose="05000000000000000000" pitchFamily="2" charset="2"/>
      <a:buChar char="§"/>
      <a:defRPr lang="en-US" sz="1400" kern="1200" dirty="0">
        <a:solidFill>
          <a:schemeClr val="tx2"/>
        </a:solidFill>
        <a:latin typeface="+mn-lt"/>
        <a:ea typeface="+mn-ea"/>
        <a:cs typeface="+mn-cs"/>
      </a:defRPr>
    </a:lvl3pPr>
    <a:lvl4pPr marL="648000" indent="-216000">
      <a:lnSpc>
        <a:spcPct val="90000"/>
      </a:lnSpc>
      <a:spcBef>
        <a:spcPts val="600"/>
      </a:spcBef>
      <a:buFont typeface="Wingdings" panose="05000000000000000000" pitchFamily="2" charset="2"/>
      <a:buChar char="§"/>
      <a:defRPr lang="en-US" sz="1400" kern="1200" dirty="0">
        <a:solidFill>
          <a:schemeClr val="tx2"/>
        </a:solidFill>
        <a:latin typeface="+mn-lt"/>
        <a:ea typeface="+mn-ea"/>
        <a:cs typeface="+mn-cs"/>
      </a:defRPr>
    </a:lvl4pPr>
    <a:lvl5pPr marL="864000" indent="-216000">
      <a:lnSpc>
        <a:spcPct val="90000"/>
      </a:lnSpc>
      <a:spcBef>
        <a:spcPts val="600"/>
      </a:spcBef>
      <a:buFont typeface="Wingdings" panose="05000000000000000000" pitchFamily="2" charset="2"/>
      <a:buChar char="§"/>
      <a:defRPr lang="en-US" sz="1400" kern="1200" dirty="0">
        <a:solidFill>
          <a:schemeClr val="tx2"/>
        </a:solidFill>
        <a:latin typeface="+mn-lt"/>
        <a:ea typeface="+mn-ea"/>
        <a:cs typeface="+mn-cs"/>
      </a:defRPr>
    </a:lvl5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5"/>
          </p:nvPr>
        </p:nvSpPr>
        <p:spPr/>
        <p:txBody>
          <a:bodyPr/>
          <a:lstStyle/>
          <a:p>
            <a:fld id="{2081FCD0-0B3F-4662-A1E4-AB7FCE2F39E0}" type="slidenum">
              <a:rPr lang="en-US" smtClean="0"/>
              <a:pPr/>
              <a:t>1</a:t>
            </a:fld>
            <a:endParaRPr lang="en-US" dirty="0"/>
          </a:p>
        </p:txBody>
      </p:sp>
    </p:spTree>
    <p:extLst>
      <p:ext uri="{BB962C8B-B14F-4D97-AF65-F5344CB8AC3E}">
        <p14:creationId xmlns:p14="http://schemas.microsoft.com/office/powerpoint/2010/main" val="36146015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5"/>
          </p:nvPr>
        </p:nvSpPr>
        <p:spPr/>
        <p:txBody>
          <a:bodyPr/>
          <a:lstStyle/>
          <a:p>
            <a:fld id="{2081FCD0-0B3F-4662-A1E4-AB7FCE2F39E0}" type="slidenum">
              <a:rPr lang="en-US" smtClean="0"/>
              <a:pPr/>
              <a:t>2</a:t>
            </a:fld>
            <a:endParaRPr lang="en-US" dirty="0"/>
          </a:p>
        </p:txBody>
      </p:sp>
    </p:spTree>
    <p:extLst>
      <p:ext uri="{BB962C8B-B14F-4D97-AF65-F5344CB8AC3E}">
        <p14:creationId xmlns:p14="http://schemas.microsoft.com/office/powerpoint/2010/main" val="15312860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5"/>
          </p:nvPr>
        </p:nvSpPr>
        <p:spPr/>
        <p:txBody>
          <a:bodyPr/>
          <a:lstStyle/>
          <a:p>
            <a:fld id="{2081FCD0-0B3F-4662-A1E4-AB7FCE2F39E0}" type="slidenum">
              <a:rPr lang="en-US" smtClean="0"/>
              <a:pPr/>
              <a:t>13</a:t>
            </a:fld>
            <a:endParaRPr lang="en-US" dirty="0"/>
          </a:p>
        </p:txBody>
      </p:sp>
    </p:spTree>
    <p:extLst>
      <p:ext uri="{BB962C8B-B14F-4D97-AF65-F5344CB8AC3E}">
        <p14:creationId xmlns:p14="http://schemas.microsoft.com/office/powerpoint/2010/main" val="3855736444"/>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image" Target="../media/image13.wmf"/><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image" Target="../media/image14.wmf"/><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image" Target="../media/image15.wmf"/><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5.wmf"/><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A_Cover_Light_Full Innovation Curve">
    <p:spTree>
      <p:nvGrpSpPr>
        <p:cNvPr id="1" name=""/>
        <p:cNvGrpSpPr/>
        <p:nvPr/>
      </p:nvGrpSpPr>
      <p:grpSpPr>
        <a:xfrm>
          <a:off x="0" y="0"/>
          <a:ext cx="0" cy="0"/>
          <a:chOff x="0" y="0"/>
          <a:chExt cx="0" cy="0"/>
        </a:xfrm>
      </p:grpSpPr>
      <p:pic>
        <p:nvPicPr>
          <p:cNvPr id="14" name="Innovation Curve">
            <a:extLst>
              <a:ext uri="{FF2B5EF4-FFF2-40B4-BE49-F238E27FC236}">
                <a16:creationId xmlns:a16="http://schemas.microsoft.com/office/drawing/2014/main" id="{9211F747-506E-5ED4-9B68-EE6B3F99C90B}"/>
              </a:ext>
              <a:ext uri="{C183D7F6-B498-43B3-948B-1728B52AA6E4}">
                <adec:decorative xmlns:adec="http://schemas.microsoft.com/office/drawing/2017/decorative" val="1"/>
              </a:ext>
            </a:extLst>
          </p:cNvPr>
          <p:cNvPicPr>
            <a:picLocks noChangeAspect="1"/>
          </p:cNvPicPr>
          <p:nvPr userDrawn="1"/>
        </p:nvPicPr>
        <p:blipFill>
          <a:blip r:embed="rId2" cstate="screen">
            <a:alphaModFix amt="30000"/>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tretch>
            <a:fillRect/>
          </a:stretch>
        </p:blipFill>
        <p:spPr bwMode="gray">
          <a:xfrm>
            <a:off x="5322983" y="-14748"/>
            <a:ext cx="6872748" cy="6872748"/>
          </a:xfrm>
          <a:prstGeom prst="rect">
            <a:avLst/>
          </a:prstGeom>
        </p:spPr>
      </p:pic>
      <p:sp>
        <p:nvSpPr>
          <p:cNvPr id="16" name="Title 1">
            <a:extLst>
              <a:ext uri="{FF2B5EF4-FFF2-40B4-BE49-F238E27FC236}">
                <a16:creationId xmlns:a16="http://schemas.microsoft.com/office/drawing/2014/main" id="{1506BD0E-4DCD-8BA9-2037-DE975A1F0915}"/>
              </a:ext>
            </a:extLst>
          </p:cNvPr>
          <p:cNvSpPr>
            <a:spLocks noGrp="1"/>
          </p:cNvSpPr>
          <p:nvPr>
            <p:ph type="ctrTitle" hasCustomPrompt="1"/>
          </p:nvPr>
        </p:nvSpPr>
        <p:spPr bwMode="gray">
          <a:xfrm>
            <a:off x="380048" y="2438400"/>
            <a:ext cx="4843462" cy="1371600"/>
          </a:xfrm>
        </p:spPr>
        <p:txBody>
          <a:bodyPr vert="horz" lIns="0" tIns="45720" rIns="0" bIns="45720" rtlCol="0" anchor="b">
            <a:noAutofit/>
          </a:bodyPr>
          <a:lstStyle>
            <a:lvl1pPr>
              <a:defRPr lang="en-GB" sz="4400" b="0" i="0" dirty="0">
                <a:solidFill>
                  <a:schemeClr val="bg1"/>
                </a:solidFill>
                <a:latin typeface="+mj-lt"/>
                <a:cs typeface="Times New Roman" panose="02020603050405020304" pitchFamily="18" charset="0"/>
              </a:defRPr>
            </a:lvl1pPr>
          </a:lstStyle>
          <a:p>
            <a:pPr lvl="0">
              <a:lnSpc>
                <a:spcPct val="100000"/>
              </a:lnSpc>
            </a:pPr>
            <a:r>
              <a:rPr lang="en-US" dirty="0"/>
              <a:t>Click to edit Master title Style</a:t>
            </a:r>
          </a:p>
        </p:txBody>
      </p:sp>
      <p:sp>
        <p:nvSpPr>
          <p:cNvPr id="17" name="Subtitle 2">
            <a:extLst>
              <a:ext uri="{FF2B5EF4-FFF2-40B4-BE49-F238E27FC236}">
                <a16:creationId xmlns:a16="http://schemas.microsoft.com/office/drawing/2014/main" id="{DD68B773-8219-9567-613E-7A2F2D4F6C2B}"/>
              </a:ext>
            </a:extLst>
          </p:cNvPr>
          <p:cNvSpPr>
            <a:spLocks noGrp="1"/>
          </p:cNvSpPr>
          <p:nvPr>
            <p:ph type="subTitle" idx="1" hasCustomPrompt="1"/>
          </p:nvPr>
        </p:nvSpPr>
        <p:spPr bwMode="gray">
          <a:xfrm>
            <a:off x="380048" y="3810000"/>
            <a:ext cx="4843462" cy="353943"/>
          </a:xfrm>
        </p:spPr>
        <p:txBody>
          <a:bodyPr wrap="square" lIns="0" tIns="45720" rIns="0">
            <a:spAutoFit/>
          </a:bodyPr>
          <a:lstStyle>
            <a:lvl1pPr>
              <a:spcBef>
                <a:spcPts val="0"/>
              </a:spcBef>
              <a:spcAft>
                <a:spcPts val="0"/>
              </a:spcAft>
              <a:defRPr lang="en-GB" sz="2000" b="0" i="0" dirty="0">
                <a:solidFill>
                  <a:schemeClr val="bg1"/>
                </a:solidFill>
                <a:latin typeface="+mn-lt"/>
                <a:cs typeface="Arial" panose="020B0604020202020204" pitchFamily="34" charset="0"/>
              </a:defRPr>
            </a:lvl1pPr>
          </a:lstStyle>
          <a:p>
            <a:pPr lvl="0">
              <a:lnSpc>
                <a:spcPct val="100000"/>
              </a:lnSpc>
              <a:spcBef>
                <a:spcPts val="1000"/>
              </a:spcBef>
              <a:buFont typeface="Arial" panose="020B0604020202020204" pitchFamily="34" charset="0"/>
            </a:pPr>
            <a:r>
              <a:rPr lang="en-US" dirty="0"/>
              <a:t>Click to edit Master subtitle style</a:t>
            </a:r>
          </a:p>
        </p:txBody>
      </p:sp>
      <p:sp>
        <p:nvSpPr>
          <p:cNvPr id="2" name="Date Placeholder 3">
            <a:extLst>
              <a:ext uri="{FF2B5EF4-FFF2-40B4-BE49-F238E27FC236}">
                <a16:creationId xmlns:a16="http://schemas.microsoft.com/office/drawing/2014/main" id="{A9B553D8-6E2B-127F-58DE-5165236A2DF1}"/>
              </a:ext>
            </a:extLst>
          </p:cNvPr>
          <p:cNvSpPr>
            <a:spLocks noGrp="1"/>
          </p:cNvSpPr>
          <p:nvPr>
            <p:ph type="dt" sz="half" idx="2"/>
          </p:nvPr>
        </p:nvSpPr>
        <p:spPr bwMode="gray">
          <a:xfrm>
            <a:off x="10898505" y="6563358"/>
            <a:ext cx="922020" cy="88901"/>
          </a:xfrm>
          <a:prstGeom prst="rect">
            <a:avLst/>
          </a:prstGeom>
          <a:ln>
            <a:noFill/>
          </a:ln>
        </p:spPr>
        <p:txBody>
          <a:bodyPr vert="horz" lIns="0" tIns="0" rIns="0" bIns="0" rtlCol="0" anchor="ctr">
            <a:noAutofit/>
          </a:bodyPr>
          <a:lstStyle>
            <a:lvl1pPr algn="ctr">
              <a:lnSpc>
                <a:spcPct val="100000"/>
              </a:lnSpc>
              <a:defRPr sz="1000">
                <a:solidFill>
                  <a:schemeClr val="accent6"/>
                </a:solidFill>
              </a:defRPr>
            </a:lvl1pPr>
          </a:lstStyle>
          <a:p>
            <a:pPr algn="r"/>
            <a:fld id="{03189439-E447-415C-AF5D-221F2086F01A}" type="datetime1">
              <a:rPr lang="en-US" smtClean="0"/>
              <a:t>5/29/2024</a:t>
            </a:fld>
            <a:endParaRPr lang="en-US" dirty="0"/>
          </a:p>
        </p:txBody>
      </p:sp>
      <p:sp>
        <p:nvSpPr>
          <p:cNvPr id="3" name="Footer Placeholder 4">
            <a:extLst>
              <a:ext uri="{FF2B5EF4-FFF2-40B4-BE49-F238E27FC236}">
                <a16:creationId xmlns:a16="http://schemas.microsoft.com/office/drawing/2014/main" id="{0453B208-9097-2E2C-EC03-BD8A67670037}"/>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1000">
                <a:solidFill>
                  <a:schemeClr val="accent6"/>
                </a:solidFill>
              </a:defRPr>
            </a:lvl1pPr>
          </a:lstStyle>
          <a:p>
            <a:r>
              <a:rPr lang="en-US" dirty="0"/>
              <a:t>© </a:t>
            </a:r>
            <a:fld id="{F90C6874-04AE-4333-9453-60DD690F9E61}" type="datetimeyyyy">
              <a:rPr lang="en-US" smtClean="0"/>
              <a:pPr/>
              <a:t>2024</a:t>
            </a:fld>
            <a:r>
              <a:rPr lang="en-US" dirty="0"/>
              <a:t> NTT DATA Business Solutions</a:t>
            </a:r>
          </a:p>
        </p:txBody>
      </p:sp>
      <p:pic>
        <p:nvPicPr>
          <p:cNvPr id="4" name="NTT DATA Global Logo" descr="NTT DATA Logo">
            <a:extLst>
              <a:ext uri="{FF2B5EF4-FFF2-40B4-BE49-F238E27FC236}">
                <a16:creationId xmlns:a16="http://schemas.microsoft.com/office/drawing/2014/main" id="{07CD756B-D053-7A46-EC8E-FF1D6BF1F70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371475" y="320040"/>
            <a:ext cx="1959942" cy="399600"/>
          </a:xfrm>
          <a:prstGeom prst="rect">
            <a:avLst/>
          </a:prstGeom>
        </p:spPr>
      </p:pic>
      <p:sp>
        <p:nvSpPr>
          <p:cNvPr id="6" name="Info box">
            <a:extLst>
              <a:ext uri="{FF2B5EF4-FFF2-40B4-BE49-F238E27FC236}">
                <a16:creationId xmlns:a16="http://schemas.microsoft.com/office/drawing/2014/main" id="{E5857A3D-5E1B-B6B2-6DE4-DAB9237BB2E9}"/>
              </a:ext>
            </a:extLst>
          </p:cNvPr>
          <p:cNvSpPr>
            <a:spLocks noGrp="1"/>
          </p:cNvSpPr>
          <p:nvPr>
            <p:ph sz="quarter" idx="19" hasCustomPrompt="1"/>
          </p:nvPr>
        </p:nvSpPr>
        <p:spPr bwMode="gray">
          <a:xfrm>
            <a:off x="10176832" y="333376"/>
            <a:ext cx="1868023" cy="395869"/>
          </a:xfrm>
          <a:prstGeom prst="rect">
            <a:avLst/>
          </a:prstGeom>
          <a:ln>
            <a:noFill/>
          </a:ln>
        </p:spPr>
        <p:txBody>
          <a:bodyPr wrap="square" lIns="36000" tIns="36000" rIns="36000" bIns="36000">
            <a:spAutoFit/>
          </a:bodyPr>
          <a:lstStyle>
            <a:lvl1pPr>
              <a:lnSpc>
                <a:spcPct val="100000"/>
              </a:lnSpc>
              <a:spcBef>
                <a:spcPts val="0"/>
              </a:spcBef>
              <a:spcAft>
                <a:spcPts val="0"/>
              </a:spcAft>
              <a:defRPr sz="700">
                <a:solidFill>
                  <a:schemeClr val="accent6"/>
                </a:solidFill>
              </a:defRPr>
            </a:lvl1pPr>
          </a:lstStyle>
          <a:p>
            <a:pPr lvl="0"/>
            <a:r>
              <a:rPr lang="en-US" noProof="0"/>
              <a:t>Information Type:</a:t>
            </a:r>
            <a:br>
              <a:rPr lang="en-US" noProof="0"/>
            </a:br>
            <a:r>
              <a:rPr lang="en-US" noProof="0"/>
              <a:t>Company:  </a:t>
            </a:r>
            <a:br>
              <a:rPr lang="en-US" noProof="0"/>
            </a:br>
            <a:r>
              <a:rPr lang="en-US" noProof="0"/>
              <a:t>Information Owner:</a:t>
            </a:r>
            <a:endParaRPr lang="en-US" noProof="0" dirty="0"/>
          </a:p>
        </p:txBody>
      </p:sp>
    </p:spTree>
    <p:extLst>
      <p:ext uri="{BB962C8B-B14F-4D97-AF65-F5344CB8AC3E}">
        <p14:creationId xmlns:p14="http://schemas.microsoft.com/office/powerpoint/2010/main" val="29519860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A_Cover_Light_Partial Innovation Curve">
    <p:spTree>
      <p:nvGrpSpPr>
        <p:cNvPr id="1" name=""/>
        <p:cNvGrpSpPr/>
        <p:nvPr/>
      </p:nvGrpSpPr>
      <p:grpSpPr>
        <a:xfrm>
          <a:off x="0" y="0"/>
          <a:ext cx="0" cy="0"/>
          <a:chOff x="0" y="0"/>
          <a:chExt cx="0" cy="0"/>
        </a:xfrm>
      </p:grpSpPr>
      <p:pic>
        <p:nvPicPr>
          <p:cNvPr id="16" name="Innovation Curve">
            <a:extLst>
              <a:ext uri="{FF2B5EF4-FFF2-40B4-BE49-F238E27FC236}">
                <a16:creationId xmlns:a16="http://schemas.microsoft.com/office/drawing/2014/main" id="{00ADE50C-F63B-648C-9FD0-E0FA384DFD0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userDrawn="1"/>
        </p:nvPicPr>
        <p:blipFill>
          <a:blip r:embed="rId2" cstate="screen">
            <a:alphaModFix amt="20000"/>
            <a:extLst>
              <a:ext uri="{28A0092B-C50C-407E-A947-70E740481C1C}">
                <a14:useLocalDpi xmlns:a14="http://schemas.microsoft.com/office/drawing/2010/main"/>
              </a:ext>
            </a:extLst>
          </a:blip>
          <a:stretch>
            <a:fillRect/>
          </a:stretch>
        </p:blipFill>
        <p:spPr bwMode="gray">
          <a:xfrm>
            <a:off x="7616952" y="0"/>
            <a:ext cx="4602549" cy="6876288"/>
          </a:xfrm>
          <a:prstGeom prst="rect">
            <a:avLst/>
          </a:prstGeom>
        </p:spPr>
      </p:pic>
      <p:sp>
        <p:nvSpPr>
          <p:cNvPr id="13" name="Title 1">
            <a:extLst>
              <a:ext uri="{FF2B5EF4-FFF2-40B4-BE49-F238E27FC236}">
                <a16:creationId xmlns:a16="http://schemas.microsoft.com/office/drawing/2014/main" id="{82ADFA92-0E48-355A-2DA8-D40523A9A84F}"/>
              </a:ext>
            </a:extLst>
          </p:cNvPr>
          <p:cNvSpPr>
            <a:spLocks noGrp="1"/>
          </p:cNvSpPr>
          <p:nvPr>
            <p:ph type="ctrTitle" hasCustomPrompt="1"/>
          </p:nvPr>
        </p:nvSpPr>
        <p:spPr bwMode="gray">
          <a:xfrm>
            <a:off x="380048" y="2438400"/>
            <a:ext cx="6969876" cy="1371600"/>
          </a:xfrm>
        </p:spPr>
        <p:txBody>
          <a:bodyPr vert="horz" lIns="0" tIns="45720" rIns="0" bIns="45720" rtlCol="0" anchor="b">
            <a:noAutofit/>
          </a:bodyPr>
          <a:lstStyle>
            <a:lvl1pPr>
              <a:defRPr lang="en-GB" sz="4400" b="0" i="0" dirty="0">
                <a:solidFill>
                  <a:schemeClr val="bg1"/>
                </a:solidFill>
                <a:latin typeface="+mj-lt"/>
                <a:cs typeface="Times New Roman" panose="02020603050405020304" pitchFamily="18" charset="0"/>
              </a:defRPr>
            </a:lvl1pPr>
          </a:lstStyle>
          <a:p>
            <a:pPr lvl="0">
              <a:lnSpc>
                <a:spcPct val="100000"/>
              </a:lnSpc>
            </a:pPr>
            <a:r>
              <a:rPr lang="en-US" dirty="0"/>
              <a:t>Click to edit Master title Style</a:t>
            </a:r>
          </a:p>
        </p:txBody>
      </p:sp>
      <p:sp>
        <p:nvSpPr>
          <p:cNvPr id="15" name="Subtitle 2">
            <a:extLst>
              <a:ext uri="{FF2B5EF4-FFF2-40B4-BE49-F238E27FC236}">
                <a16:creationId xmlns:a16="http://schemas.microsoft.com/office/drawing/2014/main" id="{48B12889-37ED-D704-59B8-7CECF20BCF23}"/>
              </a:ext>
            </a:extLst>
          </p:cNvPr>
          <p:cNvSpPr>
            <a:spLocks noGrp="1"/>
          </p:cNvSpPr>
          <p:nvPr>
            <p:ph type="subTitle" idx="1" hasCustomPrompt="1"/>
          </p:nvPr>
        </p:nvSpPr>
        <p:spPr bwMode="gray">
          <a:xfrm>
            <a:off x="380048" y="3810000"/>
            <a:ext cx="6969876" cy="353943"/>
          </a:xfrm>
        </p:spPr>
        <p:txBody>
          <a:bodyPr wrap="square" lIns="0" tIns="45720" rIns="0">
            <a:spAutoFit/>
          </a:bodyPr>
          <a:lstStyle>
            <a:lvl1pPr>
              <a:spcBef>
                <a:spcPts val="0"/>
              </a:spcBef>
              <a:spcAft>
                <a:spcPts val="0"/>
              </a:spcAft>
              <a:defRPr lang="en-GB" sz="2000" b="0" i="0" dirty="0">
                <a:solidFill>
                  <a:schemeClr val="bg1"/>
                </a:solidFill>
                <a:latin typeface="+mn-lt"/>
                <a:cs typeface="Arial" panose="020B0604020202020204" pitchFamily="34" charset="0"/>
              </a:defRPr>
            </a:lvl1pPr>
          </a:lstStyle>
          <a:p>
            <a:pPr lvl="0">
              <a:lnSpc>
                <a:spcPct val="100000"/>
              </a:lnSpc>
              <a:spcBef>
                <a:spcPts val="1000"/>
              </a:spcBef>
              <a:buFont typeface="Arial" panose="020B0604020202020204" pitchFamily="34" charset="0"/>
            </a:pPr>
            <a:r>
              <a:rPr lang="en-US" dirty="0"/>
              <a:t>Click to edit Master subtitle style</a:t>
            </a:r>
          </a:p>
        </p:txBody>
      </p:sp>
      <p:sp>
        <p:nvSpPr>
          <p:cNvPr id="4" name="Footer Placeholder 4">
            <a:extLst>
              <a:ext uri="{FF2B5EF4-FFF2-40B4-BE49-F238E27FC236}">
                <a16:creationId xmlns:a16="http://schemas.microsoft.com/office/drawing/2014/main" id="{655333B3-E5F2-A1A8-F59F-D7085B34A148}"/>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1000">
                <a:solidFill>
                  <a:schemeClr val="accent6"/>
                </a:solidFill>
              </a:defRPr>
            </a:lvl1pPr>
          </a:lstStyle>
          <a:p>
            <a:r>
              <a:rPr lang="en-US" dirty="0"/>
              <a:t>© </a:t>
            </a:r>
            <a:fld id="{E885BCAD-7130-4D6F-8B39-052483685F8F}" type="datetimeyyyy">
              <a:rPr lang="en-US" smtClean="0"/>
              <a:pPr/>
              <a:t>2024</a:t>
            </a:fld>
            <a:r>
              <a:rPr lang="en-US" dirty="0"/>
              <a:t> NTT DATA Business Solutions</a:t>
            </a:r>
          </a:p>
        </p:txBody>
      </p:sp>
      <p:sp>
        <p:nvSpPr>
          <p:cNvPr id="3" name="Date Placeholder 3">
            <a:extLst>
              <a:ext uri="{FF2B5EF4-FFF2-40B4-BE49-F238E27FC236}">
                <a16:creationId xmlns:a16="http://schemas.microsoft.com/office/drawing/2014/main" id="{F00FCC36-8879-E02B-48F4-D31C54AAA166}"/>
              </a:ext>
            </a:extLst>
          </p:cNvPr>
          <p:cNvSpPr>
            <a:spLocks noGrp="1"/>
          </p:cNvSpPr>
          <p:nvPr>
            <p:ph type="dt" sz="half" idx="2"/>
          </p:nvPr>
        </p:nvSpPr>
        <p:spPr bwMode="gray">
          <a:xfrm>
            <a:off x="10898505" y="6563358"/>
            <a:ext cx="922020" cy="88901"/>
          </a:xfrm>
          <a:prstGeom prst="rect">
            <a:avLst/>
          </a:prstGeom>
          <a:ln>
            <a:noFill/>
          </a:ln>
        </p:spPr>
        <p:txBody>
          <a:bodyPr vert="horz" lIns="0" tIns="0" rIns="0" bIns="0" rtlCol="0" anchor="ctr">
            <a:noAutofit/>
          </a:bodyPr>
          <a:lstStyle>
            <a:lvl1pPr algn="r">
              <a:lnSpc>
                <a:spcPct val="100000"/>
              </a:lnSpc>
              <a:defRPr sz="1000">
                <a:solidFill>
                  <a:schemeClr val="accent6"/>
                </a:solidFill>
              </a:defRPr>
            </a:lvl1pPr>
          </a:lstStyle>
          <a:p>
            <a:fld id="{E53CD732-BB0E-4CD6-B9F0-E01DBCBBB673}" type="datetime1">
              <a:rPr lang="en-US" smtClean="0"/>
              <a:t>5/29/2024</a:t>
            </a:fld>
            <a:endParaRPr lang="en-US" dirty="0"/>
          </a:p>
        </p:txBody>
      </p:sp>
      <p:pic>
        <p:nvPicPr>
          <p:cNvPr id="5" name="NTT DATA Global Logo">
            <a:extLst>
              <a:ext uri="{FF2B5EF4-FFF2-40B4-BE49-F238E27FC236}">
                <a16:creationId xmlns:a16="http://schemas.microsoft.com/office/drawing/2014/main" id="{6696BBEF-690F-3F5E-4ABD-464267D3697F}"/>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bwMode="gray">
          <a:xfrm>
            <a:off x="371475" y="320040"/>
            <a:ext cx="1959942" cy="399600"/>
          </a:xfrm>
          <a:prstGeom prst="rect">
            <a:avLst/>
          </a:prstGeom>
        </p:spPr>
      </p:pic>
      <p:sp>
        <p:nvSpPr>
          <p:cNvPr id="2" name="Info box">
            <a:extLst>
              <a:ext uri="{FF2B5EF4-FFF2-40B4-BE49-F238E27FC236}">
                <a16:creationId xmlns:a16="http://schemas.microsoft.com/office/drawing/2014/main" id="{329FBFF1-6701-C642-00EB-72165BE63795}"/>
              </a:ext>
            </a:extLst>
          </p:cNvPr>
          <p:cNvSpPr>
            <a:spLocks noGrp="1"/>
          </p:cNvSpPr>
          <p:nvPr>
            <p:ph sz="quarter" idx="18" hasCustomPrompt="1"/>
          </p:nvPr>
        </p:nvSpPr>
        <p:spPr bwMode="gray">
          <a:xfrm>
            <a:off x="371475" y="5875374"/>
            <a:ext cx="2737108" cy="395869"/>
          </a:xfrm>
          <a:prstGeom prst="rect">
            <a:avLst/>
          </a:prstGeom>
          <a:ln>
            <a:noFill/>
          </a:ln>
        </p:spPr>
        <p:txBody>
          <a:bodyPr wrap="square" lIns="36000" tIns="36000" rIns="36000" bIns="36000">
            <a:spAutoFit/>
          </a:bodyPr>
          <a:lstStyle>
            <a:lvl1pPr>
              <a:lnSpc>
                <a:spcPct val="100000"/>
              </a:lnSpc>
              <a:spcBef>
                <a:spcPts val="0"/>
              </a:spcBef>
              <a:spcAft>
                <a:spcPts val="0"/>
              </a:spcAft>
              <a:defRPr sz="700">
                <a:solidFill>
                  <a:schemeClr val="accent6"/>
                </a:solidFill>
              </a:defRPr>
            </a:lvl1pPr>
          </a:lstStyle>
          <a:p>
            <a:pPr lvl="0"/>
            <a:r>
              <a:rPr lang="en-US" noProof="0" dirty="0"/>
              <a:t>Information Type:</a:t>
            </a:r>
            <a:br>
              <a:rPr lang="en-US" noProof="0" dirty="0"/>
            </a:br>
            <a:r>
              <a:rPr lang="en-US" noProof="0" dirty="0"/>
              <a:t>Company:  </a:t>
            </a:r>
            <a:br>
              <a:rPr lang="en-US" noProof="0" dirty="0"/>
            </a:br>
            <a:r>
              <a:rPr lang="en-US" noProof="0" dirty="0"/>
              <a:t>Information Owner:</a:t>
            </a:r>
          </a:p>
        </p:txBody>
      </p:sp>
    </p:spTree>
    <p:extLst>
      <p:ext uri="{BB962C8B-B14F-4D97-AF65-F5344CB8AC3E}">
        <p14:creationId xmlns:p14="http://schemas.microsoft.com/office/powerpoint/2010/main" val="35287945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A_Cover_Light_No Innovation Curve">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69CCA6BB-2FF1-1F79-CE75-4214597FB511}"/>
              </a:ext>
            </a:extLst>
          </p:cNvPr>
          <p:cNvSpPr>
            <a:spLocks noGrp="1"/>
          </p:cNvSpPr>
          <p:nvPr>
            <p:ph type="ctrTitle" hasCustomPrompt="1"/>
          </p:nvPr>
        </p:nvSpPr>
        <p:spPr bwMode="gray">
          <a:xfrm>
            <a:off x="380048" y="2438400"/>
            <a:ext cx="11440477" cy="1371600"/>
          </a:xfrm>
        </p:spPr>
        <p:txBody>
          <a:bodyPr vert="horz" lIns="0" tIns="45720" rIns="0" bIns="45720" rtlCol="0" anchor="b">
            <a:noAutofit/>
          </a:bodyPr>
          <a:lstStyle>
            <a:lvl1pPr>
              <a:defRPr lang="en-GB" sz="4400" b="0" i="0" dirty="0">
                <a:solidFill>
                  <a:schemeClr val="bg1"/>
                </a:solidFill>
                <a:latin typeface="+mj-lt"/>
                <a:cs typeface="Times New Roman" panose="02020603050405020304" pitchFamily="18" charset="0"/>
              </a:defRPr>
            </a:lvl1pPr>
          </a:lstStyle>
          <a:p>
            <a:pPr lvl="0">
              <a:lnSpc>
                <a:spcPct val="100000"/>
              </a:lnSpc>
            </a:pPr>
            <a:r>
              <a:rPr lang="en-US" dirty="0"/>
              <a:t>Click to edit Master title Style</a:t>
            </a:r>
          </a:p>
        </p:txBody>
      </p:sp>
      <p:sp>
        <p:nvSpPr>
          <p:cNvPr id="14" name="Subtitle 2">
            <a:extLst>
              <a:ext uri="{FF2B5EF4-FFF2-40B4-BE49-F238E27FC236}">
                <a16:creationId xmlns:a16="http://schemas.microsoft.com/office/drawing/2014/main" id="{FFBC9B23-4469-4B26-BEC9-4E111C2B8F4B}"/>
              </a:ext>
            </a:extLst>
          </p:cNvPr>
          <p:cNvSpPr>
            <a:spLocks noGrp="1"/>
          </p:cNvSpPr>
          <p:nvPr>
            <p:ph type="subTitle" idx="1" hasCustomPrompt="1"/>
          </p:nvPr>
        </p:nvSpPr>
        <p:spPr bwMode="gray">
          <a:xfrm>
            <a:off x="380048" y="3810000"/>
            <a:ext cx="11440477" cy="353943"/>
          </a:xfrm>
        </p:spPr>
        <p:txBody>
          <a:bodyPr wrap="square" lIns="0" tIns="45720" rIns="0">
            <a:spAutoFit/>
          </a:bodyPr>
          <a:lstStyle>
            <a:lvl1pPr>
              <a:spcBef>
                <a:spcPts val="0"/>
              </a:spcBef>
              <a:spcAft>
                <a:spcPts val="0"/>
              </a:spcAft>
              <a:defRPr lang="en-GB" sz="2000" b="0" i="0" dirty="0">
                <a:solidFill>
                  <a:schemeClr val="bg1"/>
                </a:solidFill>
                <a:latin typeface="+mn-lt"/>
                <a:cs typeface="Arial" panose="020B0604020202020204" pitchFamily="34" charset="0"/>
              </a:defRPr>
            </a:lvl1pPr>
          </a:lstStyle>
          <a:p>
            <a:pPr lvl="0">
              <a:lnSpc>
                <a:spcPct val="100000"/>
              </a:lnSpc>
              <a:spcBef>
                <a:spcPts val="1000"/>
              </a:spcBef>
              <a:buFont typeface="Arial" panose="020B0604020202020204" pitchFamily="34" charset="0"/>
            </a:pPr>
            <a:r>
              <a:rPr lang="en-US" dirty="0"/>
              <a:t>Click to edit Master subtitle style</a:t>
            </a:r>
          </a:p>
        </p:txBody>
      </p:sp>
      <p:sp>
        <p:nvSpPr>
          <p:cNvPr id="3" name="Date Placeholder 3">
            <a:extLst>
              <a:ext uri="{FF2B5EF4-FFF2-40B4-BE49-F238E27FC236}">
                <a16:creationId xmlns:a16="http://schemas.microsoft.com/office/drawing/2014/main" id="{606E1903-FF29-7A88-0707-803367E5E51E}"/>
              </a:ext>
            </a:extLst>
          </p:cNvPr>
          <p:cNvSpPr>
            <a:spLocks noGrp="1"/>
          </p:cNvSpPr>
          <p:nvPr>
            <p:ph type="dt" sz="half" idx="2"/>
          </p:nvPr>
        </p:nvSpPr>
        <p:spPr bwMode="gray">
          <a:xfrm>
            <a:off x="10898505" y="6563358"/>
            <a:ext cx="922020" cy="88901"/>
          </a:xfrm>
          <a:prstGeom prst="rect">
            <a:avLst/>
          </a:prstGeom>
          <a:ln>
            <a:noFill/>
          </a:ln>
        </p:spPr>
        <p:txBody>
          <a:bodyPr vert="horz" lIns="0" tIns="0" rIns="0" bIns="0" rtlCol="0" anchor="ctr">
            <a:noAutofit/>
          </a:bodyPr>
          <a:lstStyle>
            <a:lvl1pPr algn="r">
              <a:lnSpc>
                <a:spcPct val="100000"/>
              </a:lnSpc>
              <a:defRPr sz="1000">
                <a:solidFill>
                  <a:schemeClr val="accent6"/>
                </a:solidFill>
              </a:defRPr>
            </a:lvl1pPr>
          </a:lstStyle>
          <a:p>
            <a:fld id="{C8AB366D-F244-4248-94A4-187739C5808C}" type="datetime1">
              <a:rPr lang="en-US" smtClean="0"/>
              <a:t>5/29/2024</a:t>
            </a:fld>
            <a:endParaRPr lang="en-US" dirty="0"/>
          </a:p>
        </p:txBody>
      </p:sp>
      <p:sp>
        <p:nvSpPr>
          <p:cNvPr id="4" name="Footer Placeholder 4">
            <a:extLst>
              <a:ext uri="{FF2B5EF4-FFF2-40B4-BE49-F238E27FC236}">
                <a16:creationId xmlns:a16="http://schemas.microsoft.com/office/drawing/2014/main" id="{EE186BE1-1DE6-82D8-B7EF-529F2205B840}"/>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1000">
                <a:solidFill>
                  <a:schemeClr val="accent6"/>
                </a:solidFill>
              </a:defRPr>
            </a:lvl1pPr>
          </a:lstStyle>
          <a:p>
            <a:r>
              <a:rPr lang="en-US" dirty="0"/>
              <a:t>© </a:t>
            </a:r>
            <a:fld id="{AE5AD4D0-20D4-40E1-BBD2-F6C77C99F61E}" type="datetimeyyyy">
              <a:rPr lang="en-US" smtClean="0"/>
              <a:pPr/>
              <a:t>2024</a:t>
            </a:fld>
            <a:r>
              <a:rPr lang="en-US" dirty="0"/>
              <a:t> NTT DATA Business Solutions</a:t>
            </a:r>
          </a:p>
        </p:txBody>
      </p:sp>
      <p:pic>
        <p:nvPicPr>
          <p:cNvPr id="5" name="NTT DATA Global Logo">
            <a:extLst>
              <a:ext uri="{FF2B5EF4-FFF2-40B4-BE49-F238E27FC236}">
                <a16:creationId xmlns:a16="http://schemas.microsoft.com/office/drawing/2014/main" id="{2F900288-9276-0271-5B36-DA597F55D4E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71475" y="320040"/>
            <a:ext cx="1959942" cy="399600"/>
          </a:xfrm>
          <a:prstGeom prst="rect">
            <a:avLst/>
          </a:prstGeom>
        </p:spPr>
      </p:pic>
      <p:sp>
        <p:nvSpPr>
          <p:cNvPr id="7" name="Info box">
            <a:extLst>
              <a:ext uri="{FF2B5EF4-FFF2-40B4-BE49-F238E27FC236}">
                <a16:creationId xmlns:a16="http://schemas.microsoft.com/office/drawing/2014/main" id="{1683A5FA-61CB-0385-8B2C-D15BE457EBD3}"/>
              </a:ext>
            </a:extLst>
          </p:cNvPr>
          <p:cNvSpPr>
            <a:spLocks noGrp="1"/>
          </p:cNvSpPr>
          <p:nvPr>
            <p:ph sz="quarter" idx="19" hasCustomPrompt="1"/>
          </p:nvPr>
        </p:nvSpPr>
        <p:spPr bwMode="gray">
          <a:xfrm>
            <a:off x="10176832" y="333376"/>
            <a:ext cx="1868023" cy="395869"/>
          </a:xfrm>
          <a:prstGeom prst="rect">
            <a:avLst/>
          </a:prstGeom>
          <a:ln>
            <a:noFill/>
          </a:ln>
        </p:spPr>
        <p:txBody>
          <a:bodyPr wrap="square" lIns="36000" tIns="36000" rIns="36000" bIns="36000">
            <a:spAutoFit/>
          </a:bodyPr>
          <a:lstStyle>
            <a:lvl1pPr>
              <a:lnSpc>
                <a:spcPct val="100000"/>
              </a:lnSpc>
              <a:spcBef>
                <a:spcPts val="0"/>
              </a:spcBef>
              <a:spcAft>
                <a:spcPts val="0"/>
              </a:spcAft>
              <a:defRPr sz="700">
                <a:solidFill>
                  <a:schemeClr val="accent6"/>
                </a:solidFill>
              </a:defRPr>
            </a:lvl1pPr>
          </a:lstStyle>
          <a:p>
            <a:pPr lvl="0"/>
            <a:r>
              <a:rPr lang="en-US" noProof="0"/>
              <a:t>Information Type:</a:t>
            </a:r>
            <a:br>
              <a:rPr lang="en-US" noProof="0"/>
            </a:br>
            <a:r>
              <a:rPr lang="en-US" noProof="0"/>
              <a:t>Company:  </a:t>
            </a:r>
            <a:br>
              <a:rPr lang="en-US" noProof="0"/>
            </a:br>
            <a:r>
              <a:rPr lang="en-US" noProof="0"/>
              <a:t>Information Owner:</a:t>
            </a:r>
            <a:endParaRPr lang="en-US" noProof="0" dirty="0"/>
          </a:p>
        </p:txBody>
      </p:sp>
    </p:spTree>
    <p:extLst>
      <p:ext uri="{BB962C8B-B14F-4D97-AF65-F5344CB8AC3E}">
        <p14:creationId xmlns:p14="http://schemas.microsoft.com/office/powerpoint/2010/main" val="31856004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_Cover_Light_Image Bottom">
    <p:bg>
      <p:bgPr>
        <a:solidFill>
          <a:schemeClr val="tx1"/>
        </a:solidFill>
        <a:effectLst/>
      </p:bgPr>
    </p:bg>
    <p:spTree>
      <p:nvGrpSpPr>
        <p:cNvPr id="1" name=""/>
        <p:cNvGrpSpPr/>
        <p:nvPr/>
      </p:nvGrpSpPr>
      <p:grpSpPr>
        <a:xfrm>
          <a:off x="0" y="0"/>
          <a:ext cx="0" cy="0"/>
          <a:chOff x="0" y="0"/>
          <a:chExt cx="0" cy="0"/>
        </a:xfrm>
      </p:grpSpPr>
      <p:sp>
        <p:nvSpPr>
          <p:cNvPr id="11" name="Text Placeholder 20">
            <a:extLst>
              <a:ext uri="{FF2B5EF4-FFF2-40B4-BE49-F238E27FC236}">
                <a16:creationId xmlns:a16="http://schemas.microsoft.com/office/drawing/2014/main" id="{4C066D7D-0D2A-E525-7A09-B865124FD30F}"/>
              </a:ext>
            </a:extLst>
          </p:cNvPr>
          <p:cNvSpPr>
            <a:spLocks noGrp="1"/>
          </p:cNvSpPr>
          <p:nvPr>
            <p:ph type="body" sz="quarter" idx="17"/>
          </p:nvPr>
        </p:nvSpPr>
        <p:spPr bwMode="gray">
          <a:xfrm>
            <a:off x="0" y="3352800"/>
            <a:ext cx="12192000" cy="3505200"/>
          </a:xfrm>
          <a:prstGeom prst="rect">
            <a:avLst/>
          </a:prstGeom>
          <a:solidFill>
            <a:srgbClr val="050D24">
              <a:alpha val="57647"/>
            </a:srgbClr>
          </a:solidFill>
        </p:spPr>
        <p:txBody>
          <a:bodyPr/>
          <a:lstStyle>
            <a:lvl1pPr>
              <a:defRPr>
                <a:noFill/>
              </a:defRPr>
            </a:lvl1pPr>
            <a:lvl2pPr>
              <a:defRPr>
                <a:noFill/>
              </a:defRPr>
            </a:lvl2pPr>
            <a:lvl3pPr marL="914400" indent="0">
              <a:buNone/>
              <a:defRPr>
                <a:noFill/>
              </a:defRPr>
            </a:lvl3pPr>
            <a:lvl4pPr marL="1371600" indent="0">
              <a:buNone/>
              <a:defRPr>
                <a:noFill/>
              </a:defRPr>
            </a:lvl4pPr>
            <a:lvl5pPr marL="1828800" indent="0">
              <a:buNone/>
              <a:defRPr>
                <a:noFill/>
              </a:defRPr>
            </a:lvl5pPr>
          </a:lstStyle>
          <a:p>
            <a:pPr lvl="0"/>
            <a:r>
              <a:rPr lang="en-US"/>
              <a:t>Click to edit Master text styles</a:t>
            </a:r>
          </a:p>
        </p:txBody>
      </p:sp>
      <p:sp>
        <p:nvSpPr>
          <p:cNvPr id="6" name="Picture Placeholder 4">
            <a:extLst>
              <a:ext uri="{FF2B5EF4-FFF2-40B4-BE49-F238E27FC236}">
                <a16:creationId xmlns:a16="http://schemas.microsoft.com/office/drawing/2014/main" id="{64ED725C-5701-90B3-92A2-BAE98517DD4F}"/>
              </a:ext>
            </a:extLst>
          </p:cNvPr>
          <p:cNvSpPr>
            <a:spLocks noGrp="1"/>
          </p:cNvSpPr>
          <p:nvPr>
            <p:ph type="pic" sz="quarter" idx="13" hasCustomPrompt="1"/>
          </p:nvPr>
        </p:nvSpPr>
        <p:spPr bwMode="gray">
          <a:xfrm>
            <a:off x="0" y="3352800"/>
            <a:ext cx="12192000" cy="3509682"/>
          </a:xfrm>
          <a:prstGeom prst="rect">
            <a:avLst/>
          </a:prstGeom>
          <a:solidFill>
            <a:schemeClr val="accent6">
              <a:lumMod val="60000"/>
              <a:lumOff val="40000"/>
            </a:schemeClr>
          </a:solidFill>
        </p:spPr>
        <p:txBody>
          <a:bodyPr lIns="0" tIns="0" rIns="0" bIns="0" anchor="ctr"/>
          <a:lstStyle>
            <a:lvl1pPr marL="0" indent="0" algn="ctr">
              <a:buFontTx/>
              <a:buNone/>
              <a:defRPr sz="2400">
                <a:solidFill>
                  <a:schemeClr val="tx2"/>
                </a:solidFill>
                <a:latin typeface="+mn-lt"/>
              </a:defRPr>
            </a:lvl1pPr>
          </a:lstStyle>
          <a:p>
            <a:pPr marL="0" marR="0" lvl="0" indent="0" algn="ctr" defTabSz="914400" rtl="0" eaLnBrk="1" fontAlgn="auto" latinLnBrk="0" hangingPunct="1">
              <a:lnSpc>
                <a:spcPct val="100000"/>
              </a:lnSpc>
              <a:spcBef>
                <a:spcPts val="1000"/>
              </a:spcBef>
              <a:spcAft>
                <a:spcPts val="0"/>
              </a:spcAft>
              <a:buClrTx/>
              <a:buSzTx/>
              <a:buFontTx/>
              <a:buNone/>
              <a:tabLst/>
              <a:defRPr/>
            </a:pPr>
            <a:r>
              <a:rPr lang="en-US" dirty="0"/>
              <a:t>Click to add image.</a:t>
            </a:r>
            <a:br>
              <a:rPr lang="en-US" dirty="0"/>
            </a:br>
            <a:r>
              <a:rPr lang="en-US" dirty="0"/>
              <a:t>Then Reorder: Send to back</a:t>
            </a:r>
          </a:p>
        </p:txBody>
      </p:sp>
      <p:sp>
        <p:nvSpPr>
          <p:cNvPr id="9" name="SubTitle">
            <a:extLst>
              <a:ext uri="{FF2B5EF4-FFF2-40B4-BE49-F238E27FC236}">
                <a16:creationId xmlns:a16="http://schemas.microsoft.com/office/drawing/2014/main" id="{F84AF061-2BD7-B395-13B3-8F8BF417226F}"/>
              </a:ext>
            </a:extLst>
          </p:cNvPr>
          <p:cNvSpPr>
            <a:spLocks noGrp="1"/>
          </p:cNvSpPr>
          <p:nvPr>
            <p:ph type="body" sz="quarter" idx="16" hasCustomPrompt="1"/>
          </p:nvPr>
        </p:nvSpPr>
        <p:spPr bwMode="gray">
          <a:xfrm>
            <a:off x="371475" y="2050182"/>
            <a:ext cx="11449049" cy="609600"/>
          </a:xfrm>
          <a:prstGeom prst="rect">
            <a:avLst/>
          </a:prstGeom>
        </p:spPr>
        <p:txBody>
          <a:bodyPr lIns="0" rIns="0"/>
          <a:lstStyle>
            <a:lvl1pPr marL="0" indent="0">
              <a:lnSpc>
                <a:spcPct val="100000"/>
              </a:lnSpc>
              <a:spcAft>
                <a:spcPts val="0"/>
              </a:spcAft>
              <a:buFont typeface="Arial" panose="020B0604020202020204" pitchFamily="34" charset="0"/>
              <a:buNone/>
              <a:defRPr sz="2000">
                <a:solidFill>
                  <a:schemeClr val="bg1"/>
                </a:solidFill>
              </a:defRPr>
            </a:lvl1pPr>
            <a:lvl2pPr marL="457200" indent="0">
              <a:buFont typeface="Arial" panose="020B0604020202020204" pitchFamily="34" charset="0"/>
              <a:buNone/>
              <a:defRPr/>
            </a:lvl2pPr>
            <a:lvl3pPr marL="914400" indent="0">
              <a:buNone/>
              <a:defRPr/>
            </a:lvl3pPr>
            <a:lvl4pPr marL="1371600" indent="0">
              <a:buNone/>
              <a:defRPr/>
            </a:lvl4pPr>
            <a:lvl5pPr marL="1828800" indent="0">
              <a:buNone/>
              <a:defRPr/>
            </a:lvl5pPr>
          </a:lstStyle>
          <a:p>
            <a:pPr lvl="0"/>
            <a:r>
              <a:rPr lang="en-US" dirty="0"/>
              <a:t>Click to enter the subtitle text</a:t>
            </a:r>
          </a:p>
        </p:txBody>
      </p:sp>
      <p:sp>
        <p:nvSpPr>
          <p:cNvPr id="7" name="MainTitle">
            <a:extLst>
              <a:ext uri="{FF2B5EF4-FFF2-40B4-BE49-F238E27FC236}">
                <a16:creationId xmlns:a16="http://schemas.microsoft.com/office/drawing/2014/main" id="{6B8D68FD-3EFC-86B8-83A6-942558B1B307}"/>
              </a:ext>
            </a:extLst>
          </p:cNvPr>
          <p:cNvSpPr>
            <a:spLocks noGrp="1"/>
          </p:cNvSpPr>
          <p:nvPr>
            <p:ph type="title" hasCustomPrompt="1"/>
          </p:nvPr>
        </p:nvSpPr>
        <p:spPr bwMode="gray">
          <a:xfrm>
            <a:off x="371475" y="1412875"/>
            <a:ext cx="11449050" cy="651610"/>
          </a:xfrm>
        </p:spPr>
        <p:txBody>
          <a:bodyPr/>
          <a:lstStyle>
            <a:lvl1pPr>
              <a:defRPr sz="4400" b="0">
                <a:solidFill>
                  <a:schemeClr val="bg1"/>
                </a:solidFill>
              </a:defRPr>
            </a:lvl1pPr>
          </a:lstStyle>
          <a:p>
            <a:r>
              <a:rPr lang="en-US" dirty="0"/>
              <a:t>Click to edit title</a:t>
            </a:r>
          </a:p>
        </p:txBody>
      </p:sp>
      <p:sp>
        <p:nvSpPr>
          <p:cNvPr id="14" name="Innovation Curve Over">
            <a:extLst>
              <a:ext uri="{FF2B5EF4-FFF2-40B4-BE49-F238E27FC236}">
                <a16:creationId xmlns:a16="http://schemas.microsoft.com/office/drawing/2014/main" id="{0E296AC8-E4D5-3A7F-3C42-CC289AAB1E6B}"/>
              </a:ext>
              <a:ext uri="{C183D7F6-B498-43B3-948B-1728B52AA6E4}">
                <adec:decorative xmlns:adec="http://schemas.microsoft.com/office/drawing/2017/decorative" val="1"/>
              </a:ext>
            </a:extLst>
          </p:cNvPr>
          <p:cNvSpPr>
            <a:spLocks noGrp="1"/>
          </p:cNvSpPr>
          <p:nvPr>
            <p:ph type="body" sz="quarter" idx="22"/>
          </p:nvPr>
        </p:nvSpPr>
        <p:spPr bwMode="gray">
          <a:xfrm>
            <a:off x="9067800" y="3733800"/>
            <a:ext cx="2741663" cy="2743200"/>
          </a:xfrm>
          <a:prstGeom prst="rect">
            <a:avLst/>
          </a:prstGeom>
          <a:blipFill>
            <a:blip r:embed="rId2" cstate="screen">
              <a:extLst>
                <a:ext uri="{28A0092B-C50C-407E-A947-70E740481C1C}">
                  <a14:useLocalDpi xmlns:a14="http://schemas.microsoft.com/office/drawing/2010/main"/>
                </a:ext>
              </a:extLst>
            </a:blip>
            <a:stretch>
              <a:fillRect/>
            </a:stretch>
          </a:blipFill>
        </p:spPr>
        <p:txBody>
          <a:bodyPr/>
          <a:lstStyle>
            <a:lvl1pPr>
              <a:defRPr>
                <a:noFill/>
              </a:defRPr>
            </a:lvl1pPr>
            <a:lvl2pPr>
              <a:defRPr>
                <a:noFill/>
              </a:defRPr>
            </a:lvl2pPr>
            <a:lvl3pPr>
              <a:defRPr>
                <a:noFill/>
              </a:defRPr>
            </a:lvl3pPr>
            <a:lvl4pPr>
              <a:defRPr>
                <a:noFill/>
              </a:defRPr>
            </a:lvl4pPr>
            <a:lvl5pPr>
              <a:defRPr>
                <a:noFill/>
              </a:defRPr>
            </a:lvl5pPr>
          </a:lstStyle>
          <a:p>
            <a:pPr lvl="0"/>
            <a:r>
              <a:rPr lang="en-US"/>
              <a:t>Click to edit Master text styles</a:t>
            </a:r>
          </a:p>
        </p:txBody>
      </p:sp>
      <p:sp>
        <p:nvSpPr>
          <p:cNvPr id="10" name="Date Placeholder 3">
            <a:extLst>
              <a:ext uri="{FF2B5EF4-FFF2-40B4-BE49-F238E27FC236}">
                <a16:creationId xmlns:a16="http://schemas.microsoft.com/office/drawing/2014/main" id="{C245BFAB-6256-BF35-C9F5-6D558800765A}"/>
              </a:ext>
            </a:extLst>
          </p:cNvPr>
          <p:cNvSpPr>
            <a:spLocks noGrp="1"/>
          </p:cNvSpPr>
          <p:nvPr>
            <p:ph type="dt" sz="half" idx="2"/>
          </p:nvPr>
        </p:nvSpPr>
        <p:spPr bwMode="gray">
          <a:xfrm>
            <a:off x="11026140" y="3147301"/>
            <a:ext cx="794384" cy="88901"/>
          </a:xfrm>
          <a:prstGeom prst="rect">
            <a:avLst/>
          </a:prstGeom>
          <a:ln>
            <a:noFill/>
          </a:ln>
        </p:spPr>
        <p:txBody>
          <a:bodyPr vert="horz" lIns="0" tIns="0" rIns="0" bIns="0" rtlCol="0" anchor="ctr">
            <a:noAutofit/>
          </a:bodyPr>
          <a:lstStyle>
            <a:lvl1pPr algn="r">
              <a:lnSpc>
                <a:spcPct val="100000"/>
              </a:lnSpc>
              <a:defRPr sz="1000">
                <a:solidFill>
                  <a:schemeClr val="accent6"/>
                </a:solidFill>
              </a:defRPr>
            </a:lvl1pPr>
          </a:lstStyle>
          <a:p>
            <a:fld id="{3F65C6FA-973F-40E3-A01F-9AB46A4F9797}" type="datetime1">
              <a:rPr lang="en-US" smtClean="0"/>
              <a:t>5/29/2024</a:t>
            </a:fld>
            <a:endParaRPr lang="en-US" dirty="0"/>
          </a:p>
        </p:txBody>
      </p:sp>
      <p:sp>
        <p:nvSpPr>
          <p:cNvPr id="15" name="Footer Placeholder 4">
            <a:extLst>
              <a:ext uri="{FF2B5EF4-FFF2-40B4-BE49-F238E27FC236}">
                <a16:creationId xmlns:a16="http://schemas.microsoft.com/office/drawing/2014/main" id="{F45B6080-7233-0809-75A8-E904530DE071}"/>
              </a:ext>
            </a:extLst>
          </p:cNvPr>
          <p:cNvSpPr>
            <a:spLocks noGrp="1"/>
          </p:cNvSpPr>
          <p:nvPr>
            <p:ph type="ftr" sz="quarter" idx="3"/>
          </p:nvPr>
        </p:nvSpPr>
        <p:spPr bwMode="gray">
          <a:xfrm>
            <a:off x="371475" y="3147301"/>
            <a:ext cx="5123498" cy="88901"/>
          </a:xfrm>
          <a:prstGeom prst="rect">
            <a:avLst/>
          </a:prstGeom>
          <a:ln>
            <a:noFill/>
          </a:ln>
        </p:spPr>
        <p:txBody>
          <a:bodyPr vert="horz" lIns="0" tIns="0" rIns="0" bIns="0" rtlCol="0" anchor="ctr">
            <a:noAutofit/>
          </a:bodyPr>
          <a:lstStyle>
            <a:lvl1pPr algn="l">
              <a:lnSpc>
                <a:spcPct val="100000"/>
              </a:lnSpc>
              <a:defRPr sz="1000">
                <a:solidFill>
                  <a:schemeClr val="accent6"/>
                </a:solidFill>
              </a:defRPr>
            </a:lvl1pPr>
          </a:lstStyle>
          <a:p>
            <a:r>
              <a:rPr lang="en-US" dirty="0"/>
              <a:t>© </a:t>
            </a:r>
            <a:fld id="{56C83018-F8F2-4A30-A145-7E389ADDE47D}" type="datetimeyyyy">
              <a:rPr lang="en-US" smtClean="0"/>
              <a:pPr/>
              <a:t>2024</a:t>
            </a:fld>
            <a:r>
              <a:rPr lang="en-US" dirty="0"/>
              <a:t> NTT DATA Business Solutions</a:t>
            </a:r>
          </a:p>
        </p:txBody>
      </p:sp>
      <p:pic>
        <p:nvPicPr>
          <p:cNvPr id="4" name="NTT DATA Global Logo">
            <a:extLst>
              <a:ext uri="{FF2B5EF4-FFF2-40B4-BE49-F238E27FC236}">
                <a16:creationId xmlns:a16="http://schemas.microsoft.com/office/drawing/2014/main" id="{93955C0C-38C4-366F-0C4D-7A71C122ED79}"/>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bwMode="gray">
          <a:xfrm>
            <a:off x="371475" y="320040"/>
            <a:ext cx="1959942" cy="399600"/>
          </a:xfrm>
          <a:prstGeom prst="rect">
            <a:avLst/>
          </a:prstGeom>
        </p:spPr>
      </p:pic>
      <p:sp>
        <p:nvSpPr>
          <p:cNvPr id="5" name="Info box">
            <a:extLst>
              <a:ext uri="{FF2B5EF4-FFF2-40B4-BE49-F238E27FC236}">
                <a16:creationId xmlns:a16="http://schemas.microsoft.com/office/drawing/2014/main" id="{4219B810-9C7C-888F-0EA9-5DF76A5618C5}"/>
              </a:ext>
            </a:extLst>
          </p:cNvPr>
          <p:cNvSpPr>
            <a:spLocks noGrp="1"/>
          </p:cNvSpPr>
          <p:nvPr>
            <p:ph sz="quarter" idx="19" hasCustomPrompt="1"/>
          </p:nvPr>
        </p:nvSpPr>
        <p:spPr bwMode="gray">
          <a:xfrm>
            <a:off x="10176832" y="333376"/>
            <a:ext cx="1868023" cy="395869"/>
          </a:xfrm>
          <a:prstGeom prst="rect">
            <a:avLst/>
          </a:prstGeom>
          <a:ln>
            <a:noFill/>
          </a:ln>
        </p:spPr>
        <p:txBody>
          <a:bodyPr wrap="square" lIns="36000" tIns="36000" rIns="36000" bIns="36000">
            <a:spAutoFit/>
          </a:bodyPr>
          <a:lstStyle>
            <a:lvl1pPr>
              <a:lnSpc>
                <a:spcPct val="100000"/>
              </a:lnSpc>
              <a:spcBef>
                <a:spcPts val="0"/>
              </a:spcBef>
              <a:spcAft>
                <a:spcPts val="0"/>
              </a:spcAft>
              <a:defRPr sz="700">
                <a:solidFill>
                  <a:schemeClr val="accent6"/>
                </a:solidFill>
              </a:defRPr>
            </a:lvl1pPr>
          </a:lstStyle>
          <a:p>
            <a:pPr lvl="0"/>
            <a:r>
              <a:rPr lang="en-US" noProof="0"/>
              <a:t>Information Type:</a:t>
            </a:r>
            <a:br>
              <a:rPr lang="en-US" noProof="0"/>
            </a:br>
            <a:r>
              <a:rPr lang="en-US" noProof="0"/>
              <a:t>Company:  </a:t>
            </a:r>
            <a:br>
              <a:rPr lang="en-US" noProof="0"/>
            </a:br>
            <a:r>
              <a:rPr lang="en-US" noProof="0"/>
              <a:t>Information Owner:</a:t>
            </a:r>
            <a:endParaRPr lang="en-US" noProof="0" dirty="0"/>
          </a:p>
        </p:txBody>
      </p:sp>
    </p:spTree>
    <p:extLst>
      <p:ext uri="{BB962C8B-B14F-4D97-AF65-F5344CB8AC3E}">
        <p14:creationId xmlns:p14="http://schemas.microsoft.com/office/powerpoint/2010/main" val="2166375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_Divider_Image Left Light">
    <p:spTree>
      <p:nvGrpSpPr>
        <p:cNvPr id="1" name=""/>
        <p:cNvGrpSpPr/>
        <p:nvPr/>
      </p:nvGrpSpPr>
      <p:grpSpPr>
        <a:xfrm>
          <a:off x="0" y="0"/>
          <a:ext cx="0" cy="0"/>
          <a:chOff x="0" y="0"/>
          <a:chExt cx="0" cy="0"/>
        </a:xfrm>
      </p:grpSpPr>
      <p:sp>
        <p:nvSpPr>
          <p:cNvPr id="14" name="Title">
            <a:extLst>
              <a:ext uri="{FF2B5EF4-FFF2-40B4-BE49-F238E27FC236}">
                <a16:creationId xmlns:a16="http://schemas.microsoft.com/office/drawing/2014/main" id="{597D1B3A-E1F6-AFF4-3A3F-A37A17CBCB29}"/>
              </a:ext>
            </a:extLst>
          </p:cNvPr>
          <p:cNvSpPr>
            <a:spLocks noGrp="1"/>
          </p:cNvSpPr>
          <p:nvPr>
            <p:ph type="title" hasCustomPrompt="1"/>
          </p:nvPr>
        </p:nvSpPr>
        <p:spPr bwMode="gray">
          <a:xfrm>
            <a:off x="4495800" y="2286000"/>
            <a:ext cx="7315200" cy="3951288"/>
          </a:xfrm>
        </p:spPr>
        <p:txBody>
          <a:bodyPr/>
          <a:lstStyle>
            <a:lvl1pPr>
              <a:defRPr sz="4800">
                <a:solidFill>
                  <a:schemeClr val="bg1"/>
                </a:solidFill>
              </a:defRPr>
            </a:lvl1pPr>
          </a:lstStyle>
          <a:p>
            <a:r>
              <a:rPr lang="en-US" dirty="0"/>
              <a:t>Divider Page Text</a:t>
            </a:r>
          </a:p>
        </p:txBody>
      </p:sp>
      <p:sp>
        <p:nvSpPr>
          <p:cNvPr id="15" name="Section Number">
            <a:extLst>
              <a:ext uri="{FF2B5EF4-FFF2-40B4-BE49-F238E27FC236}">
                <a16:creationId xmlns:a16="http://schemas.microsoft.com/office/drawing/2014/main" id="{353938DB-D71F-BCC9-253A-E90421933DD0}"/>
              </a:ext>
            </a:extLst>
          </p:cNvPr>
          <p:cNvSpPr>
            <a:spLocks noGrp="1"/>
          </p:cNvSpPr>
          <p:nvPr>
            <p:ph type="body" sz="quarter" idx="13" hasCustomPrompt="1"/>
          </p:nvPr>
        </p:nvSpPr>
        <p:spPr bwMode="gray">
          <a:xfrm>
            <a:off x="4495800" y="685800"/>
            <a:ext cx="7315200" cy="1447800"/>
          </a:xfrm>
          <a:prstGeom prst="rect">
            <a:avLst/>
          </a:prstGeom>
        </p:spPr>
        <p:txBody>
          <a:bodyPr lIns="0" tIns="45720" rIns="0"/>
          <a:lstStyle>
            <a:lvl1pPr>
              <a:defRPr lang="en-US" sz="9600" b="1" dirty="0" smtClean="0">
                <a:solidFill>
                  <a:schemeClr val="bg2"/>
                </a:solidFill>
              </a:defRPr>
            </a:lvl1pPr>
          </a:lstStyle>
          <a:p>
            <a:pPr lvl="0">
              <a:lnSpc>
                <a:spcPct val="100000"/>
              </a:lnSpc>
            </a:pPr>
            <a:r>
              <a:rPr lang="en-US" dirty="0"/>
              <a:t>#</a:t>
            </a:r>
          </a:p>
        </p:txBody>
      </p:sp>
      <p:sp>
        <p:nvSpPr>
          <p:cNvPr id="16" name="Picture Placeholder 4">
            <a:extLst>
              <a:ext uri="{FF2B5EF4-FFF2-40B4-BE49-F238E27FC236}">
                <a16:creationId xmlns:a16="http://schemas.microsoft.com/office/drawing/2014/main" id="{CBAA2EA5-06E3-8691-22FA-AE783265C861}"/>
              </a:ext>
            </a:extLst>
          </p:cNvPr>
          <p:cNvSpPr>
            <a:spLocks noGrp="1"/>
          </p:cNvSpPr>
          <p:nvPr>
            <p:ph type="pic" sz="quarter" idx="12" hasCustomPrompt="1"/>
          </p:nvPr>
        </p:nvSpPr>
        <p:spPr bwMode="gray">
          <a:xfrm>
            <a:off x="0" y="0"/>
            <a:ext cx="4038600" cy="6858000"/>
          </a:xfrm>
          <a:prstGeom prst="rect">
            <a:avLst/>
          </a:prstGeom>
          <a:solidFill>
            <a:schemeClr val="accent6"/>
          </a:solidFill>
        </p:spPr>
        <p:txBody>
          <a:bodyPr tIns="2743200"/>
          <a:lstStyle>
            <a:lvl1pPr marL="0" indent="0" algn="ctr">
              <a:buNone/>
              <a:defRPr sz="2000">
                <a:solidFill>
                  <a:schemeClr val="bg1"/>
                </a:solidFill>
              </a:defRPr>
            </a:lvl1pPr>
          </a:lstStyle>
          <a:p>
            <a:r>
              <a:rPr lang="en-US" dirty="0"/>
              <a:t>Click to add picture</a:t>
            </a:r>
          </a:p>
        </p:txBody>
      </p:sp>
      <p:sp>
        <p:nvSpPr>
          <p:cNvPr id="6" name="Text Placeholder 5">
            <a:extLst>
              <a:ext uri="{FF2B5EF4-FFF2-40B4-BE49-F238E27FC236}">
                <a16:creationId xmlns:a16="http://schemas.microsoft.com/office/drawing/2014/main" id="{84E201FA-14DE-26F5-5B59-34540918F7C3}"/>
              </a:ext>
            </a:extLst>
          </p:cNvPr>
          <p:cNvSpPr>
            <a:spLocks noGrp="1"/>
          </p:cNvSpPr>
          <p:nvPr>
            <p:ph type="body" sz="quarter" idx="27" hasCustomPrompt="1"/>
          </p:nvPr>
        </p:nvSpPr>
        <p:spPr bwMode="gray">
          <a:xfrm>
            <a:off x="0" y="5202000"/>
            <a:ext cx="4038600" cy="1656000"/>
          </a:xfrm>
          <a:gradFill>
            <a:gsLst>
              <a:gs pos="0">
                <a:schemeClr val="bg1"/>
              </a:gs>
              <a:gs pos="80000">
                <a:schemeClr val="bg1">
                  <a:alpha val="0"/>
                </a:schemeClr>
              </a:gs>
            </a:gsLst>
            <a:lin ang="16200000" scaled="1"/>
          </a:gradFill>
        </p:spPr>
        <p:txBody>
          <a:bodyPr vert="horz" wrap="square" lIns="0" tIns="0" rIns="0" bIns="0" rtlCol="0">
            <a:noAutofit/>
          </a:bodyPr>
          <a:lstStyle>
            <a:lvl1pPr>
              <a:defRPr lang="en-US" sz="100" dirty="0">
                <a:solidFill>
                  <a:schemeClr val="bg1"/>
                </a:solidFill>
              </a:defRPr>
            </a:lvl1pPr>
          </a:lstStyle>
          <a:p>
            <a:pPr lvl="0"/>
            <a:r>
              <a:rPr lang="en-US" dirty="0"/>
              <a:t> </a:t>
            </a:r>
          </a:p>
        </p:txBody>
      </p:sp>
      <p:sp>
        <p:nvSpPr>
          <p:cNvPr id="4" name="Footer Placeholder 4">
            <a:extLst>
              <a:ext uri="{FF2B5EF4-FFF2-40B4-BE49-F238E27FC236}">
                <a16:creationId xmlns:a16="http://schemas.microsoft.com/office/drawing/2014/main" id="{07D78CB3-8E2A-426A-73F0-19178ABAAB0D}"/>
              </a:ext>
            </a:extLst>
          </p:cNvPr>
          <p:cNvSpPr>
            <a:spLocks noGrp="1"/>
          </p:cNvSpPr>
          <p:nvPr>
            <p:ph type="ftr" sz="quarter" idx="3"/>
          </p:nvPr>
        </p:nvSpPr>
        <p:spPr bwMode="gray">
          <a:xfrm>
            <a:off x="4495800" y="6563358"/>
            <a:ext cx="3202940" cy="88901"/>
          </a:xfrm>
          <a:prstGeom prst="rect">
            <a:avLst/>
          </a:prstGeom>
          <a:ln>
            <a:noFill/>
          </a:ln>
        </p:spPr>
        <p:txBody>
          <a:bodyPr vert="horz" lIns="0" tIns="0" rIns="0" bIns="0" rtlCol="0" anchor="ctr">
            <a:noAutofit/>
          </a:bodyPr>
          <a:lstStyle>
            <a:lvl1pPr algn="l">
              <a:lnSpc>
                <a:spcPct val="100000"/>
              </a:lnSpc>
              <a:defRPr sz="800">
                <a:solidFill>
                  <a:schemeClr val="accent6"/>
                </a:solidFill>
              </a:defRPr>
            </a:lvl1pPr>
          </a:lstStyle>
          <a:p>
            <a:r>
              <a:rPr lang="en-US" dirty="0"/>
              <a:t>© </a:t>
            </a:r>
            <a:fld id="{71BE9290-62D0-4286-852A-07D9B5E08909}" type="datetimeyyyy">
              <a:rPr lang="en-US" smtClean="0"/>
              <a:pPr/>
              <a:t>2024</a:t>
            </a:fld>
            <a:r>
              <a:rPr lang="en-US" dirty="0"/>
              <a:t> NTT DATA Business Solutions</a:t>
            </a:r>
          </a:p>
        </p:txBody>
      </p:sp>
      <p:sp>
        <p:nvSpPr>
          <p:cNvPr id="5" name="Slide Number Placeholder 5">
            <a:extLst>
              <a:ext uri="{FF2B5EF4-FFF2-40B4-BE49-F238E27FC236}">
                <a16:creationId xmlns:a16="http://schemas.microsoft.com/office/drawing/2014/main" id="{90D19329-B7C0-CE48-A2F3-05D87FD03717}"/>
              </a:ext>
            </a:extLst>
          </p:cNvPr>
          <p:cNvSpPr>
            <a:spLocks noGrp="1"/>
          </p:cNvSpPr>
          <p:nvPr>
            <p:ph type="sldNum" sz="quarter" idx="4"/>
          </p:nvPr>
        </p:nvSpPr>
        <p:spPr bwMode="gray">
          <a:xfrm>
            <a:off x="7777162"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accent6"/>
                </a:solidFill>
              </a:defRPr>
            </a:lvl1pPr>
          </a:lstStyle>
          <a:p>
            <a:fld id="{13CE6DAF-806F-404B-BC68-339BFCB57E5C}" type="slidenum">
              <a:rPr lang="en-US" smtClean="0"/>
              <a:pPr/>
              <a:t>‹#›</a:t>
            </a:fld>
            <a:endParaRPr lang="en-US" dirty="0"/>
          </a:p>
        </p:txBody>
      </p:sp>
    </p:spTree>
    <p:extLst>
      <p:ext uri="{BB962C8B-B14F-4D97-AF65-F5344CB8AC3E}">
        <p14:creationId xmlns:p14="http://schemas.microsoft.com/office/powerpoint/2010/main" val="42421131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_Divider_InnovationCurve on Right Light">
    <p:bg>
      <p:bgPr>
        <a:solidFill>
          <a:schemeClr val="tx1"/>
        </a:solidFill>
        <a:effectLst/>
      </p:bgPr>
    </p:bg>
    <p:spTree>
      <p:nvGrpSpPr>
        <p:cNvPr id="1" name=""/>
        <p:cNvGrpSpPr/>
        <p:nvPr/>
      </p:nvGrpSpPr>
      <p:grpSpPr>
        <a:xfrm>
          <a:off x="0" y="0"/>
          <a:ext cx="0" cy="0"/>
          <a:chOff x="0" y="0"/>
          <a:chExt cx="0" cy="0"/>
        </a:xfrm>
      </p:grpSpPr>
      <p:sp>
        <p:nvSpPr>
          <p:cNvPr id="14" name="Title">
            <a:extLst>
              <a:ext uri="{FF2B5EF4-FFF2-40B4-BE49-F238E27FC236}">
                <a16:creationId xmlns:a16="http://schemas.microsoft.com/office/drawing/2014/main" id="{597D1B3A-E1F6-AFF4-3A3F-A37A17CBCB29}"/>
              </a:ext>
            </a:extLst>
          </p:cNvPr>
          <p:cNvSpPr>
            <a:spLocks noGrp="1"/>
          </p:cNvSpPr>
          <p:nvPr>
            <p:ph type="title" hasCustomPrompt="1"/>
          </p:nvPr>
        </p:nvSpPr>
        <p:spPr bwMode="gray">
          <a:xfrm>
            <a:off x="371475" y="2286000"/>
            <a:ext cx="7315200" cy="3886200"/>
          </a:xfrm>
        </p:spPr>
        <p:txBody>
          <a:bodyPr/>
          <a:lstStyle>
            <a:lvl1pPr>
              <a:defRPr sz="4000">
                <a:solidFill>
                  <a:schemeClr val="bg1"/>
                </a:solidFill>
              </a:defRPr>
            </a:lvl1pPr>
          </a:lstStyle>
          <a:p>
            <a:r>
              <a:rPr lang="en-US" dirty="0"/>
              <a:t>Divider Page</a:t>
            </a:r>
          </a:p>
        </p:txBody>
      </p:sp>
      <p:sp>
        <p:nvSpPr>
          <p:cNvPr id="15" name="Section Number">
            <a:extLst>
              <a:ext uri="{FF2B5EF4-FFF2-40B4-BE49-F238E27FC236}">
                <a16:creationId xmlns:a16="http://schemas.microsoft.com/office/drawing/2014/main" id="{353938DB-D71F-BCC9-253A-E90421933DD0}"/>
              </a:ext>
            </a:extLst>
          </p:cNvPr>
          <p:cNvSpPr>
            <a:spLocks noGrp="1"/>
          </p:cNvSpPr>
          <p:nvPr>
            <p:ph type="body" sz="quarter" idx="13" hasCustomPrompt="1"/>
          </p:nvPr>
        </p:nvSpPr>
        <p:spPr bwMode="gray">
          <a:xfrm>
            <a:off x="371475" y="685800"/>
            <a:ext cx="7315200" cy="1447800"/>
          </a:xfrm>
          <a:prstGeom prst="rect">
            <a:avLst/>
          </a:prstGeom>
        </p:spPr>
        <p:txBody>
          <a:bodyPr lIns="0" tIns="45720" rIns="0"/>
          <a:lstStyle>
            <a:lvl1pPr>
              <a:defRPr lang="en-US" sz="9600" b="1" dirty="0" smtClean="0">
                <a:solidFill>
                  <a:schemeClr val="bg2"/>
                </a:solidFill>
              </a:defRPr>
            </a:lvl1pPr>
          </a:lstStyle>
          <a:p>
            <a:pPr lvl="0">
              <a:lnSpc>
                <a:spcPct val="100000"/>
              </a:lnSpc>
            </a:pPr>
            <a:r>
              <a:rPr lang="en-US" dirty="0"/>
              <a:t>#</a:t>
            </a:r>
          </a:p>
        </p:txBody>
      </p:sp>
      <p:sp>
        <p:nvSpPr>
          <p:cNvPr id="4" name="Footer Placeholder 4">
            <a:extLst>
              <a:ext uri="{FF2B5EF4-FFF2-40B4-BE49-F238E27FC236}">
                <a16:creationId xmlns:a16="http://schemas.microsoft.com/office/drawing/2014/main" id="{07D78CB3-8E2A-426A-73F0-19178ABAAB0D}"/>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accent6"/>
                </a:solidFill>
              </a:defRPr>
            </a:lvl1pPr>
          </a:lstStyle>
          <a:p>
            <a:r>
              <a:rPr lang="en-US" dirty="0"/>
              <a:t>© </a:t>
            </a:r>
            <a:fld id="{EDF392D2-40E0-4EAB-B846-4B19B3613C64}" type="datetimeyyyy">
              <a:rPr lang="en-US" smtClean="0"/>
              <a:pPr/>
              <a:t>2024</a:t>
            </a:fld>
            <a:r>
              <a:rPr lang="en-US" dirty="0"/>
              <a:t> NTT DATA Business Solutions</a:t>
            </a:r>
          </a:p>
        </p:txBody>
      </p:sp>
      <p:sp>
        <p:nvSpPr>
          <p:cNvPr id="5" name="Slide Number Placeholder 5">
            <a:extLst>
              <a:ext uri="{FF2B5EF4-FFF2-40B4-BE49-F238E27FC236}">
                <a16:creationId xmlns:a16="http://schemas.microsoft.com/office/drawing/2014/main" id="{90D19329-B7C0-CE48-A2F3-05D87FD03717}"/>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accent6"/>
                </a:solidFill>
              </a:defRPr>
            </a:lvl1pPr>
          </a:lstStyle>
          <a:p>
            <a:fld id="{13CE6DAF-806F-404B-BC68-339BFCB57E5C}" type="slidenum">
              <a:rPr lang="en-US" smtClean="0"/>
              <a:pPr/>
              <a:t>‹#›</a:t>
            </a:fld>
            <a:endParaRPr lang="en-US" dirty="0"/>
          </a:p>
        </p:txBody>
      </p:sp>
      <p:pic>
        <p:nvPicPr>
          <p:cNvPr id="17" name="Picture 6">
            <a:extLst>
              <a:ext uri="{FF2B5EF4-FFF2-40B4-BE49-F238E27FC236}">
                <a16:creationId xmlns:a16="http://schemas.microsoft.com/office/drawing/2014/main" id="{8E54CF47-5670-1E36-A01C-CE6BD5FD4ECA}"/>
              </a:ext>
            </a:extLst>
          </p:cNvPr>
          <p:cNvPicPr>
            <a:picLocks noChangeAspect="1"/>
          </p:cNvPicPr>
          <p:nvPr userDrawn="1"/>
        </p:nvPicPr>
        <p:blipFill>
          <a:blip r:embed="rId2" cstate="screen">
            <a:alphaModFix amt="30000"/>
            <a:extLst>
              <a:ext uri="{28A0092B-C50C-407E-A947-70E740481C1C}">
                <a14:useLocalDpi xmlns:a14="http://schemas.microsoft.com/office/drawing/2010/main"/>
              </a:ext>
            </a:extLst>
          </a:blip>
          <a:stretch>
            <a:fillRect/>
          </a:stretch>
        </p:blipFill>
        <p:spPr bwMode="gray">
          <a:xfrm>
            <a:off x="8070773" y="2431973"/>
            <a:ext cx="3740227" cy="3740227"/>
          </a:xfrm>
          <a:prstGeom prst="rect">
            <a:avLst/>
          </a:prstGeom>
        </p:spPr>
      </p:pic>
    </p:spTree>
    <p:extLst>
      <p:ext uri="{BB962C8B-B14F-4D97-AF65-F5344CB8AC3E}">
        <p14:creationId xmlns:p14="http://schemas.microsoft.com/office/powerpoint/2010/main" val="34828296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_Divider_Innovation Curve Image Left Light">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A725B5FD-E0E9-1E4B-5EFE-D46E0910A6CB}"/>
              </a:ext>
            </a:extLst>
          </p:cNvPr>
          <p:cNvSpPr>
            <a:spLocks noGrp="1"/>
          </p:cNvSpPr>
          <p:nvPr>
            <p:ph type="title" hasCustomPrompt="1"/>
          </p:nvPr>
        </p:nvSpPr>
        <p:spPr bwMode="gray">
          <a:xfrm>
            <a:off x="4495800" y="2433116"/>
            <a:ext cx="7315200" cy="3739084"/>
          </a:xfrm>
        </p:spPr>
        <p:txBody>
          <a:bodyPr/>
          <a:lstStyle>
            <a:lvl1pPr>
              <a:defRPr sz="4000">
                <a:solidFill>
                  <a:schemeClr val="bg1"/>
                </a:solidFill>
              </a:defRPr>
            </a:lvl1pPr>
          </a:lstStyle>
          <a:p>
            <a:r>
              <a:rPr lang="en-US" dirty="0"/>
              <a:t>Divider Page</a:t>
            </a:r>
          </a:p>
        </p:txBody>
      </p:sp>
      <p:sp>
        <p:nvSpPr>
          <p:cNvPr id="12" name="Section Number">
            <a:extLst>
              <a:ext uri="{FF2B5EF4-FFF2-40B4-BE49-F238E27FC236}">
                <a16:creationId xmlns:a16="http://schemas.microsoft.com/office/drawing/2014/main" id="{4337322C-F1A6-A8D5-2662-80C365ECE1C8}"/>
              </a:ext>
            </a:extLst>
          </p:cNvPr>
          <p:cNvSpPr>
            <a:spLocks noGrp="1"/>
          </p:cNvSpPr>
          <p:nvPr>
            <p:ph type="body" sz="quarter" idx="12" hasCustomPrompt="1"/>
          </p:nvPr>
        </p:nvSpPr>
        <p:spPr bwMode="gray">
          <a:xfrm>
            <a:off x="4495800" y="685800"/>
            <a:ext cx="7315200" cy="1447800"/>
          </a:xfrm>
          <a:prstGeom prst="rect">
            <a:avLst/>
          </a:prstGeom>
        </p:spPr>
        <p:txBody>
          <a:bodyPr lIns="0" tIns="45720" rIns="0"/>
          <a:lstStyle>
            <a:lvl1pPr>
              <a:defRPr lang="en-US" sz="9600" b="1" dirty="0" smtClean="0">
                <a:solidFill>
                  <a:schemeClr val="bg2"/>
                </a:solidFill>
              </a:defRPr>
            </a:lvl1pPr>
          </a:lstStyle>
          <a:p>
            <a:pPr lvl="0">
              <a:lnSpc>
                <a:spcPct val="100000"/>
              </a:lnSpc>
            </a:pPr>
            <a:r>
              <a:rPr lang="en-US" dirty="0"/>
              <a:t>#</a:t>
            </a:r>
          </a:p>
        </p:txBody>
      </p:sp>
      <p:sp>
        <p:nvSpPr>
          <p:cNvPr id="13" name="Slide Number Placeholder 5">
            <a:extLst>
              <a:ext uri="{FF2B5EF4-FFF2-40B4-BE49-F238E27FC236}">
                <a16:creationId xmlns:a16="http://schemas.microsoft.com/office/drawing/2014/main" id="{5ACFAEF6-C002-CEF8-D12E-35B10EFF2EE1}"/>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accent6"/>
                </a:solidFill>
              </a:defRPr>
            </a:lvl1pPr>
          </a:lstStyle>
          <a:p>
            <a:fld id="{13CE6DAF-806F-404B-BC68-339BFCB57E5C}" type="slidenum">
              <a:rPr lang="en-US" smtClean="0"/>
              <a:pPr/>
              <a:t>‹#›</a:t>
            </a:fld>
            <a:endParaRPr lang="en-US" dirty="0"/>
          </a:p>
        </p:txBody>
      </p:sp>
      <p:pic>
        <p:nvPicPr>
          <p:cNvPr id="14" name="Picture 6">
            <a:extLst>
              <a:ext uri="{FF2B5EF4-FFF2-40B4-BE49-F238E27FC236}">
                <a16:creationId xmlns:a16="http://schemas.microsoft.com/office/drawing/2014/main" id="{AE44EF5E-6648-1398-B4E7-717D749EE98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gray">
          <a:xfrm>
            <a:off x="394575" y="2447060"/>
            <a:ext cx="3718800" cy="3718800"/>
          </a:xfrm>
          <a:prstGeom prst="rect">
            <a:avLst/>
          </a:prstGeom>
        </p:spPr>
      </p:pic>
      <p:sp>
        <p:nvSpPr>
          <p:cNvPr id="15" name="Picture Placeholder 9">
            <a:extLst>
              <a:ext uri="{FF2B5EF4-FFF2-40B4-BE49-F238E27FC236}">
                <a16:creationId xmlns:a16="http://schemas.microsoft.com/office/drawing/2014/main" id="{C74CB7FF-BF38-583F-EB84-775D76F699B8}"/>
              </a:ext>
            </a:extLst>
          </p:cNvPr>
          <p:cNvSpPr>
            <a:spLocks noGrp="1"/>
          </p:cNvSpPr>
          <p:nvPr>
            <p:ph type="pic" sz="quarter" idx="17" hasCustomPrompt="1"/>
          </p:nvPr>
        </p:nvSpPr>
        <p:spPr bwMode="gray">
          <a:xfrm>
            <a:off x="371475" y="2447060"/>
            <a:ext cx="3718800" cy="3718800"/>
          </a:xfrm>
          <a:custGeom>
            <a:avLst/>
            <a:gdLst>
              <a:gd name="connsiteX0" fmla="*/ 1704548 w 5267271"/>
              <a:gd name="connsiteY0" fmla="*/ 0 h 5272719"/>
              <a:gd name="connsiteX1" fmla="*/ 3527745 w 5267271"/>
              <a:gd name="connsiteY1" fmla="*/ 1774521 h 5272719"/>
              <a:gd name="connsiteX2" fmla="*/ 5267271 w 5267271"/>
              <a:gd name="connsiteY2" fmla="*/ 5269498 h 5272719"/>
              <a:gd name="connsiteX3" fmla="*/ 3509088 w 5267271"/>
              <a:gd name="connsiteY3" fmla="*/ 5269044 h 5272719"/>
              <a:gd name="connsiteX4" fmla="*/ 1794302 w 5267271"/>
              <a:gd name="connsiteY4" fmla="*/ 1858626 h 5272719"/>
              <a:gd name="connsiteX5" fmla="*/ 1794667 w 5267271"/>
              <a:gd name="connsiteY5" fmla="*/ 5270472 h 5272719"/>
              <a:gd name="connsiteX6" fmla="*/ 0 w 5267271"/>
              <a:gd name="connsiteY6" fmla="*/ 5272719 h 5272719"/>
              <a:gd name="connsiteX7" fmla="*/ 3384 w 5267271"/>
              <a:gd name="connsiteY7" fmla="*/ 1714773 h 5272719"/>
              <a:gd name="connsiteX8" fmla="*/ 569360 w 5267271"/>
              <a:gd name="connsiteY8" fmla="*/ 333790 h 5272719"/>
              <a:gd name="connsiteX9" fmla="*/ 1704548 w 5267271"/>
              <a:gd name="connsiteY9" fmla="*/ 0 h 5272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67271" h="5272719">
                <a:moveTo>
                  <a:pt x="1704548" y="0"/>
                </a:moveTo>
                <a:cubicBezTo>
                  <a:pt x="2442328" y="19929"/>
                  <a:pt x="2925708" y="438914"/>
                  <a:pt x="3527745" y="1774521"/>
                </a:cubicBezTo>
                <a:lnTo>
                  <a:pt x="5267271" y="5269498"/>
                </a:lnTo>
                <a:lnTo>
                  <a:pt x="3509088" y="5269044"/>
                </a:lnTo>
                <a:cubicBezTo>
                  <a:pt x="2932089" y="4085847"/>
                  <a:pt x="2376159" y="3052885"/>
                  <a:pt x="1794302" y="1858626"/>
                </a:cubicBezTo>
                <a:cubicBezTo>
                  <a:pt x="1800510" y="2806405"/>
                  <a:pt x="1797959" y="3550976"/>
                  <a:pt x="1794667" y="5270472"/>
                </a:cubicBezTo>
                <a:lnTo>
                  <a:pt x="0" y="5272719"/>
                </a:lnTo>
                <a:cubicBezTo>
                  <a:pt x="6041" y="3933998"/>
                  <a:pt x="-2660" y="3106972"/>
                  <a:pt x="3384" y="1714773"/>
                </a:cubicBezTo>
                <a:cubicBezTo>
                  <a:pt x="20552" y="931022"/>
                  <a:pt x="285832" y="562108"/>
                  <a:pt x="569360" y="333790"/>
                </a:cubicBezTo>
                <a:cubicBezTo>
                  <a:pt x="852888" y="105472"/>
                  <a:pt x="1272212" y="9538"/>
                  <a:pt x="1704548" y="0"/>
                </a:cubicBezTo>
                <a:close/>
              </a:path>
            </a:pathLst>
          </a:custGeom>
          <a:solidFill>
            <a:schemeClr val="accent6"/>
          </a:solidFill>
          <a:ln w="12700">
            <a:noFill/>
          </a:ln>
          <a:effectLst/>
        </p:spPr>
        <p:txBody>
          <a:bodyPr wrap="none" lIns="0" tIns="1371600" rIns="0" anchor="t">
            <a:noAutofit/>
          </a:bodyPr>
          <a:lstStyle>
            <a:lvl1pPr marL="0" indent="0" algn="ctr">
              <a:buFontTx/>
              <a:buNone/>
              <a:defRPr sz="1100">
                <a:solidFill>
                  <a:schemeClr val="bg1"/>
                </a:solidFill>
              </a:defRPr>
            </a:lvl1pPr>
          </a:lstStyle>
          <a:p>
            <a:r>
              <a:rPr lang="en-US" dirty="0"/>
              <a:t> </a:t>
            </a:r>
          </a:p>
        </p:txBody>
      </p:sp>
      <p:sp>
        <p:nvSpPr>
          <p:cNvPr id="6" name="Footer Placeholder 4">
            <a:extLst>
              <a:ext uri="{FF2B5EF4-FFF2-40B4-BE49-F238E27FC236}">
                <a16:creationId xmlns:a16="http://schemas.microsoft.com/office/drawing/2014/main" id="{2B94D9BD-B0EA-63BE-7EB0-C414D042F02A}"/>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accent6"/>
                </a:solidFill>
              </a:defRPr>
            </a:lvl1pPr>
          </a:lstStyle>
          <a:p>
            <a:r>
              <a:rPr lang="en-US" dirty="0"/>
              <a:t>© </a:t>
            </a:r>
            <a:fld id="{5C9482E0-DEC2-42AB-91AB-197D2D13DC20}" type="datetimeyyyy">
              <a:rPr lang="en-US" smtClean="0"/>
              <a:pPr/>
              <a:t>2024</a:t>
            </a:fld>
            <a:r>
              <a:rPr lang="en-US" dirty="0"/>
              <a:t> NTT DATA Business Solutions</a:t>
            </a:r>
          </a:p>
        </p:txBody>
      </p:sp>
    </p:spTree>
    <p:extLst>
      <p:ext uri="{BB962C8B-B14F-4D97-AF65-F5344CB8AC3E}">
        <p14:creationId xmlns:p14="http://schemas.microsoft.com/office/powerpoint/2010/main" val="26518964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_Title Only">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0C3BB7C-B4A7-41A4-8C5A-903570B6070B}"/>
              </a:ext>
            </a:extLst>
          </p:cNvPr>
          <p:cNvSpPr>
            <a:spLocks noGrp="1"/>
          </p:cNvSpPr>
          <p:nvPr>
            <p:ph type="title" hasCustomPrompt="1"/>
          </p:nvPr>
        </p:nvSpPr>
        <p:spPr bwMode="gray"/>
        <p:txBody>
          <a:bodyPr vert="horz"/>
          <a:lstStyle/>
          <a:p>
            <a:r>
              <a:rPr lang="en-US" dirty="0"/>
              <a:t>Click to edit Master title style</a:t>
            </a:r>
          </a:p>
        </p:txBody>
      </p:sp>
      <p:sp>
        <p:nvSpPr>
          <p:cNvPr id="10" name="Footer Placeholder 4">
            <a:extLst>
              <a:ext uri="{FF2B5EF4-FFF2-40B4-BE49-F238E27FC236}">
                <a16:creationId xmlns:a16="http://schemas.microsoft.com/office/drawing/2014/main" id="{A9C53063-1F58-BE27-2E94-7E00DE772613}"/>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accent6"/>
                </a:solidFill>
              </a:defRPr>
            </a:lvl1pPr>
          </a:lstStyle>
          <a:p>
            <a:r>
              <a:rPr lang="en-US" dirty="0"/>
              <a:t>© </a:t>
            </a:r>
            <a:fld id="{192796B4-C4F7-4470-8D8F-5C8A44413786}" type="datetimeyyyy">
              <a:rPr lang="en-US" smtClean="0"/>
              <a:pPr/>
              <a:t>2024</a:t>
            </a:fld>
            <a:r>
              <a:rPr lang="en-US" dirty="0"/>
              <a:t> NTT DATA Business Solutions</a:t>
            </a:r>
          </a:p>
        </p:txBody>
      </p:sp>
      <p:sp>
        <p:nvSpPr>
          <p:cNvPr id="11" name="Slide Number Placeholder 5">
            <a:extLst>
              <a:ext uri="{FF2B5EF4-FFF2-40B4-BE49-F238E27FC236}">
                <a16:creationId xmlns:a16="http://schemas.microsoft.com/office/drawing/2014/main" id="{AF1EE05E-1EF3-FA88-09CC-87DB6B58184B}"/>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accent6"/>
                </a:solidFill>
              </a:defRPr>
            </a:lvl1pPr>
          </a:lstStyle>
          <a:p>
            <a:fld id="{13CE6DAF-806F-404B-BC68-339BFCB57E5C}" type="slidenum">
              <a:rPr lang="en-US" smtClean="0"/>
              <a:pPr/>
              <a:t>‹#›</a:t>
            </a:fld>
            <a:endParaRPr lang="en-US" dirty="0"/>
          </a:p>
        </p:txBody>
      </p:sp>
    </p:spTree>
    <p:extLst>
      <p:ext uri="{BB962C8B-B14F-4D97-AF65-F5344CB8AC3E}">
        <p14:creationId xmlns:p14="http://schemas.microsoft.com/office/powerpoint/2010/main" val="35222296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C_Title and On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E855BA-9D9E-490E-B438-6BCC818F8EFF}"/>
              </a:ext>
            </a:extLst>
          </p:cNvPr>
          <p:cNvSpPr>
            <a:spLocks noGrp="1"/>
          </p:cNvSpPr>
          <p:nvPr>
            <p:ph type="title" hasCustomPrompt="1"/>
          </p:nvPr>
        </p:nvSpPr>
        <p:spPr bwMode="gray"/>
        <p:txBody>
          <a:bodyPr vert="horz"/>
          <a:lstStyle/>
          <a:p>
            <a:r>
              <a:rPr lang="en-US" dirty="0"/>
              <a:t>Click to edit Master title style</a:t>
            </a:r>
          </a:p>
        </p:txBody>
      </p:sp>
      <p:sp>
        <p:nvSpPr>
          <p:cNvPr id="3" name="Content Placeholder 2">
            <a:extLst>
              <a:ext uri="{FF2B5EF4-FFF2-40B4-BE49-F238E27FC236}">
                <a16:creationId xmlns:a16="http://schemas.microsoft.com/office/drawing/2014/main" id="{B382B3CA-EBF0-4324-BDE2-B14D144F1B71}"/>
              </a:ext>
            </a:extLst>
          </p:cNvPr>
          <p:cNvSpPr>
            <a:spLocks noGrp="1"/>
          </p:cNvSpPr>
          <p:nvPr>
            <p:ph idx="1" hasCustomPrompt="1"/>
          </p:nvPr>
        </p:nvSpPr>
        <p:spPr bwMode="gray"/>
        <p:txBody>
          <a:bodyPr/>
          <a:lstStyle>
            <a:lvl2pPr>
              <a:defRPr/>
            </a:lvl2pPr>
            <a:lvl3pPr>
              <a:defRPr/>
            </a:lvl3pPr>
            <a:lvl4pPr>
              <a:defRPr/>
            </a:lvl4pPr>
            <a:lvl5pP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4">
            <a:extLst>
              <a:ext uri="{FF2B5EF4-FFF2-40B4-BE49-F238E27FC236}">
                <a16:creationId xmlns:a16="http://schemas.microsoft.com/office/drawing/2014/main" id="{DB4CF512-82E1-2689-F640-DDFFDD4CD971}"/>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accent6"/>
                </a:solidFill>
              </a:defRPr>
            </a:lvl1pPr>
          </a:lstStyle>
          <a:p>
            <a:r>
              <a:rPr lang="en-US" dirty="0"/>
              <a:t>© </a:t>
            </a:r>
            <a:fld id="{AABB3B0E-C7E0-4094-B056-17C7EBA68B2A}" type="datetimeyyyy">
              <a:rPr lang="en-US" smtClean="0"/>
              <a:pPr/>
              <a:t>2024</a:t>
            </a:fld>
            <a:r>
              <a:rPr lang="en-US" dirty="0"/>
              <a:t> NTT DATA Business Solutions</a:t>
            </a:r>
          </a:p>
        </p:txBody>
      </p:sp>
      <p:sp>
        <p:nvSpPr>
          <p:cNvPr id="10" name="Slide Number Placeholder 5">
            <a:extLst>
              <a:ext uri="{FF2B5EF4-FFF2-40B4-BE49-F238E27FC236}">
                <a16:creationId xmlns:a16="http://schemas.microsoft.com/office/drawing/2014/main" id="{C19ED1C7-0FF1-008B-4E0C-83259A7B61F3}"/>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accent6"/>
                </a:solidFill>
              </a:defRPr>
            </a:lvl1pPr>
          </a:lstStyle>
          <a:p>
            <a:fld id="{13CE6DAF-806F-404B-BC68-339BFCB57E5C}" type="slidenum">
              <a:rPr lang="en-US" smtClean="0"/>
              <a:pPr/>
              <a:t>‹#›</a:t>
            </a:fld>
            <a:endParaRPr lang="en-US" dirty="0"/>
          </a:p>
        </p:txBody>
      </p:sp>
    </p:spTree>
    <p:extLst>
      <p:ext uri="{BB962C8B-B14F-4D97-AF65-F5344CB8AC3E}">
        <p14:creationId xmlns:p14="http://schemas.microsoft.com/office/powerpoint/2010/main" val="16800689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C_Title and Two Conte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E855BA-9D9E-490E-B438-6BCC818F8EFF}"/>
              </a:ext>
            </a:extLst>
          </p:cNvPr>
          <p:cNvSpPr>
            <a:spLocks noGrp="1"/>
          </p:cNvSpPr>
          <p:nvPr>
            <p:ph type="title" hasCustomPrompt="1"/>
          </p:nvPr>
        </p:nvSpPr>
        <p:spPr bwMode="gray"/>
        <p:txBody>
          <a:bodyPr vert="horz"/>
          <a:lstStyle/>
          <a:p>
            <a:r>
              <a:rPr lang="en-US" dirty="0"/>
              <a:t>Click to edit Master title style</a:t>
            </a:r>
          </a:p>
        </p:txBody>
      </p:sp>
      <p:sp>
        <p:nvSpPr>
          <p:cNvPr id="3" name="Content Placeholder 2">
            <a:extLst>
              <a:ext uri="{FF2B5EF4-FFF2-40B4-BE49-F238E27FC236}">
                <a16:creationId xmlns:a16="http://schemas.microsoft.com/office/drawing/2014/main" id="{B382B3CA-EBF0-4324-BDE2-B14D144F1B71}"/>
              </a:ext>
            </a:extLst>
          </p:cNvPr>
          <p:cNvSpPr>
            <a:spLocks noGrp="1"/>
          </p:cNvSpPr>
          <p:nvPr>
            <p:ph idx="1" hasCustomPrompt="1"/>
          </p:nvPr>
        </p:nvSpPr>
        <p:spPr bwMode="gray">
          <a:xfrm>
            <a:off x="371475" y="1412875"/>
            <a:ext cx="5507850" cy="482441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a:extLst>
              <a:ext uri="{FF2B5EF4-FFF2-40B4-BE49-F238E27FC236}">
                <a16:creationId xmlns:a16="http://schemas.microsoft.com/office/drawing/2014/main" id="{29A13345-D8EA-438A-8BA9-E88672B7CBE9}"/>
              </a:ext>
            </a:extLst>
          </p:cNvPr>
          <p:cNvSpPr>
            <a:spLocks noGrp="1"/>
          </p:cNvSpPr>
          <p:nvPr>
            <p:ph idx="13" hasCustomPrompt="1"/>
          </p:nvPr>
        </p:nvSpPr>
        <p:spPr bwMode="gray">
          <a:xfrm>
            <a:off x="6311325" y="1412875"/>
            <a:ext cx="5507850" cy="482441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er Placeholder 4">
            <a:extLst>
              <a:ext uri="{FF2B5EF4-FFF2-40B4-BE49-F238E27FC236}">
                <a16:creationId xmlns:a16="http://schemas.microsoft.com/office/drawing/2014/main" id="{AFAE869D-BCA2-8F0B-47CA-6CBB5796213E}"/>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accent6"/>
                </a:solidFill>
              </a:defRPr>
            </a:lvl1pPr>
          </a:lstStyle>
          <a:p>
            <a:r>
              <a:rPr lang="en-US" dirty="0"/>
              <a:t>© </a:t>
            </a:r>
            <a:fld id="{3C147E76-634B-4A63-A925-C8C8AD90899A}" type="datetimeyyyy">
              <a:rPr lang="en-US" smtClean="0"/>
              <a:pPr/>
              <a:t>2024</a:t>
            </a:fld>
            <a:r>
              <a:rPr lang="en-US" dirty="0"/>
              <a:t> NTT DATA Business Solutions</a:t>
            </a:r>
            <a:endParaRPr lang="pt-BR" dirty="0"/>
          </a:p>
        </p:txBody>
      </p:sp>
      <p:sp>
        <p:nvSpPr>
          <p:cNvPr id="11" name="Slide Number Placeholder 5">
            <a:extLst>
              <a:ext uri="{FF2B5EF4-FFF2-40B4-BE49-F238E27FC236}">
                <a16:creationId xmlns:a16="http://schemas.microsoft.com/office/drawing/2014/main" id="{C28F0063-4C19-496F-6F87-6795DABB8C1B}"/>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accent6"/>
                </a:solidFill>
              </a:defRPr>
            </a:lvl1pPr>
          </a:lstStyle>
          <a:p>
            <a:fld id="{13CE6DAF-806F-404B-BC68-339BFCB57E5C}" type="slidenum">
              <a:rPr lang="en-US" smtClean="0"/>
              <a:pPr/>
              <a:t>‹#›</a:t>
            </a:fld>
            <a:endParaRPr lang="en-US" dirty="0"/>
          </a:p>
        </p:txBody>
      </p:sp>
    </p:spTree>
    <p:extLst>
      <p:ext uri="{BB962C8B-B14F-4D97-AF65-F5344CB8AC3E}">
        <p14:creationId xmlns:p14="http://schemas.microsoft.com/office/powerpoint/2010/main" val="248372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_Title and Three Conte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E855BA-9D9E-490E-B438-6BCC818F8EFF}"/>
              </a:ext>
            </a:extLst>
          </p:cNvPr>
          <p:cNvSpPr>
            <a:spLocks noGrp="1"/>
          </p:cNvSpPr>
          <p:nvPr>
            <p:ph type="title" hasCustomPrompt="1"/>
          </p:nvPr>
        </p:nvSpPr>
        <p:spPr bwMode="gray">
          <a:xfrm>
            <a:off x="371475" y="333375"/>
            <a:ext cx="11449050" cy="792000"/>
          </a:xfrm>
        </p:spPr>
        <p:txBody>
          <a:bodyPr vert="horz"/>
          <a:lstStyle/>
          <a:p>
            <a:r>
              <a:rPr lang="en-US" dirty="0"/>
              <a:t>Click to edit Master title style</a:t>
            </a:r>
          </a:p>
        </p:txBody>
      </p:sp>
      <p:sp>
        <p:nvSpPr>
          <p:cNvPr id="3" name="Content Placeholder 2">
            <a:extLst>
              <a:ext uri="{FF2B5EF4-FFF2-40B4-BE49-F238E27FC236}">
                <a16:creationId xmlns:a16="http://schemas.microsoft.com/office/drawing/2014/main" id="{B382B3CA-EBF0-4324-BDE2-B14D144F1B71}"/>
              </a:ext>
            </a:extLst>
          </p:cNvPr>
          <p:cNvSpPr>
            <a:spLocks noGrp="1"/>
          </p:cNvSpPr>
          <p:nvPr>
            <p:ph idx="1" hasCustomPrompt="1"/>
          </p:nvPr>
        </p:nvSpPr>
        <p:spPr bwMode="gray">
          <a:xfrm>
            <a:off x="371475" y="1412875"/>
            <a:ext cx="3657600" cy="4824413"/>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er Placeholder 4">
            <a:extLst>
              <a:ext uri="{FF2B5EF4-FFF2-40B4-BE49-F238E27FC236}">
                <a16:creationId xmlns:a16="http://schemas.microsoft.com/office/drawing/2014/main" id="{AFAE869D-BCA2-8F0B-47CA-6CBB5796213E}"/>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accent6"/>
                </a:solidFill>
              </a:defRPr>
            </a:lvl1pPr>
          </a:lstStyle>
          <a:p>
            <a:r>
              <a:rPr lang="en-US" dirty="0"/>
              <a:t>© 2024 NTT DATA Business Solutions</a:t>
            </a:r>
          </a:p>
        </p:txBody>
      </p:sp>
      <p:sp>
        <p:nvSpPr>
          <p:cNvPr id="11" name="Slide Number Placeholder 5">
            <a:extLst>
              <a:ext uri="{FF2B5EF4-FFF2-40B4-BE49-F238E27FC236}">
                <a16:creationId xmlns:a16="http://schemas.microsoft.com/office/drawing/2014/main" id="{C28F0063-4C19-496F-6F87-6795DABB8C1B}"/>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accent6"/>
                </a:solidFill>
              </a:defRPr>
            </a:lvl1pPr>
          </a:lstStyle>
          <a:p>
            <a:fld id="{13CE6DAF-806F-404B-BC68-339BFCB57E5C}" type="slidenum">
              <a:rPr lang="en-US" smtClean="0"/>
              <a:pPr/>
              <a:t>‹#›</a:t>
            </a:fld>
            <a:endParaRPr lang="en-US" dirty="0"/>
          </a:p>
        </p:txBody>
      </p:sp>
      <p:sp>
        <p:nvSpPr>
          <p:cNvPr id="16" name="Content Placeholder 2">
            <a:extLst>
              <a:ext uri="{FF2B5EF4-FFF2-40B4-BE49-F238E27FC236}">
                <a16:creationId xmlns:a16="http://schemas.microsoft.com/office/drawing/2014/main" id="{326BC249-E151-BB39-D3D5-813D011EC4DE}"/>
              </a:ext>
            </a:extLst>
          </p:cNvPr>
          <p:cNvSpPr>
            <a:spLocks noGrp="1"/>
          </p:cNvSpPr>
          <p:nvPr>
            <p:ph idx="24" hasCustomPrompt="1"/>
          </p:nvPr>
        </p:nvSpPr>
        <p:spPr bwMode="gray">
          <a:xfrm>
            <a:off x="4267200" y="1412875"/>
            <a:ext cx="3657600" cy="4824413"/>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a:extLst>
              <a:ext uri="{FF2B5EF4-FFF2-40B4-BE49-F238E27FC236}">
                <a16:creationId xmlns:a16="http://schemas.microsoft.com/office/drawing/2014/main" id="{CAB7751F-4652-AD3B-A81E-E9DD7E8ECF31}"/>
              </a:ext>
            </a:extLst>
          </p:cNvPr>
          <p:cNvSpPr>
            <a:spLocks noGrp="1"/>
          </p:cNvSpPr>
          <p:nvPr>
            <p:ph idx="25" hasCustomPrompt="1"/>
          </p:nvPr>
        </p:nvSpPr>
        <p:spPr bwMode="gray">
          <a:xfrm>
            <a:off x="8162925" y="1412875"/>
            <a:ext cx="3657600" cy="4824413"/>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7820380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_Title Subtitle Bod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E855BA-9D9E-490E-B438-6BCC818F8EFF}"/>
              </a:ext>
            </a:extLst>
          </p:cNvPr>
          <p:cNvSpPr>
            <a:spLocks noGrp="1"/>
          </p:cNvSpPr>
          <p:nvPr>
            <p:ph type="title" hasCustomPrompt="1"/>
          </p:nvPr>
        </p:nvSpPr>
        <p:spPr bwMode="gray">
          <a:xfrm>
            <a:off x="371475" y="333375"/>
            <a:ext cx="11449050" cy="332399"/>
          </a:xfrm>
        </p:spPr>
        <p:txBody>
          <a:bodyPr vert="horz">
            <a:spAutoFit/>
          </a:bodyPr>
          <a:lstStyle/>
          <a:p>
            <a:r>
              <a:rPr lang="en-US" dirty="0"/>
              <a:t>Click to edit Master title style</a:t>
            </a:r>
          </a:p>
        </p:txBody>
      </p:sp>
      <p:sp>
        <p:nvSpPr>
          <p:cNvPr id="3" name="Content Placeholder 2">
            <a:extLst>
              <a:ext uri="{FF2B5EF4-FFF2-40B4-BE49-F238E27FC236}">
                <a16:creationId xmlns:a16="http://schemas.microsoft.com/office/drawing/2014/main" id="{B382B3CA-EBF0-4324-BDE2-B14D144F1B71}"/>
              </a:ext>
            </a:extLst>
          </p:cNvPr>
          <p:cNvSpPr>
            <a:spLocks noGrp="1"/>
          </p:cNvSpPr>
          <p:nvPr>
            <p:ph idx="1" hasCustomPrompt="1"/>
          </p:nvPr>
        </p:nvSpPr>
        <p:spPr bwMode="gray">
          <a:xfrm>
            <a:off x="371474" y="1412875"/>
            <a:ext cx="11449049" cy="482441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er Placeholder 4">
            <a:extLst>
              <a:ext uri="{FF2B5EF4-FFF2-40B4-BE49-F238E27FC236}">
                <a16:creationId xmlns:a16="http://schemas.microsoft.com/office/drawing/2014/main" id="{AFAE869D-BCA2-8F0B-47CA-6CBB5796213E}"/>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accent6"/>
                </a:solidFill>
              </a:defRPr>
            </a:lvl1pPr>
          </a:lstStyle>
          <a:p>
            <a:r>
              <a:rPr lang="en-US" dirty="0"/>
              <a:t>© </a:t>
            </a:r>
            <a:fld id="{A5416B4F-CB60-47BF-B943-FF9B5487882C}" type="datetimeyyyy">
              <a:rPr lang="en-US" smtClean="0"/>
              <a:pPr/>
              <a:t>2024</a:t>
            </a:fld>
            <a:r>
              <a:rPr lang="en-US" dirty="0"/>
              <a:t> NTT DATA Business Solutions</a:t>
            </a:r>
          </a:p>
        </p:txBody>
      </p:sp>
      <p:sp>
        <p:nvSpPr>
          <p:cNvPr id="11" name="Slide Number Placeholder 5">
            <a:extLst>
              <a:ext uri="{FF2B5EF4-FFF2-40B4-BE49-F238E27FC236}">
                <a16:creationId xmlns:a16="http://schemas.microsoft.com/office/drawing/2014/main" id="{C28F0063-4C19-496F-6F87-6795DABB8C1B}"/>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accent6"/>
                </a:solidFill>
              </a:defRPr>
            </a:lvl1pPr>
          </a:lstStyle>
          <a:p>
            <a:fld id="{13CE6DAF-806F-404B-BC68-339BFCB57E5C}" type="slidenum">
              <a:rPr lang="en-US" smtClean="0"/>
              <a:pPr/>
              <a:t>‹#›</a:t>
            </a:fld>
            <a:endParaRPr lang="en-US" dirty="0"/>
          </a:p>
        </p:txBody>
      </p:sp>
      <p:sp>
        <p:nvSpPr>
          <p:cNvPr id="4" name="Text Placeholder 6">
            <a:extLst>
              <a:ext uri="{FF2B5EF4-FFF2-40B4-BE49-F238E27FC236}">
                <a16:creationId xmlns:a16="http://schemas.microsoft.com/office/drawing/2014/main" id="{9E5DDFBC-BBD8-FCF3-FDD5-BDAF7615B10F}"/>
              </a:ext>
            </a:extLst>
          </p:cNvPr>
          <p:cNvSpPr>
            <a:spLocks noGrp="1"/>
          </p:cNvSpPr>
          <p:nvPr>
            <p:ph type="body" sz="quarter" idx="14" hasCustomPrompt="1"/>
          </p:nvPr>
        </p:nvSpPr>
        <p:spPr bwMode="gray">
          <a:xfrm>
            <a:off x="371475" y="728663"/>
            <a:ext cx="11449050" cy="288000"/>
          </a:xfrm>
        </p:spPr>
        <p:txBody>
          <a:bodyPr/>
          <a:lstStyle>
            <a:lvl1pPr>
              <a:lnSpc>
                <a:spcPct val="100000"/>
              </a:lnSpc>
              <a:spcBef>
                <a:spcPts val="0"/>
              </a:spcBef>
              <a:defRPr sz="1800">
                <a:solidFill>
                  <a:schemeClr val="accent1"/>
                </a:solidFill>
              </a:defRPr>
            </a:lvl1pPr>
            <a:lvl2pPr>
              <a:defRPr sz="2000"/>
            </a:lvl2pPr>
            <a:lvl3pPr>
              <a:defRPr sz="2000"/>
            </a:lvl3pPr>
            <a:lvl4pPr>
              <a:defRPr sz="2000"/>
            </a:lvl4pPr>
            <a:lvl5pPr>
              <a:defRPr sz="2000"/>
            </a:lvl5pPr>
          </a:lstStyle>
          <a:p>
            <a:pPr lvl="0"/>
            <a:r>
              <a:rPr lang="en-US" dirty="0"/>
              <a:t>Click to edit Master text styles</a:t>
            </a:r>
          </a:p>
        </p:txBody>
      </p:sp>
    </p:spTree>
    <p:extLst>
      <p:ext uri="{BB962C8B-B14F-4D97-AF65-F5344CB8AC3E}">
        <p14:creationId xmlns:p14="http://schemas.microsoft.com/office/powerpoint/2010/main" val="40870824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_Blank_Light">
    <p:bg bwMode="gray">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016208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_Blank_Light with footer">
    <p:bg>
      <p:bgPr>
        <a:solidFill>
          <a:schemeClr val="tx1"/>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BB093E97-7B76-EAE6-8B05-F60EEDCE94B8}"/>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accent6"/>
                </a:solidFill>
              </a:defRPr>
            </a:lvl1pPr>
          </a:lstStyle>
          <a:p>
            <a:r>
              <a:rPr lang="en-US" dirty="0"/>
              <a:t>© </a:t>
            </a:r>
            <a:fld id="{B88C2D77-769E-40EF-8BC4-8E997C1D12AC}" type="datetimeyyyy">
              <a:rPr lang="en-US" smtClean="0"/>
              <a:pPr/>
              <a:t>2024</a:t>
            </a:fld>
            <a:r>
              <a:rPr lang="en-US" dirty="0"/>
              <a:t> NTT DATA Business Solutions</a:t>
            </a:r>
          </a:p>
        </p:txBody>
      </p:sp>
      <p:sp>
        <p:nvSpPr>
          <p:cNvPr id="4" name="Slide Number Placeholder 5">
            <a:extLst>
              <a:ext uri="{FF2B5EF4-FFF2-40B4-BE49-F238E27FC236}">
                <a16:creationId xmlns:a16="http://schemas.microsoft.com/office/drawing/2014/main" id="{DC15EF50-5A96-90F8-F18A-9D8143A4FF0D}"/>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accent6"/>
                </a:solidFill>
              </a:defRPr>
            </a:lvl1pPr>
          </a:lstStyle>
          <a:p>
            <a:fld id="{13CE6DAF-806F-404B-BC68-339BFCB57E5C}" type="slidenum">
              <a:rPr lang="en-US" smtClean="0"/>
              <a:pPr/>
              <a:t>‹#›</a:t>
            </a:fld>
            <a:endParaRPr lang="en-US" dirty="0"/>
          </a:p>
        </p:txBody>
      </p:sp>
    </p:spTree>
    <p:extLst>
      <p:ext uri="{BB962C8B-B14F-4D97-AF65-F5344CB8AC3E}">
        <p14:creationId xmlns:p14="http://schemas.microsoft.com/office/powerpoint/2010/main" val="5457465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C_Picture Full Light">
    <p:bg>
      <p:bgPr>
        <a:solidFill>
          <a:schemeClr val="tx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40077599-73C2-4B77-944D-C34B64F408E3}"/>
              </a:ext>
            </a:extLst>
          </p:cNvPr>
          <p:cNvSpPr>
            <a:spLocks noGrp="1"/>
          </p:cNvSpPr>
          <p:nvPr>
            <p:ph type="pic" sz="quarter" idx="13" hasCustomPrompt="1"/>
          </p:nvPr>
        </p:nvSpPr>
        <p:spPr bwMode="gray">
          <a:xfrm>
            <a:off x="0" y="0"/>
            <a:ext cx="12192000" cy="6858000"/>
          </a:xfrm>
          <a:solidFill>
            <a:schemeClr val="tx1"/>
          </a:solidFill>
        </p:spPr>
        <p:txBody>
          <a:bodyPr anchor="ctr" anchorCtr="0"/>
          <a:lstStyle>
            <a:lvl1pPr algn="ctr">
              <a:defRPr sz="2000">
                <a:solidFill>
                  <a:srgbClr val="0072BC"/>
                </a:solidFill>
              </a:defRPr>
            </a:lvl1pPr>
          </a:lstStyle>
          <a:p>
            <a:r>
              <a:rPr lang="en-US" dirty="0"/>
              <a:t>Click to add picture</a:t>
            </a:r>
          </a:p>
        </p:txBody>
      </p:sp>
      <p:sp>
        <p:nvSpPr>
          <p:cNvPr id="2" name="Title 1">
            <a:extLst>
              <a:ext uri="{FF2B5EF4-FFF2-40B4-BE49-F238E27FC236}">
                <a16:creationId xmlns:a16="http://schemas.microsoft.com/office/drawing/2014/main" id="{08473574-5E40-4F4B-82BD-ECFABA52E2E4}"/>
              </a:ext>
            </a:extLst>
          </p:cNvPr>
          <p:cNvSpPr>
            <a:spLocks noGrp="1"/>
          </p:cNvSpPr>
          <p:nvPr>
            <p:ph type="title" hasCustomPrompt="1"/>
          </p:nvPr>
        </p:nvSpPr>
        <p:spPr bwMode="gray"/>
        <p:txBody>
          <a:bodyPr vert="horz"/>
          <a:lstStyle/>
          <a:p>
            <a:r>
              <a:rPr lang="en-US" dirty="0"/>
              <a:t>Click to edit Master title style</a:t>
            </a:r>
          </a:p>
        </p:txBody>
      </p:sp>
      <p:sp>
        <p:nvSpPr>
          <p:cNvPr id="11" name="Text Placeholder 10">
            <a:extLst>
              <a:ext uri="{FF2B5EF4-FFF2-40B4-BE49-F238E27FC236}">
                <a16:creationId xmlns:a16="http://schemas.microsoft.com/office/drawing/2014/main" id="{8CCAE21C-42ED-4CFD-A1E1-FE234323EC4E}"/>
              </a:ext>
            </a:extLst>
          </p:cNvPr>
          <p:cNvSpPr>
            <a:spLocks noGrp="1"/>
          </p:cNvSpPr>
          <p:nvPr>
            <p:ph type="body" sz="quarter" idx="14" hasCustomPrompt="1"/>
          </p:nvPr>
        </p:nvSpPr>
        <p:spPr bwMode="gray">
          <a:xfrm>
            <a:off x="0" y="5194300"/>
            <a:ext cx="12192000" cy="1663700"/>
          </a:xfrm>
          <a:gradFill>
            <a:gsLst>
              <a:gs pos="0">
                <a:schemeClr val="bg1"/>
              </a:gs>
              <a:gs pos="80000">
                <a:schemeClr val="bg1">
                  <a:alpha val="0"/>
                </a:schemeClr>
              </a:gs>
            </a:gsLst>
            <a:lin ang="16200000" scaled="1"/>
          </a:gradFill>
        </p:spPr>
        <p:txBody>
          <a:bodyPr vert="horz" wrap="square" lIns="0" tIns="0" rIns="0" bIns="0" rtlCol="0">
            <a:noAutofit/>
          </a:bodyPr>
          <a:lstStyle>
            <a:lvl1pPr>
              <a:defRPr lang="en-US" sz="100" dirty="0">
                <a:solidFill>
                  <a:schemeClr val="bg1"/>
                </a:solidFill>
              </a:defRPr>
            </a:lvl1pPr>
          </a:lstStyle>
          <a:p>
            <a:pPr lvl="0"/>
            <a:r>
              <a:rPr lang="en-US" dirty="0"/>
              <a:t>.</a:t>
            </a:r>
          </a:p>
        </p:txBody>
      </p:sp>
      <p:sp>
        <p:nvSpPr>
          <p:cNvPr id="13" name="Footer Placeholder 4">
            <a:extLst>
              <a:ext uri="{FF2B5EF4-FFF2-40B4-BE49-F238E27FC236}">
                <a16:creationId xmlns:a16="http://schemas.microsoft.com/office/drawing/2014/main" id="{55F7F56A-370B-17D8-1574-704076541262}"/>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tx1"/>
                </a:solidFill>
              </a:defRPr>
            </a:lvl1pPr>
          </a:lstStyle>
          <a:p>
            <a:r>
              <a:rPr lang="en-US" dirty="0"/>
              <a:t>© 2024 NTT DATA Business Solutions</a:t>
            </a:r>
          </a:p>
        </p:txBody>
      </p:sp>
      <p:sp>
        <p:nvSpPr>
          <p:cNvPr id="14" name="Slide Number Placeholder 5">
            <a:extLst>
              <a:ext uri="{FF2B5EF4-FFF2-40B4-BE49-F238E27FC236}">
                <a16:creationId xmlns:a16="http://schemas.microsoft.com/office/drawing/2014/main" id="{7E04D86C-67F3-2898-A9B9-7C78B586F281}"/>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tx1"/>
                </a:solidFill>
              </a:defRPr>
            </a:lvl1pPr>
          </a:lstStyle>
          <a:p>
            <a:fld id="{13CE6DAF-806F-404B-BC68-339BFCB57E5C}" type="slidenum">
              <a:rPr lang="en-US" smtClean="0"/>
              <a:pPr/>
              <a:t>‹#›</a:t>
            </a:fld>
            <a:endParaRPr lang="en-US" dirty="0"/>
          </a:p>
        </p:txBody>
      </p:sp>
      <p:sp>
        <p:nvSpPr>
          <p:cNvPr id="3" name="NTT DATA Global Logo" descr="NTT DATA Global Logo">
            <a:extLst>
              <a:ext uri="{FF2B5EF4-FFF2-40B4-BE49-F238E27FC236}">
                <a16:creationId xmlns:a16="http://schemas.microsoft.com/office/drawing/2014/main" id="{AAC9A100-4458-748B-AE62-3E3DB5DF4514}"/>
              </a:ext>
            </a:extLst>
          </p:cNvPr>
          <p:cNvSpPr txBox="1">
            <a:spLocks noChangeAspect="1"/>
          </p:cNvSpPr>
          <p:nvPr userDrawn="1"/>
        </p:nvSpPr>
        <p:spPr bwMode="gray">
          <a:xfrm>
            <a:off x="10531725" y="6449437"/>
            <a:ext cx="1288800" cy="263108"/>
          </a:xfrm>
          <a:prstGeom prst="rect">
            <a:avLst/>
          </a:prstGeom>
          <a:blipFill dpi="0" rotWithShape="1">
            <a:blip r:embed="rId2"/>
            <a:srcRect/>
            <a:stretch>
              <a:fillRect/>
            </a:stretch>
          </a:blipFill>
        </p:spPr>
        <p:txBody>
          <a:bodyPr wrap="none" lIns="0" tIns="0" rIns="0" bIns="0"/>
          <a:lstStyle>
            <a:lvl1pPr marL="0" indent="0" algn="l" defTabSz="914400" rtl="0" eaLnBrk="1" latinLnBrk="0" hangingPunct="1">
              <a:lnSpc>
                <a:spcPct val="100000"/>
              </a:lnSpc>
              <a:spcBef>
                <a:spcPts val="0"/>
              </a:spcBef>
              <a:spcAft>
                <a:spcPts val="600"/>
              </a:spcAft>
              <a:buFontTx/>
              <a:buNone/>
              <a:defRPr lang="en-US" sz="200" kern="1200">
                <a:solidFill>
                  <a:schemeClr val="accent2"/>
                </a:solidFill>
                <a:latin typeface="+mn-lt"/>
                <a:ea typeface="+mn-ea"/>
                <a:cs typeface="+mn-cs"/>
              </a:defRPr>
            </a:lvl1pPr>
            <a:lvl2pPr marL="285750" indent="-285750" algn="l" defTabSz="914400" rtl="0" eaLnBrk="1" latinLnBrk="0" hangingPunct="1">
              <a:lnSpc>
                <a:spcPct val="100000"/>
              </a:lnSpc>
              <a:spcBef>
                <a:spcPts val="500"/>
              </a:spcBef>
              <a:buClr>
                <a:schemeClr val="bg1"/>
              </a:buClr>
              <a:buFont typeface="Arial" panose="020B0604020202020204" pitchFamily="34" charset="0"/>
              <a:buChar char="•"/>
              <a:defRPr lang="en-US" sz="1800" kern="1200">
                <a:noFill/>
                <a:latin typeface="+mn-lt"/>
                <a:ea typeface="+mn-ea"/>
                <a:cs typeface="+mn-cs"/>
              </a:defRPr>
            </a:lvl2pPr>
            <a:lvl3pPr marL="536575" indent="-268288" algn="l" defTabSz="914400" rtl="0" eaLnBrk="1" latinLnBrk="0" hangingPunct="1">
              <a:lnSpc>
                <a:spcPct val="100000"/>
              </a:lnSpc>
              <a:spcBef>
                <a:spcPts val="500"/>
              </a:spcBef>
              <a:buClr>
                <a:schemeClr val="bg1"/>
              </a:buClr>
              <a:buFont typeface="Arial" panose="020B0604020202020204" pitchFamily="34" charset="0"/>
              <a:buChar char="»"/>
              <a:defRPr lang="en-US" sz="1600" kern="1200">
                <a:noFill/>
                <a:latin typeface="+mn-lt"/>
                <a:ea typeface="+mn-ea"/>
                <a:cs typeface="+mn-cs"/>
              </a:defRPr>
            </a:lvl3pPr>
            <a:lvl4pPr marL="804863" indent="-268288" algn="l" defTabSz="914400" rtl="0" eaLnBrk="1" latinLnBrk="0" hangingPunct="1">
              <a:lnSpc>
                <a:spcPct val="100000"/>
              </a:lnSpc>
              <a:spcBef>
                <a:spcPts val="500"/>
              </a:spcBef>
              <a:buClr>
                <a:schemeClr val="bg1"/>
              </a:buClr>
              <a:buFont typeface="Arial" panose="020B0604020202020204" pitchFamily="34" charset="0"/>
              <a:buChar char="•"/>
              <a:defRPr lang="en-US" sz="1600" kern="1200">
                <a:noFill/>
                <a:latin typeface="+mn-lt"/>
                <a:ea typeface="+mn-ea"/>
                <a:cs typeface="+mn-cs"/>
              </a:defRPr>
            </a:lvl4pPr>
            <a:lvl5pPr marL="1077913" indent="-273050" algn="l" defTabSz="914400" rtl="0" eaLnBrk="1" latinLnBrk="0" hangingPunct="1">
              <a:lnSpc>
                <a:spcPct val="100000"/>
              </a:lnSpc>
              <a:spcBef>
                <a:spcPts val="500"/>
              </a:spcBef>
              <a:buClr>
                <a:schemeClr val="bg1"/>
              </a:buClr>
              <a:buFont typeface="Arial" panose="020B0604020202020204" pitchFamily="34" charset="0"/>
              <a:buChar char="»"/>
              <a:defRPr lang="en-US" sz="1600" kern="1200">
                <a:noFill/>
                <a:latin typeface="+mn-lt"/>
                <a:ea typeface="+mn-ea"/>
                <a:cs typeface="+mn-cs"/>
              </a:defRPr>
            </a:lvl5pPr>
            <a:lvl6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6pPr>
            <a:lvl7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7pPr>
            <a:lvl8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8pPr>
            <a:lvl9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9pPr>
          </a:lstStyle>
          <a:p>
            <a:r>
              <a:rPr lang="en-DE"/>
              <a:t> </a:t>
            </a:r>
            <a:endParaRPr lang="en-DE" dirty="0"/>
          </a:p>
        </p:txBody>
      </p:sp>
    </p:spTree>
    <p:extLst>
      <p:ext uri="{BB962C8B-B14F-4D97-AF65-F5344CB8AC3E}">
        <p14:creationId xmlns:p14="http://schemas.microsoft.com/office/powerpoint/2010/main" val="232296099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C_Picture Right Light">
    <p:spTree>
      <p:nvGrpSpPr>
        <p:cNvPr id="1" name=""/>
        <p:cNvGrpSpPr/>
        <p:nvPr/>
      </p:nvGrpSpPr>
      <p:grpSpPr>
        <a:xfrm>
          <a:off x="0" y="0"/>
          <a:ext cx="0" cy="0"/>
          <a:chOff x="0" y="0"/>
          <a:chExt cx="0" cy="0"/>
        </a:xfrm>
      </p:grpSpPr>
      <p:sp>
        <p:nvSpPr>
          <p:cNvPr id="13" name="Picture Placeholder 4">
            <a:extLst>
              <a:ext uri="{FF2B5EF4-FFF2-40B4-BE49-F238E27FC236}">
                <a16:creationId xmlns:a16="http://schemas.microsoft.com/office/drawing/2014/main" id="{318A9578-38C1-F618-D2D6-E94DBB278B98}"/>
              </a:ext>
            </a:extLst>
          </p:cNvPr>
          <p:cNvSpPr>
            <a:spLocks noGrp="1"/>
          </p:cNvSpPr>
          <p:nvPr>
            <p:ph type="pic" sz="quarter" idx="28" hasCustomPrompt="1"/>
          </p:nvPr>
        </p:nvSpPr>
        <p:spPr bwMode="gray">
          <a:xfrm>
            <a:off x="8153400" y="0"/>
            <a:ext cx="4038600" cy="6858000"/>
          </a:xfrm>
          <a:prstGeom prst="rect">
            <a:avLst/>
          </a:prstGeom>
          <a:solidFill>
            <a:schemeClr val="accent6"/>
          </a:solidFill>
          <a:ln>
            <a:noFill/>
          </a:ln>
        </p:spPr>
        <p:txBody>
          <a:bodyPr tIns="2743200"/>
          <a:lstStyle>
            <a:lvl1pPr marL="0" indent="0" algn="ctr">
              <a:buNone/>
              <a:defRPr sz="2000">
                <a:solidFill>
                  <a:schemeClr val="tx1"/>
                </a:solidFill>
              </a:defRPr>
            </a:lvl1pPr>
          </a:lstStyle>
          <a:p>
            <a:r>
              <a:rPr lang="en-US" dirty="0"/>
              <a:t>Click to add picture</a:t>
            </a:r>
          </a:p>
        </p:txBody>
      </p:sp>
      <p:sp>
        <p:nvSpPr>
          <p:cNvPr id="14" name="Text Placeholder 5">
            <a:extLst>
              <a:ext uri="{FF2B5EF4-FFF2-40B4-BE49-F238E27FC236}">
                <a16:creationId xmlns:a16="http://schemas.microsoft.com/office/drawing/2014/main" id="{B6E0CB35-CBF9-AFA5-830C-F4D86F088977}"/>
              </a:ext>
            </a:extLst>
          </p:cNvPr>
          <p:cNvSpPr>
            <a:spLocks noGrp="1"/>
          </p:cNvSpPr>
          <p:nvPr>
            <p:ph type="body" sz="quarter" idx="29" hasCustomPrompt="1"/>
          </p:nvPr>
        </p:nvSpPr>
        <p:spPr bwMode="gray">
          <a:xfrm>
            <a:off x="8153400" y="5202000"/>
            <a:ext cx="4038600" cy="1656000"/>
          </a:xfrm>
          <a:gradFill>
            <a:gsLst>
              <a:gs pos="0">
                <a:schemeClr val="bg1"/>
              </a:gs>
              <a:gs pos="80000">
                <a:schemeClr val="bg1">
                  <a:alpha val="0"/>
                </a:schemeClr>
              </a:gs>
            </a:gsLst>
            <a:lin ang="16200000" scaled="1"/>
          </a:gradFill>
          <a:ln>
            <a:noFill/>
          </a:ln>
        </p:spPr>
        <p:txBody>
          <a:bodyPr vert="horz" wrap="square" lIns="0" tIns="0" rIns="0" bIns="0" rtlCol="0">
            <a:noAutofit/>
          </a:bodyPr>
          <a:lstStyle>
            <a:lvl1pPr>
              <a:defRPr lang="en-US" sz="100" dirty="0">
                <a:solidFill>
                  <a:schemeClr val="bg1"/>
                </a:solidFill>
              </a:defRPr>
            </a:lvl1pPr>
          </a:lstStyle>
          <a:p>
            <a:pPr lvl="0"/>
            <a:r>
              <a:rPr lang="en-US" dirty="0"/>
              <a:t> </a:t>
            </a:r>
          </a:p>
        </p:txBody>
      </p:sp>
      <p:sp>
        <p:nvSpPr>
          <p:cNvPr id="6" name="Title 5">
            <a:extLst>
              <a:ext uri="{FF2B5EF4-FFF2-40B4-BE49-F238E27FC236}">
                <a16:creationId xmlns:a16="http://schemas.microsoft.com/office/drawing/2014/main" id="{07792201-616E-4C9D-B2C5-4900CE58E947}"/>
              </a:ext>
            </a:extLst>
          </p:cNvPr>
          <p:cNvSpPr>
            <a:spLocks noGrp="1"/>
          </p:cNvSpPr>
          <p:nvPr>
            <p:ph type="title" hasCustomPrompt="1"/>
          </p:nvPr>
        </p:nvSpPr>
        <p:spPr bwMode="gray">
          <a:xfrm>
            <a:off x="371475" y="333375"/>
            <a:ext cx="11449050" cy="792000"/>
          </a:xfrm>
        </p:spPr>
        <p:txBody>
          <a:bodyPr vert="horz"/>
          <a:lstStyle/>
          <a:p>
            <a:r>
              <a:rPr lang="en-US" dirty="0"/>
              <a:t>Click to edit Master title style</a:t>
            </a:r>
          </a:p>
        </p:txBody>
      </p:sp>
      <p:sp>
        <p:nvSpPr>
          <p:cNvPr id="4" name="Footer Placeholder 4">
            <a:extLst>
              <a:ext uri="{FF2B5EF4-FFF2-40B4-BE49-F238E27FC236}">
                <a16:creationId xmlns:a16="http://schemas.microsoft.com/office/drawing/2014/main" id="{CE3B8E11-1E99-8E14-7DC2-2A5585E8FA2F}"/>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accent6"/>
                </a:solidFill>
              </a:defRPr>
            </a:lvl1pPr>
          </a:lstStyle>
          <a:p>
            <a:r>
              <a:rPr lang="en-US" dirty="0"/>
              <a:t>© </a:t>
            </a:r>
            <a:fld id="{B10374A0-9588-49F2-89A8-5033A4C269FC}" type="datetimeyyyy">
              <a:rPr lang="en-US" smtClean="0"/>
              <a:pPr/>
              <a:t>2024</a:t>
            </a:fld>
            <a:r>
              <a:rPr lang="en-US" dirty="0"/>
              <a:t> NTT DATA Business Solutions</a:t>
            </a:r>
          </a:p>
        </p:txBody>
      </p:sp>
      <p:sp>
        <p:nvSpPr>
          <p:cNvPr id="5" name="Slide Number Placeholder 5">
            <a:extLst>
              <a:ext uri="{FF2B5EF4-FFF2-40B4-BE49-F238E27FC236}">
                <a16:creationId xmlns:a16="http://schemas.microsoft.com/office/drawing/2014/main" id="{C894E80A-235B-AC62-CD2D-E4D54353CE6C}"/>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accent6"/>
                </a:solidFill>
              </a:defRPr>
            </a:lvl1pPr>
          </a:lstStyle>
          <a:p>
            <a:fld id="{13CE6DAF-806F-404B-BC68-339BFCB57E5C}" type="slidenum">
              <a:rPr lang="en-US" smtClean="0"/>
              <a:pPr/>
              <a:t>‹#›</a:t>
            </a:fld>
            <a:endParaRPr lang="en-US" dirty="0"/>
          </a:p>
        </p:txBody>
      </p:sp>
      <p:sp>
        <p:nvSpPr>
          <p:cNvPr id="7" name="Textplatzhalter 6">
            <a:extLst>
              <a:ext uri="{FF2B5EF4-FFF2-40B4-BE49-F238E27FC236}">
                <a16:creationId xmlns:a16="http://schemas.microsoft.com/office/drawing/2014/main" id="{123A48BA-9053-57A9-84AD-74E47A8839EE}"/>
              </a:ext>
            </a:extLst>
          </p:cNvPr>
          <p:cNvSpPr>
            <a:spLocks noGrp="1"/>
          </p:cNvSpPr>
          <p:nvPr>
            <p:ph type="body" sz="quarter" idx="30" hasCustomPrompt="1"/>
          </p:nvPr>
        </p:nvSpPr>
        <p:spPr bwMode="gray">
          <a:xfrm>
            <a:off x="10531725" y="6449745"/>
            <a:ext cx="1288800" cy="262800"/>
          </a:xfrm>
          <a:blipFill>
            <a:blip r:embed="rId2"/>
            <a:stretch>
              <a:fillRect/>
            </a:stretch>
          </a:blipFill>
        </p:spPr>
        <p:txBody>
          <a:bodyPr/>
          <a:lstStyle>
            <a:lvl1pPr>
              <a:defRPr/>
            </a:lvl1pPr>
          </a:lstStyle>
          <a:p>
            <a:pPr lvl="0"/>
            <a:r>
              <a:rPr lang="de-DE" dirty="0"/>
              <a:t> </a:t>
            </a:r>
            <a:endParaRPr lang="en-GB" dirty="0"/>
          </a:p>
        </p:txBody>
      </p:sp>
    </p:spTree>
    <p:extLst>
      <p:ext uri="{BB962C8B-B14F-4D97-AF65-F5344CB8AC3E}">
        <p14:creationId xmlns:p14="http://schemas.microsoft.com/office/powerpoint/2010/main" val="961069829"/>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_Picture Left Light">
    <p:spTree>
      <p:nvGrpSpPr>
        <p:cNvPr id="1" name=""/>
        <p:cNvGrpSpPr/>
        <p:nvPr/>
      </p:nvGrpSpPr>
      <p:grpSpPr>
        <a:xfrm>
          <a:off x="0" y="0"/>
          <a:ext cx="0" cy="0"/>
          <a:chOff x="0" y="0"/>
          <a:chExt cx="0" cy="0"/>
        </a:xfrm>
      </p:grpSpPr>
      <p:sp>
        <p:nvSpPr>
          <p:cNvPr id="8" name="Picture Placeholder 4">
            <a:extLst>
              <a:ext uri="{FF2B5EF4-FFF2-40B4-BE49-F238E27FC236}">
                <a16:creationId xmlns:a16="http://schemas.microsoft.com/office/drawing/2014/main" id="{7F7A191D-6071-E779-7F2E-34886D0882B7}"/>
              </a:ext>
            </a:extLst>
          </p:cNvPr>
          <p:cNvSpPr>
            <a:spLocks noGrp="1"/>
          </p:cNvSpPr>
          <p:nvPr>
            <p:ph type="pic" sz="quarter" idx="12" hasCustomPrompt="1"/>
          </p:nvPr>
        </p:nvSpPr>
        <p:spPr bwMode="gray">
          <a:xfrm>
            <a:off x="0" y="0"/>
            <a:ext cx="4038600" cy="6858000"/>
          </a:xfrm>
          <a:prstGeom prst="rect">
            <a:avLst/>
          </a:prstGeom>
          <a:solidFill>
            <a:schemeClr val="accent6"/>
          </a:solidFill>
        </p:spPr>
        <p:txBody>
          <a:bodyPr tIns="2743200"/>
          <a:lstStyle>
            <a:lvl1pPr marL="0" indent="0" algn="ctr">
              <a:buNone/>
              <a:defRPr sz="2000">
                <a:solidFill>
                  <a:schemeClr val="tx1"/>
                </a:solidFill>
              </a:defRPr>
            </a:lvl1pPr>
          </a:lstStyle>
          <a:p>
            <a:r>
              <a:rPr lang="en-US" dirty="0"/>
              <a:t>Click to add picture</a:t>
            </a:r>
          </a:p>
        </p:txBody>
      </p:sp>
      <p:sp>
        <p:nvSpPr>
          <p:cNvPr id="6" name="Title 5">
            <a:extLst>
              <a:ext uri="{FF2B5EF4-FFF2-40B4-BE49-F238E27FC236}">
                <a16:creationId xmlns:a16="http://schemas.microsoft.com/office/drawing/2014/main" id="{07792201-616E-4C9D-B2C5-4900CE58E947}"/>
              </a:ext>
            </a:extLst>
          </p:cNvPr>
          <p:cNvSpPr>
            <a:spLocks noGrp="1"/>
          </p:cNvSpPr>
          <p:nvPr>
            <p:ph type="title" hasCustomPrompt="1"/>
          </p:nvPr>
        </p:nvSpPr>
        <p:spPr bwMode="gray">
          <a:xfrm>
            <a:off x="4495799" y="333375"/>
            <a:ext cx="7324725" cy="792000"/>
          </a:xfrm>
        </p:spPr>
        <p:txBody>
          <a:bodyPr vert="horz"/>
          <a:lstStyle/>
          <a:p>
            <a:r>
              <a:rPr lang="en-US" dirty="0"/>
              <a:t>Click to edit Master title style</a:t>
            </a:r>
          </a:p>
        </p:txBody>
      </p:sp>
      <p:sp>
        <p:nvSpPr>
          <p:cNvPr id="5" name="Slide Number Placeholder 5">
            <a:extLst>
              <a:ext uri="{FF2B5EF4-FFF2-40B4-BE49-F238E27FC236}">
                <a16:creationId xmlns:a16="http://schemas.microsoft.com/office/drawing/2014/main" id="{C894E80A-235B-AC62-CD2D-E4D54353CE6C}"/>
              </a:ext>
            </a:extLst>
          </p:cNvPr>
          <p:cNvSpPr>
            <a:spLocks noGrp="1"/>
          </p:cNvSpPr>
          <p:nvPr>
            <p:ph type="sldNum" sz="quarter" idx="4"/>
          </p:nvPr>
        </p:nvSpPr>
        <p:spPr bwMode="gray">
          <a:xfrm>
            <a:off x="7777162"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accent6"/>
                </a:solidFill>
              </a:defRPr>
            </a:lvl1pPr>
          </a:lstStyle>
          <a:p>
            <a:fld id="{13CE6DAF-806F-404B-BC68-339BFCB57E5C}" type="slidenum">
              <a:rPr lang="en-US" smtClean="0"/>
              <a:pPr/>
              <a:t>‹#›</a:t>
            </a:fld>
            <a:endParaRPr lang="en-US" dirty="0"/>
          </a:p>
        </p:txBody>
      </p:sp>
      <p:sp>
        <p:nvSpPr>
          <p:cNvPr id="11" name="Text Placeholder 5">
            <a:extLst>
              <a:ext uri="{FF2B5EF4-FFF2-40B4-BE49-F238E27FC236}">
                <a16:creationId xmlns:a16="http://schemas.microsoft.com/office/drawing/2014/main" id="{A5DF90C5-2F99-EF32-CBEA-23287BDE2447}"/>
              </a:ext>
            </a:extLst>
          </p:cNvPr>
          <p:cNvSpPr>
            <a:spLocks noGrp="1"/>
          </p:cNvSpPr>
          <p:nvPr>
            <p:ph type="body" sz="quarter" idx="27" hasCustomPrompt="1"/>
          </p:nvPr>
        </p:nvSpPr>
        <p:spPr bwMode="gray">
          <a:xfrm>
            <a:off x="0" y="5202000"/>
            <a:ext cx="4038600" cy="1656000"/>
          </a:xfrm>
          <a:gradFill>
            <a:gsLst>
              <a:gs pos="0">
                <a:schemeClr val="bg1"/>
              </a:gs>
              <a:gs pos="80000">
                <a:schemeClr val="bg1">
                  <a:alpha val="0"/>
                </a:schemeClr>
              </a:gs>
            </a:gsLst>
            <a:lin ang="16200000" scaled="1"/>
          </a:gradFill>
        </p:spPr>
        <p:txBody>
          <a:bodyPr vert="horz" wrap="square" lIns="0" tIns="0" rIns="0" bIns="0" rtlCol="0">
            <a:noAutofit/>
          </a:bodyPr>
          <a:lstStyle>
            <a:lvl1pPr>
              <a:defRPr lang="en-US" sz="100" dirty="0">
                <a:solidFill>
                  <a:schemeClr val="bg1"/>
                </a:solidFill>
              </a:defRPr>
            </a:lvl1pPr>
          </a:lstStyle>
          <a:p>
            <a:pPr lvl="0"/>
            <a:r>
              <a:rPr lang="en-US" dirty="0"/>
              <a:t> </a:t>
            </a:r>
          </a:p>
        </p:txBody>
      </p:sp>
      <p:sp>
        <p:nvSpPr>
          <p:cNvPr id="9" name="Footer Placeholder 4">
            <a:extLst>
              <a:ext uri="{FF2B5EF4-FFF2-40B4-BE49-F238E27FC236}">
                <a16:creationId xmlns:a16="http://schemas.microsoft.com/office/drawing/2014/main" id="{0E1D6E42-CF16-1247-063C-E673C2660B10}"/>
              </a:ext>
            </a:extLst>
          </p:cNvPr>
          <p:cNvSpPr>
            <a:spLocks noGrp="1"/>
          </p:cNvSpPr>
          <p:nvPr>
            <p:ph type="ftr" sz="quarter" idx="3"/>
          </p:nvPr>
        </p:nvSpPr>
        <p:spPr bwMode="gray">
          <a:xfrm>
            <a:off x="4495800" y="6563358"/>
            <a:ext cx="3202940" cy="88901"/>
          </a:xfrm>
          <a:prstGeom prst="rect">
            <a:avLst/>
          </a:prstGeom>
          <a:ln>
            <a:noFill/>
          </a:ln>
        </p:spPr>
        <p:txBody>
          <a:bodyPr vert="horz" lIns="0" tIns="0" rIns="0" bIns="0" rtlCol="0" anchor="ctr">
            <a:noAutofit/>
          </a:bodyPr>
          <a:lstStyle>
            <a:lvl1pPr algn="l">
              <a:lnSpc>
                <a:spcPct val="100000"/>
              </a:lnSpc>
              <a:defRPr sz="800">
                <a:solidFill>
                  <a:schemeClr val="accent6"/>
                </a:solidFill>
              </a:defRPr>
            </a:lvl1pPr>
          </a:lstStyle>
          <a:p>
            <a:r>
              <a:rPr lang="en-US" dirty="0"/>
              <a:t>© </a:t>
            </a:r>
            <a:fld id="{C37A901C-85D6-49E6-8DB8-8BC19CDF54E3}" type="datetimeyyyy">
              <a:rPr lang="en-US" smtClean="0"/>
              <a:pPr/>
              <a:t>2024</a:t>
            </a:fld>
            <a:r>
              <a:rPr lang="en-US" dirty="0"/>
              <a:t> NTT DATA Business Solutions</a:t>
            </a:r>
          </a:p>
        </p:txBody>
      </p:sp>
    </p:spTree>
    <p:extLst>
      <p:ext uri="{BB962C8B-B14F-4D97-AF65-F5344CB8AC3E}">
        <p14:creationId xmlns:p14="http://schemas.microsoft.com/office/powerpoint/2010/main" val="3779628731"/>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_Picture Bottom Light">
    <p:spTree>
      <p:nvGrpSpPr>
        <p:cNvPr id="1" name=""/>
        <p:cNvGrpSpPr/>
        <p:nvPr/>
      </p:nvGrpSpPr>
      <p:grpSpPr>
        <a:xfrm>
          <a:off x="0" y="0"/>
          <a:ext cx="0" cy="0"/>
          <a:chOff x="0" y="0"/>
          <a:chExt cx="0" cy="0"/>
        </a:xfrm>
      </p:grpSpPr>
      <p:sp>
        <p:nvSpPr>
          <p:cNvPr id="6" name="Picture Placeholder 4">
            <a:extLst>
              <a:ext uri="{FF2B5EF4-FFF2-40B4-BE49-F238E27FC236}">
                <a16:creationId xmlns:a16="http://schemas.microsoft.com/office/drawing/2014/main" id="{64ED725C-5701-90B3-92A2-BAE98517DD4F}"/>
              </a:ext>
            </a:extLst>
          </p:cNvPr>
          <p:cNvSpPr>
            <a:spLocks noGrp="1"/>
          </p:cNvSpPr>
          <p:nvPr>
            <p:ph type="pic" sz="quarter" idx="13" hasCustomPrompt="1"/>
          </p:nvPr>
        </p:nvSpPr>
        <p:spPr bwMode="gray">
          <a:xfrm>
            <a:off x="0" y="3352800"/>
            <a:ext cx="12192000" cy="3509682"/>
          </a:xfrm>
          <a:prstGeom prst="rect">
            <a:avLst/>
          </a:prstGeom>
          <a:solidFill>
            <a:schemeClr val="accent6">
              <a:lumMod val="60000"/>
              <a:lumOff val="40000"/>
            </a:schemeClr>
          </a:solidFill>
        </p:spPr>
        <p:txBody>
          <a:bodyPr lIns="0" tIns="0" rIns="0" bIns="0" anchor="ctr"/>
          <a:lstStyle>
            <a:lvl1pPr marL="0" indent="0" algn="ctr">
              <a:buFontTx/>
              <a:buNone/>
              <a:defRPr sz="2400">
                <a:solidFill>
                  <a:schemeClr val="tx2"/>
                </a:solidFill>
                <a:latin typeface="+mn-lt"/>
              </a:defRPr>
            </a:lvl1pPr>
          </a:lstStyle>
          <a:p>
            <a:pPr marL="0" marR="0" lvl="0" indent="0" algn="ctr" defTabSz="914400" rtl="0" eaLnBrk="1" fontAlgn="auto" latinLnBrk="0" hangingPunct="1">
              <a:lnSpc>
                <a:spcPct val="100000"/>
              </a:lnSpc>
              <a:spcBef>
                <a:spcPts val="1000"/>
              </a:spcBef>
              <a:spcAft>
                <a:spcPts val="0"/>
              </a:spcAft>
              <a:buClrTx/>
              <a:buSzTx/>
              <a:buFontTx/>
              <a:buNone/>
              <a:tabLst/>
              <a:defRPr/>
            </a:pPr>
            <a:r>
              <a:rPr lang="en-US" dirty="0"/>
              <a:t>Click to add image.</a:t>
            </a:r>
            <a:br>
              <a:rPr lang="en-US" dirty="0"/>
            </a:br>
            <a:r>
              <a:rPr lang="en-US" dirty="0"/>
              <a:t>Then Reorder: Send to back</a:t>
            </a:r>
          </a:p>
        </p:txBody>
      </p:sp>
      <p:sp>
        <p:nvSpPr>
          <p:cNvPr id="16" name="Text Placeholder 5">
            <a:extLst>
              <a:ext uri="{FF2B5EF4-FFF2-40B4-BE49-F238E27FC236}">
                <a16:creationId xmlns:a16="http://schemas.microsoft.com/office/drawing/2014/main" id="{D008BF2A-3887-409B-2567-9779543E991D}"/>
              </a:ext>
            </a:extLst>
          </p:cNvPr>
          <p:cNvSpPr>
            <a:spLocks noGrp="1"/>
          </p:cNvSpPr>
          <p:nvPr>
            <p:ph type="body" sz="quarter" idx="27" hasCustomPrompt="1"/>
          </p:nvPr>
        </p:nvSpPr>
        <p:spPr bwMode="gray">
          <a:xfrm>
            <a:off x="0" y="5202000"/>
            <a:ext cx="12192000" cy="1656000"/>
          </a:xfrm>
          <a:gradFill>
            <a:gsLst>
              <a:gs pos="0">
                <a:schemeClr val="bg1"/>
              </a:gs>
              <a:gs pos="80000">
                <a:schemeClr val="bg1">
                  <a:alpha val="0"/>
                </a:schemeClr>
              </a:gs>
            </a:gsLst>
            <a:lin ang="16200000" scaled="1"/>
          </a:gradFill>
        </p:spPr>
        <p:txBody>
          <a:bodyPr vert="horz" wrap="square" lIns="0" tIns="0" rIns="0" bIns="0" rtlCol="0">
            <a:noAutofit/>
          </a:bodyPr>
          <a:lstStyle>
            <a:lvl1pPr>
              <a:defRPr lang="en-US" sz="100" dirty="0">
                <a:solidFill>
                  <a:schemeClr val="bg1"/>
                </a:solidFill>
              </a:defRPr>
            </a:lvl1pPr>
          </a:lstStyle>
          <a:p>
            <a:pPr lvl="0"/>
            <a:r>
              <a:rPr lang="en-US" dirty="0"/>
              <a:t> </a:t>
            </a:r>
          </a:p>
        </p:txBody>
      </p:sp>
      <p:sp>
        <p:nvSpPr>
          <p:cNvPr id="10" name="Footer Placeholder 4">
            <a:extLst>
              <a:ext uri="{FF2B5EF4-FFF2-40B4-BE49-F238E27FC236}">
                <a16:creationId xmlns:a16="http://schemas.microsoft.com/office/drawing/2014/main" id="{87A8D542-4123-5D52-32A8-5A10FF2E7D6F}"/>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tx1"/>
                </a:solidFill>
              </a:defRPr>
            </a:lvl1pPr>
          </a:lstStyle>
          <a:p>
            <a:r>
              <a:rPr lang="en-US" dirty="0"/>
              <a:t>© </a:t>
            </a:r>
            <a:fld id="{BFCE6054-0620-4EC7-B251-A83F474EBDE9}" type="datetimeyyyy">
              <a:rPr lang="en-US" smtClean="0"/>
              <a:pPr/>
              <a:t>2024</a:t>
            </a:fld>
            <a:r>
              <a:rPr lang="en-US" dirty="0"/>
              <a:t> NTT DATA Business Solutions</a:t>
            </a:r>
          </a:p>
        </p:txBody>
      </p:sp>
      <p:sp>
        <p:nvSpPr>
          <p:cNvPr id="15" name="Slide Number Placeholder 5">
            <a:extLst>
              <a:ext uri="{FF2B5EF4-FFF2-40B4-BE49-F238E27FC236}">
                <a16:creationId xmlns:a16="http://schemas.microsoft.com/office/drawing/2014/main" id="{3F919FBB-9A4E-7FAD-B0F2-5D660792C32E}"/>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tx1"/>
                </a:solidFill>
              </a:defRPr>
            </a:lvl1pPr>
          </a:lstStyle>
          <a:p>
            <a:fld id="{13CE6DAF-806F-404B-BC68-339BFCB57E5C}" type="slidenum">
              <a:rPr lang="en-US" smtClean="0"/>
              <a:pPr/>
              <a:t>‹#›</a:t>
            </a:fld>
            <a:endParaRPr lang="en-US" dirty="0"/>
          </a:p>
        </p:txBody>
      </p:sp>
      <p:sp>
        <p:nvSpPr>
          <p:cNvPr id="18" name="Title 5">
            <a:extLst>
              <a:ext uri="{FF2B5EF4-FFF2-40B4-BE49-F238E27FC236}">
                <a16:creationId xmlns:a16="http://schemas.microsoft.com/office/drawing/2014/main" id="{685F5729-4D42-77C1-FCC6-A3E027B0D91F}"/>
              </a:ext>
            </a:extLst>
          </p:cNvPr>
          <p:cNvSpPr>
            <a:spLocks noGrp="1"/>
          </p:cNvSpPr>
          <p:nvPr>
            <p:ph type="title" hasCustomPrompt="1"/>
          </p:nvPr>
        </p:nvSpPr>
        <p:spPr bwMode="gray">
          <a:xfrm>
            <a:off x="371475" y="333375"/>
            <a:ext cx="11449050" cy="792000"/>
          </a:xfrm>
        </p:spPr>
        <p:txBody>
          <a:bodyPr vert="horz"/>
          <a:lstStyle/>
          <a:p>
            <a:r>
              <a:rPr lang="en-US" dirty="0"/>
              <a:t>Click to edit Master title style</a:t>
            </a:r>
          </a:p>
        </p:txBody>
      </p:sp>
      <p:sp>
        <p:nvSpPr>
          <p:cNvPr id="3" name="Textplatzhalter 6">
            <a:extLst>
              <a:ext uri="{FF2B5EF4-FFF2-40B4-BE49-F238E27FC236}">
                <a16:creationId xmlns:a16="http://schemas.microsoft.com/office/drawing/2014/main" id="{3332E3DA-1D9C-AE98-90B7-99F86957B3D1}"/>
              </a:ext>
            </a:extLst>
          </p:cNvPr>
          <p:cNvSpPr>
            <a:spLocks noGrp="1"/>
          </p:cNvSpPr>
          <p:nvPr>
            <p:ph type="body" sz="quarter" idx="30" hasCustomPrompt="1"/>
          </p:nvPr>
        </p:nvSpPr>
        <p:spPr bwMode="gray">
          <a:xfrm>
            <a:off x="10531725" y="6449745"/>
            <a:ext cx="1288800" cy="262800"/>
          </a:xfrm>
          <a:blipFill>
            <a:blip r:embed="rId2"/>
            <a:stretch>
              <a:fillRect/>
            </a:stretch>
          </a:blipFill>
        </p:spPr>
        <p:txBody>
          <a:bodyPr/>
          <a:lstStyle>
            <a:lvl1pPr>
              <a:defRPr/>
            </a:lvl1pPr>
          </a:lstStyle>
          <a:p>
            <a:pPr lvl="0"/>
            <a:r>
              <a:rPr lang="de-DE" dirty="0"/>
              <a:t> </a:t>
            </a:r>
            <a:endParaRPr lang="en-GB" dirty="0"/>
          </a:p>
        </p:txBody>
      </p:sp>
    </p:spTree>
    <p:extLst>
      <p:ext uri="{BB962C8B-B14F-4D97-AF65-F5344CB8AC3E}">
        <p14:creationId xmlns:p14="http://schemas.microsoft.com/office/powerpoint/2010/main" val="183309132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_Pictures Three Ligh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2799AD32-EACB-40FD-ACFA-9178E8D00357}"/>
              </a:ext>
            </a:extLst>
          </p:cNvPr>
          <p:cNvSpPr>
            <a:spLocks noGrp="1"/>
          </p:cNvSpPr>
          <p:nvPr>
            <p:ph type="pic" sz="quarter" idx="13" hasCustomPrompt="1"/>
          </p:nvPr>
        </p:nvSpPr>
        <p:spPr bwMode="gray">
          <a:xfrm>
            <a:off x="1" y="1412875"/>
            <a:ext cx="4015999" cy="2772000"/>
          </a:xfrm>
          <a:solidFill>
            <a:schemeClr val="accent6"/>
          </a:solidFill>
        </p:spPr>
        <p:txBody>
          <a:bodyPr anchor="ctr" anchorCtr="0"/>
          <a:lstStyle>
            <a:lvl1pPr algn="ctr">
              <a:defRPr sz="2000">
                <a:solidFill>
                  <a:schemeClr val="bg1"/>
                </a:solidFill>
              </a:defRPr>
            </a:lvl1pPr>
          </a:lstStyle>
          <a:p>
            <a:r>
              <a:rPr lang="en-US" dirty="0"/>
              <a:t>Click icon to add picture</a:t>
            </a:r>
          </a:p>
        </p:txBody>
      </p:sp>
      <p:sp>
        <p:nvSpPr>
          <p:cNvPr id="8" name="Picture Placeholder 6">
            <a:extLst>
              <a:ext uri="{FF2B5EF4-FFF2-40B4-BE49-F238E27FC236}">
                <a16:creationId xmlns:a16="http://schemas.microsoft.com/office/drawing/2014/main" id="{C73D5620-2B8C-49E1-ADF3-9ADE2BF3BA3C}"/>
              </a:ext>
            </a:extLst>
          </p:cNvPr>
          <p:cNvSpPr>
            <a:spLocks noGrp="1"/>
          </p:cNvSpPr>
          <p:nvPr>
            <p:ph type="pic" sz="quarter" idx="14" hasCustomPrompt="1"/>
          </p:nvPr>
        </p:nvSpPr>
        <p:spPr bwMode="gray">
          <a:xfrm>
            <a:off x="4088000" y="1412875"/>
            <a:ext cx="4015999" cy="2772000"/>
          </a:xfrm>
          <a:solidFill>
            <a:schemeClr val="accent6"/>
          </a:solidFill>
        </p:spPr>
        <p:txBody>
          <a:bodyPr anchor="ctr" anchorCtr="0"/>
          <a:lstStyle>
            <a:lvl1pPr algn="ctr">
              <a:defRPr sz="2000">
                <a:solidFill>
                  <a:schemeClr val="bg1"/>
                </a:solidFill>
              </a:defRPr>
            </a:lvl1pPr>
          </a:lstStyle>
          <a:p>
            <a:r>
              <a:rPr lang="en-US" dirty="0"/>
              <a:t>Click icon to add picture</a:t>
            </a:r>
          </a:p>
        </p:txBody>
      </p:sp>
      <p:sp>
        <p:nvSpPr>
          <p:cNvPr id="9" name="Picture Placeholder 6">
            <a:extLst>
              <a:ext uri="{FF2B5EF4-FFF2-40B4-BE49-F238E27FC236}">
                <a16:creationId xmlns:a16="http://schemas.microsoft.com/office/drawing/2014/main" id="{A31D45D1-5334-4DD5-8154-DAD52B3C3972}"/>
              </a:ext>
            </a:extLst>
          </p:cNvPr>
          <p:cNvSpPr>
            <a:spLocks noGrp="1"/>
          </p:cNvSpPr>
          <p:nvPr>
            <p:ph type="pic" sz="quarter" idx="15" hasCustomPrompt="1"/>
          </p:nvPr>
        </p:nvSpPr>
        <p:spPr bwMode="gray">
          <a:xfrm>
            <a:off x="8175999" y="1412875"/>
            <a:ext cx="4015999" cy="2772000"/>
          </a:xfrm>
          <a:solidFill>
            <a:schemeClr val="accent6"/>
          </a:solidFill>
        </p:spPr>
        <p:txBody>
          <a:bodyPr anchor="ctr" anchorCtr="0"/>
          <a:lstStyle>
            <a:lvl1pPr algn="ctr">
              <a:defRPr sz="2000">
                <a:solidFill>
                  <a:schemeClr val="bg1"/>
                </a:solidFill>
              </a:defRPr>
            </a:lvl1pPr>
          </a:lstStyle>
          <a:p>
            <a:r>
              <a:rPr lang="en-US" dirty="0"/>
              <a:t>Click icon to add picture</a:t>
            </a:r>
          </a:p>
        </p:txBody>
      </p:sp>
      <p:sp>
        <p:nvSpPr>
          <p:cNvPr id="6" name="Title 5">
            <a:extLst>
              <a:ext uri="{FF2B5EF4-FFF2-40B4-BE49-F238E27FC236}">
                <a16:creationId xmlns:a16="http://schemas.microsoft.com/office/drawing/2014/main" id="{07792201-616E-4C9D-B2C5-4900CE58E947}"/>
              </a:ext>
            </a:extLst>
          </p:cNvPr>
          <p:cNvSpPr>
            <a:spLocks noGrp="1"/>
          </p:cNvSpPr>
          <p:nvPr>
            <p:ph type="title" hasCustomPrompt="1"/>
          </p:nvPr>
        </p:nvSpPr>
        <p:spPr bwMode="gray"/>
        <p:txBody>
          <a:bodyPr vert="horz"/>
          <a:lstStyle/>
          <a:p>
            <a:r>
              <a:rPr lang="en-US" dirty="0"/>
              <a:t>Click to edit Master title style</a:t>
            </a:r>
          </a:p>
        </p:txBody>
      </p:sp>
      <p:sp>
        <p:nvSpPr>
          <p:cNvPr id="4" name="Footer Placeholder 4">
            <a:extLst>
              <a:ext uri="{FF2B5EF4-FFF2-40B4-BE49-F238E27FC236}">
                <a16:creationId xmlns:a16="http://schemas.microsoft.com/office/drawing/2014/main" id="{CE3B8E11-1E99-8E14-7DC2-2A5585E8FA2F}"/>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accent6"/>
                </a:solidFill>
              </a:defRPr>
            </a:lvl1pPr>
          </a:lstStyle>
          <a:p>
            <a:r>
              <a:rPr lang="en-US" dirty="0"/>
              <a:t>© </a:t>
            </a:r>
            <a:fld id="{9BDEE66D-A942-4D23-8988-8A9C42147FAB}" type="datetimeyyyy">
              <a:rPr lang="en-US" smtClean="0"/>
              <a:pPr/>
              <a:t>2024</a:t>
            </a:fld>
            <a:r>
              <a:rPr lang="en-US" dirty="0"/>
              <a:t> NTT DATA Business Solutions</a:t>
            </a:r>
          </a:p>
        </p:txBody>
      </p:sp>
      <p:sp>
        <p:nvSpPr>
          <p:cNvPr id="5" name="Slide Number Placeholder 5">
            <a:extLst>
              <a:ext uri="{FF2B5EF4-FFF2-40B4-BE49-F238E27FC236}">
                <a16:creationId xmlns:a16="http://schemas.microsoft.com/office/drawing/2014/main" id="{C894E80A-235B-AC62-CD2D-E4D54353CE6C}"/>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accent6"/>
                </a:solidFill>
              </a:defRPr>
            </a:lvl1pPr>
          </a:lstStyle>
          <a:p>
            <a:fld id="{13CE6DAF-806F-404B-BC68-339BFCB57E5C}" type="slidenum">
              <a:rPr lang="en-US" smtClean="0"/>
              <a:pPr/>
              <a:t>‹#›</a:t>
            </a:fld>
            <a:endParaRPr lang="en-US" dirty="0"/>
          </a:p>
        </p:txBody>
      </p:sp>
      <p:sp>
        <p:nvSpPr>
          <p:cNvPr id="11" name="Textplatzhalter 13">
            <a:extLst>
              <a:ext uri="{FF2B5EF4-FFF2-40B4-BE49-F238E27FC236}">
                <a16:creationId xmlns:a16="http://schemas.microsoft.com/office/drawing/2014/main" id="{37810C3F-8126-9187-298C-78C18E4DEC1A}"/>
              </a:ext>
            </a:extLst>
          </p:cNvPr>
          <p:cNvSpPr>
            <a:spLocks noGrp="1"/>
          </p:cNvSpPr>
          <p:nvPr>
            <p:ph type="body" sz="quarter" idx="16"/>
          </p:nvPr>
        </p:nvSpPr>
        <p:spPr bwMode="gray">
          <a:xfrm>
            <a:off x="371475" y="4378960"/>
            <a:ext cx="3657600" cy="1857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platzhalter 13">
            <a:extLst>
              <a:ext uri="{FF2B5EF4-FFF2-40B4-BE49-F238E27FC236}">
                <a16:creationId xmlns:a16="http://schemas.microsoft.com/office/drawing/2014/main" id="{9362F217-E245-B1E7-6E7D-C2737EF5C818}"/>
              </a:ext>
            </a:extLst>
          </p:cNvPr>
          <p:cNvSpPr>
            <a:spLocks noGrp="1"/>
          </p:cNvSpPr>
          <p:nvPr>
            <p:ph type="body" sz="quarter" idx="17"/>
          </p:nvPr>
        </p:nvSpPr>
        <p:spPr bwMode="gray">
          <a:xfrm>
            <a:off x="4267201" y="4378960"/>
            <a:ext cx="3657600" cy="1857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platzhalter 13">
            <a:extLst>
              <a:ext uri="{FF2B5EF4-FFF2-40B4-BE49-F238E27FC236}">
                <a16:creationId xmlns:a16="http://schemas.microsoft.com/office/drawing/2014/main" id="{08BFE69C-6456-64E6-6838-D713604E3E3E}"/>
              </a:ext>
            </a:extLst>
          </p:cNvPr>
          <p:cNvSpPr>
            <a:spLocks noGrp="1"/>
          </p:cNvSpPr>
          <p:nvPr>
            <p:ph type="body" sz="quarter" idx="18"/>
          </p:nvPr>
        </p:nvSpPr>
        <p:spPr bwMode="gray">
          <a:xfrm>
            <a:off x="8162925" y="4378960"/>
            <a:ext cx="3657600" cy="1857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016446111"/>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_Picture Collection Light">
    <p:spTree>
      <p:nvGrpSpPr>
        <p:cNvPr id="1" name=""/>
        <p:cNvGrpSpPr/>
        <p:nvPr/>
      </p:nvGrpSpPr>
      <p:grpSpPr>
        <a:xfrm>
          <a:off x="0" y="0"/>
          <a:ext cx="0" cy="0"/>
          <a:chOff x="0" y="0"/>
          <a:chExt cx="0" cy="0"/>
        </a:xfrm>
      </p:grpSpPr>
      <p:sp>
        <p:nvSpPr>
          <p:cNvPr id="28" name="Picture Placeholder 25">
            <a:extLst>
              <a:ext uri="{C183D7F6-B498-43B3-948B-1728B52AA6E4}">
                <adec:decorative xmlns:adec="http://schemas.microsoft.com/office/drawing/2017/decorative" val="1"/>
              </a:ext>
            </a:extLst>
          </p:cNvPr>
          <p:cNvSpPr>
            <a:spLocks noGrp="1"/>
          </p:cNvSpPr>
          <p:nvPr>
            <p:ph type="pic" sz="quarter" idx="22" hasCustomPrompt="1"/>
          </p:nvPr>
        </p:nvSpPr>
        <p:spPr bwMode="gray">
          <a:xfrm>
            <a:off x="3884852" y="3987605"/>
            <a:ext cx="5371357" cy="2249683"/>
          </a:xfrm>
          <a:prstGeom prst="roundRect">
            <a:avLst>
              <a:gd name="adj" fmla="val 0"/>
            </a:avLst>
          </a:prstGeom>
          <a:solidFill>
            <a:schemeClr val="bg2"/>
          </a:solidFill>
          <a:ln w="3175" cmpd="sng">
            <a:noFill/>
          </a:ln>
          <a:effectLst/>
        </p:spPr>
        <p:txBody>
          <a:bodyPr vert="horz" lIns="91440" tIns="45720" rIns="91440" bIns="45720" rtlCol="0" anchor="ctr" anchorCtr="0">
            <a:normAutofit/>
          </a:bodyPr>
          <a:lstStyle>
            <a:lvl1pPr marL="0" indent="0" algn="ctr" defTabSz="1219170" rtl="0" eaLnBrk="1" latinLnBrk="0" hangingPunct="1">
              <a:lnSpc>
                <a:spcPct val="95000"/>
              </a:lnSpc>
              <a:spcBef>
                <a:spcPts val="1920"/>
              </a:spcBef>
              <a:buClr>
                <a:srgbClr val="92D050"/>
              </a:buClr>
              <a:buSzPct val="90000"/>
              <a:buFont typeface="Arial" pitchFamily="34" charset="0"/>
              <a:buNone/>
              <a:tabLst/>
              <a:defRPr lang="en-US" sz="2667" kern="1200" dirty="0">
                <a:solidFill>
                  <a:schemeClr val="tx1"/>
                </a:solidFill>
                <a:latin typeface="+mn-lt"/>
                <a:ea typeface="+mn-ea"/>
                <a:cs typeface="+mn-cs"/>
              </a:defRPr>
            </a:lvl1pPr>
          </a:lstStyle>
          <a:p>
            <a:r>
              <a:rPr lang="en-US" dirty="0"/>
              <a:t>Insert photo here</a:t>
            </a:r>
          </a:p>
        </p:txBody>
      </p:sp>
      <p:sp>
        <p:nvSpPr>
          <p:cNvPr id="13" name="Rounded Rectangle 12">
            <a:extLst>
              <a:ext uri="{C183D7F6-B498-43B3-948B-1728B52AA6E4}">
                <adec:decorative xmlns:adec="http://schemas.microsoft.com/office/drawing/2017/decorative" val="1"/>
              </a:ext>
            </a:extLst>
          </p:cNvPr>
          <p:cNvSpPr/>
          <p:nvPr userDrawn="1"/>
        </p:nvSpPr>
        <p:spPr bwMode="gray">
          <a:xfrm>
            <a:off x="9349318" y="2163386"/>
            <a:ext cx="2484125" cy="2675053"/>
          </a:xfrm>
          <a:prstGeom prst="roundRect">
            <a:avLst>
              <a:gd name="adj" fmla="val 0"/>
            </a:avLst>
          </a:prstGeom>
          <a:solidFill>
            <a:schemeClr val="bg1">
              <a:alpha val="3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accent1"/>
              </a:solidFill>
              <a:latin typeface="+mn-lt"/>
            </a:endParaRPr>
          </a:p>
        </p:txBody>
      </p:sp>
      <p:sp>
        <p:nvSpPr>
          <p:cNvPr id="6" name="Picture Placeholder 25">
            <a:extLst>
              <a:ext uri="{C183D7F6-B498-43B3-948B-1728B52AA6E4}">
                <adec:decorative xmlns:adec="http://schemas.microsoft.com/office/drawing/2017/decorative" val="1"/>
              </a:ext>
            </a:extLst>
          </p:cNvPr>
          <p:cNvSpPr>
            <a:spLocks noGrp="1"/>
          </p:cNvSpPr>
          <p:nvPr>
            <p:ph type="pic" sz="quarter" idx="10" hasCustomPrompt="1"/>
          </p:nvPr>
        </p:nvSpPr>
        <p:spPr bwMode="gray">
          <a:xfrm>
            <a:off x="371475" y="333373"/>
            <a:ext cx="4419959" cy="3547536"/>
          </a:xfrm>
          <a:prstGeom prst="roundRect">
            <a:avLst>
              <a:gd name="adj" fmla="val 0"/>
            </a:avLst>
          </a:prstGeom>
          <a:solidFill>
            <a:schemeClr val="bg2"/>
          </a:solidFill>
          <a:ln>
            <a:noFill/>
          </a:ln>
          <a:effectLst/>
        </p:spPr>
        <p:txBody>
          <a:bodyPr vert="horz" lIns="91440" tIns="45720" rIns="91440" bIns="45720" rtlCol="0" anchor="ctr" anchorCtr="0">
            <a:normAutofit/>
          </a:bodyPr>
          <a:lstStyle>
            <a:lvl1pPr marL="0" indent="0" algn="ctr" defTabSz="1219170" rtl="0" eaLnBrk="1" latinLnBrk="0" hangingPunct="1">
              <a:lnSpc>
                <a:spcPct val="100000"/>
              </a:lnSpc>
              <a:spcBef>
                <a:spcPts val="1920"/>
              </a:spcBef>
              <a:buClr>
                <a:srgbClr val="92D050"/>
              </a:buClr>
              <a:buSzPct val="90000"/>
              <a:buFont typeface="Arial" pitchFamily="34" charset="0"/>
              <a:buNone/>
              <a:tabLst/>
              <a:defRPr lang="en-US" sz="2667" kern="1200" dirty="0">
                <a:solidFill>
                  <a:schemeClr val="tx1"/>
                </a:solidFill>
                <a:latin typeface="+mn-lt"/>
                <a:ea typeface="+mn-ea"/>
                <a:cs typeface="+mn-cs"/>
              </a:defRPr>
            </a:lvl1pPr>
          </a:lstStyle>
          <a:p>
            <a:r>
              <a:rPr lang="en-US" dirty="0"/>
              <a:t>Insert photo here</a:t>
            </a:r>
          </a:p>
        </p:txBody>
      </p:sp>
      <p:sp>
        <p:nvSpPr>
          <p:cNvPr id="14" name="Picture Placeholder 25">
            <a:extLst>
              <a:ext uri="{C183D7F6-B498-43B3-948B-1728B52AA6E4}">
                <adec:decorative xmlns:adec="http://schemas.microsoft.com/office/drawing/2017/decorative" val="1"/>
              </a:ext>
            </a:extLst>
          </p:cNvPr>
          <p:cNvSpPr>
            <a:spLocks noGrp="1"/>
          </p:cNvSpPr>
          <p:nvPr>
            <p:ph type="pic" sz="quarter" idx="15" hasCustomPrompt="1"/>
          </p:nvPr>
        </p:nvSpPr>
        <p:spPr bwMode="gray">
          <a:xfrm>
            <a:off x="9349318" y="2140170"/>
            <a:ext cx="2448000" cy="2680693"/>
          </a:xfrm>
          <a:prstGeom prst="roundRect">
            <a:avLst>
              <a:gd name="adj" fmla="val 0"/>
            </a:avLst>
          </a:prstGeom>
          <a:solidFill>
            <a:schemeClr val="bg2"/>
          </a:solidFill>
          <a:ln w="3175" cmpd="sng">
            <a:noFill/>
          </a:ln>
          <a:effectLst/>
        </p:spPr>
        <p:txBody>
          <a:bodyPr vert="horz" lIns="91440" tIns="45720" rIns="91440" bIns="45720" rtlCol="0" anchor="ctr" anchorCtr="0">
            <a:normAutofit/>
          </a:bodyPr>
          <a:lstStyle>
            <a:lvl1pPr marL="0" indent="0" algn="ctr" defTabSz="1219170" rtl="0" eaLnBrk="1" latinLnBrk="0" hangingPunct="1">
              <a:lnSpc>
                <a:spcPct val="100000"/>
              </a:lnSpc>
              <a:spcBef>
                <a:spcPts val="1920"/>
              </a:spcBef>
              <a:buClr>
                <a:srgbClr val="92D050"/>
              </a:buClr>
              <a:buSzPct val="90000"/>
              <a:buFont typeface="Arial" pitchFamily="34" charset="0"/>
              <a:buNone/>
              <a:tabLst/>
              <a:defRPr lang="en-US" sz="2667" kern="1200" dirty="0">
                <a:solidFill>
                  <a:schemeClr val="tx1"/>
                </a:solidFill>
                <a:latin typeface="+mn-lt"/>
                <a:ea typeface="+mn-ea"/>
                <a:cs typeface="+mn-cs"/>
              </a:defRPr>
            </a:lvl1pPr>
          </a:lstStyle>
          <a:p>
            <a:r>
              <a:rPr lang="en-US" dirty="0"/>
              <a:t>Insert photo here</a:t>
            </a:r>
          </a:p>
        </p:txBody>
      </p:sp>
      <p:sp>
        <p:nvSpPr>
          <p:cNvPr id="29" name="Text Placeholder 4"/>
          <p:cNvSpPr>
            <a:spLocks noGrp="1"/>
          </p:cNvSpPr>
          <p:nvPr>
            <p:ph type="body" sz="quarter" idx="23" hasCustomPrompt="1"/>
          </p:nvPr>
        </p:nvSpPr>
        <p:spPr bwMode="gray">
          <a:xfrm>
            <a:off x="371475" y="2422522"/>
            <a:ext cx="4419959" cy="1458387"/>
          </a:xfrm>
          <a:prstGeom prst="roundRect">
            <a:avLst>
              <a:gd name="adj" fmla="val 0"/>
            </a:avLst>
          </a:prstGeom>
          <a:noFill/>
          <a:ln>
            <a:noFill/>
          </a:ln>
          <a:effectLst/>
        </p:spPr>
        <p:txBody>
          <a:bodyPr anchor="t" anchorCtr="0"/>
          <a:lstStyle>
            <a:lvl1pPr algn="ctr">
              <a:lnSpc>
                <a:spcPct val="100000"/>
              </a:lnSpc>
              <a:defRPr sz="2133">
                <a:solidFill>
                  <a:schemeClr val="tx1"/>
                </a:solidFill>
                <a:latin typeface="+mn-lt"/>
                <a:cs typeface="Arial"/>
              </a:defRPr>
            </a:lvl1pPr>
            <a:lvl2pPr algn="l">
              <a:defRPr>
                <a:solidFill>
                  <a:schemeClr val="bg1"/>
                </a:solidFill>
              </a:defRPr>
            </a:lvl2pPr>
            <a:lvl3pPr algn="l">
              <a:defRPr>
                <a:solidFill>
                  <a:schemeClr val="bg1"/>
                </a:solidFill>
              </a:defRPr>
            </a:lvl3pPr>
            <a:lvl4pPr algn="ctr">
              <a:defRPr>
                <a:solidFill>
                  <a:schemeClr val="bg1"/>
                </a:solidFill>
              </a:defRPr>
            </a:lvl4pPr>
            <a:lvl5pPr algn="ctr">
              <a:defRPr>
                <a:solidFill>
                  <a:schemeClr val="bg1"/>
                </a:solidFill>
              </a:defRPr>
            </a:lvl5pPr>
          </a:lstStyle>
          <a:p>
            <a:pPr lvl="0"/>
            <a:r>
              <a:rPr lang="en-US" altLang="ja-JP" dirty="0"/>
              <a:t>Click to edit Master text styles</a:t>
            </a:r>
          </a:p>
        </p:txBody>
      </p:sp>
      <p:sp>
        <p:nvSpPr>
          <p:cNvPr id="19" name="Text Placeholder 4"/>
          <p:cNvSpPr>
            <a:spLocks noGrp="1"/>
          </p:cNvSpPr>
          <p:nvPr>
            <p:ph type="body" sz="quarter" idx="17" hasCustomPrompt="1"/>
          </p:nvPr>
        </p:nvSpPr>
        <p:spPr bwMode="gray">
          <a:xfrm>
            <a:off x="4884544" y="333375"/>
            <a:ext cx="4371666" cy="3555695"/>
          </a:xfrm>
          <a:prstGeom prst="roundRect">
            <a:avLst>
              <a:gd name="adj" fmla="val 0"/>
            </a:avLst>
          </a:prstGeom>
          <a:solidFill>
            <a:schemeClr val="bg1"/>
          </a:solidFill>
          <a:ln>
            <a:noFill/>
          </a:ln>
          <a:effectLst/>
        </p:spPr>
        <p:txBody>
          <a:bodyPr lIns="108000" anchor="ctr"/>
          <a:lstStyle>
            <a:lvl1pPr marL="0" indent="0" algn="l">
              <a:lnSpc>
                <a:spcPct val="100000"/>
              </a:lnSpc>
              <a:tabLst/>
              <a:defRPr sz="3200" b="1">
                <a:solidFill>
                  <a:schemeClr val="tx1"/>
                </a:solidFill>
                <a:effectLst/>
                <a:latin typeface="+mn-lt"/>
                <a:cs typeface="Arial"/>
              </a:defRPr>
            </a:lvl1pPr>
            <a:lvl2pPr marL="0" indent="0" algn="l">
              <a:lnSpc>
                <a:spcPct val="100000"/>
              </a:lnSpc>
              <a:defRPr>
                <a:solidFill>
                  <a:schemeClr val="tx1"/>
                </a:solidFill>
                <a:effectLst/>
                <a:latin typeface="+mn-lt"/>
                <a:cs typeface="Arial"/>
              </a:defRPr>
            </a:lvl2pPr>
            <a:lvl3pPr algn="l">
              <a:defRPr>
                <a:solidFill>
                  <a:schemeClr val="bg1"/>
                </a:solidFill>
              </a:defRPr>
            </a:lvl3pPr>
            <a:lvl4pPr algn="ctr">
              <a:defRPr>
                <a:solidFill>
                  <a:schemeClr val="bg1"/>
                </a:solidFill>
              </a:defRPr>
            </a:lvl4pPr>
            <a:lvl5pPr algn="ctr">
              <a:defRPr>
                <a:solidFill>
                  <a:schemeClr val="bg1"/>
                </a:solidFill>
              </a:defRPr>
            </a:lvl5pPr>
          </a:lstStyle>
          <a:p>
            <a:pPr lvl="0"/>
            <a:r>
              <a:rPr lang="en-US" altLang="ja-JP" dirty="0"/>
              <a:t>Click to edit Master text styles</a:t>
            </a:r>
          </a:p>
          <a:p>
            <a:pPr lvl="1"/>
            <a:r>
              <a:rPr lang="en-US" altLang="ja-JP" dirty="0"/>
              <a:t>Second level</a:t>
            </a:r>
          </a:p>
        </p:txBody>
      </p:sp>
      <p:sp>
        <p:nvSpPr>
          <p:cNvPr id="21" name="Text Placeholder 4"/>
          <p:cNvSpPr>
            <a:spLocks noGrp="1"/>
          </p:cNvSpPr>
          <p:nvPr>
            <p:ph type="body" sz="quarter" idx="14" hasCustomPrompt="1"/>
          </p:nvPr>
        </p:nvSpPr>
        <p:spPr bwMode="gray">
          <a:xfrm>
            <a:off x="9359747" y="333375"/>
            <a:ext cx="2448000" cy="1700963"/>
          </a:xfrm>
          <a:prstGeom prst="roundRect">
            <a:avLst>
              <a:gd name="adj" fmla="val 0"/>
            </a:avLst>
          </a:prstGeom>
          <a:solidFill>
            <a:schemeClr val="accent6"/>
          </a:solidFill>
          <a:ln>
            <a:noFill/>
          </a:ln>
          <a:effectLst/>
        </p:spPr>
        <p:txBody>
          <a:bodyPr anchor="ctr"/>
          <a:lstStyle>
            <a:lvl1pPr algn="ctr">
              <a:lnSpc>
                <a:spcPct val="100000"/>
              </a:lnSpc>
              <a:defRPr sz="2133">
                <a:solidFill>
                  <a:schemeClr val="tx1"/>
                </a:solidFill>
                <a:latin typeface="+mn-lt"/>
                <a:cs typeface="Arial"/>
              </a:defRPr>
            </a:lvl1pPr>
            <a:lvl2pPr algn="l">
              <a:defRPr>
                <a:solidFill>
                  <a:schemeClr val="bg1"/>
                </a:solidFill>
              </a:defRPr>
            </a:lvl2pPr>
            <a:lvl3pPr algn="l">
              <a:defRPr>
                <a:solidFill>
                  <a:schemeClr val="bg1"/>
                </a:solidFill>
              </a:defRPr>
            </a:lvl3pPr>
            <a:lvl4pPr algn="ctr">
              <a:defRPr>
                <a:solidFill>
                  <a:schemeClr val="bg1"/>
                </a:solidFill>
              </a:defRPr>
            </a:lvl4pPr>
            <a:lvl5pPr algn="ctr">
              <a:defRPr>
                <a:solidFill>
                  <a:schemeClr val="bg1"/>
                </a:solidFill>
              </a:defRPr>
            </a:lvl5pPr>
          </a:lstStyle>
          <a:p>
            <a:pPr lvl="0"/>
            <a:r>
              <a:rPr lang="en-US" altLang="ja-JP" dirty="0"/>
              <a:t>Click to edit Master text styles</a:t>
            </a:r>
          </a:p>
        </p:txBody>
      </p:sp>
      <p:sp>
        <p:nvSpPr>
          <p:cNvPr id="26" name="Text Placeholder 4"/>
          <p:cNvSpPr>
            <a:spLocks noGrp="1"/>
          </p:cNvSpPr>
          <p:nvPr>
            <p:ph type="body" sz="quarter" idx="21" hasCustomPrompt="1"/>
          </p:nvPr>
        </p:nvSpPr>
        <p:spPr bwMode="gray">
          <a:xfrm>
            <a:off x="9349318" y="3744196"/>
            <a:ext cx="2448000" cy="1076667"/>
          </a:xfrm>
          <a:prstGeom prst="roundRect">
            <a:avLst>
              <a:gd name="adj" fmla="val 0"/>
            </a:avLst>
          </a:prstGeom>
          <a:noFill/>
          <a:ln>
            <a:noFill/>
          </a:ln>
          <a:effectLst/>
        </p:spPr>
        <p:txBody>
          <a:bodyPr anchor="t" anchorCtr="0"/>
          <a:lstStyle>
            <a:lvl1pPr algn="ctr">
              <a:defRPr sz="2133">
                <a:solidFill>
                  <a:schemeClr val="tx1"/>
                </a:solidFill>
                <a:latin typeface="+mn-lt"/>
                <a:cs typeface="Arial"/>
              </a:defRPr>
            </a:lvl1pPr>
            <a:lvl2pPr algn="l">
              <a:defRPr>
                <a:solidFill>
                  <a:schemeClr val="bg1"/>
                </a:solidFill>
              </a:defRPr>
            </a:lvl2pPr>
            <a:lvl3pPr algn="l">
              <a:defRPr>
                <a:solidFill>
                  <a:schemeClr val="bg1"/>
                </a:solidFill>
              </a:defRPr>
            </a:lvl3pPr>
            <a:lvl4pPr algn="ctr">
              <a:defRPr>
                <a:solidFill>
                  <a:schemeClr val="bg1"/>
                </a:solidFill>
              </a:defRPr>
            </a:lvl4pPr>
            <a:lvl5pPr algn="ctr">
              <a:defRPr>
                <a:solidFill>
                  <a:schemeClr val="bg1"/>
                </a:solidFill>
              </a:defRPr>
            </a:lvl5pPr>
          </a:lstStyle>
          <a:p>
            <a:pPr lvl="0"/>
            <a:r>
              <a:rPr lang="en-US" altLang="ja-JP" dirty="0"/>
              <a:t>Click to edit Master text styles</a:t>
            </a:r>
          </a:p>
        </p:txBody>
      </p:sp>
      <p:sp>
        <p:nvSpPr>
          <p:cNvPr id="24" name="Text Placeholder 4"/>
          <p:cNvSpPr>
            <a:spLocks noGrp="1"/>
          </p:cNvSpPr>
          <p:nvPr>
            <p:ph type="body" sz="quarter" idx="13" hasCustomPrompt="1"/>
          </p:nvPr>
        </p:nvSpPr>
        <p:spPr bwMode="gray">
          <a:xfrm>
            <a:off x="371475" y="3987606"/>
            <a:ext cx="3420269" cy="2249682"/>
          </a:xfrm>
          <a:prstGeom prst="roundRect">
            <a:avLst>
              <a:gd name="adj" fmla="val 0"/>
            </a:avLst>
          </a:prstGeom>
          <a:solidFill>
            <a:schemeClr val="accent6"/>
          </a:solidFill>
          <a:ln>
            <a:noFill/>
          </a:ln>
          <a:effectLst/>
        </p:spPr>
        <p:txBody>
          <a:bodyPr lIns="108000" anchor="ctr"/>
          <a:lstStyle>
            <a:lvl1pPr algn="l">
              <a:lnSpc>
                <a:spcPct val="100000"/>
              </a:lnSpc>
              <a:defRPr sz="2667" b="1">
                <a:solidFill>
                  <a:schemeClr val="tx1"/>
                </a:solidFill>
                <a:latin typeface="+mn-lt"/>
                <a:cs typeface="Arial"/>
              </a:defRPr>
            </a:lvl1pPr>
            <a:lvl2pPr algn="l">
              <a:defRPr>
                <a:solidFill>
                  <a:schemeClr val="tx2"/>
                </a:solidFill>
              </a:defRPr>
            </a:lvl2pPr>
            <a:lvl3pPr algn="l">
              <a:defRPr>
                <a:solidFill>
                  <a:schemeClr val="tx2"/>
                </a:solidFill>
              </a:defRPr>
            </a:lvl3pPr>
            <a:lvl4pPr algn="ctr">
              <a:defRPr>
                <a:solidFill>
                  <a:schemeClr val="bg1"/>
                </a:solidFill>
              </a:defRPr>
            </a:lvl4pPr>
            <a:lvl5pPr algn="ctr">
              <a:defRPr>
                <a:solidFill>
                  <a:schemeClr val="bg1"/>
                </a:solidFill>
              </a:defRPr>
            </a:lvl5pPr>
          </a:lstStyle>
          <a:p>
            <a:pPr lvl="0"/>
            <a:r>
              <a:rPr lang="en-US" altLang="ja-JP" dirty="0"/>
              <a:t>Click to edit Master text styles</a:t>
            </a:r>
          </a:p>
        </p:txBody>
      </p:sp>
      <p:sp>
        <p:nvSpPr>
          <p:cNvPr id="25" name="Text Placeholder 4"/>
          <p:cNvSpPr>
            <a:spLocks noGrp="1"/>
          </p:cNvSpPr>
          <p:nvPr>
            <p:ph type="body" sz="quarter" idx="20" hasCustomPrompt="1"/>
          </p:nvPr>
        </p:nvSpPr>
        <p:spPr bwMode="gray">
          <a:xfrm>
            <a:off x="3884852" y="5399590"/>
            <a:ext cx="5371200" cy="837698"/>
          </a:xfrm>
          <a:prstGeom prst="roundRect">
            <a:avLst>
              <a:gd name="adj" fmla="val 0"/>
            </a:avLst>
          </a:prstGeom>
          <a:noFill/>
          <a:ln>
            <a:noFill/>
          </a:ln>
          <a:effectLst/>
        </p:spPr>
        <p:txBody>
          <a:bodyPr anchor="t" anchorCtr="0"/>
          <a:lstStyle>
            <a:lvl1pPr algn="ctr">
              <a:lnSpc>
                <a:spcPct val="100000"/>
              </a:lnSpc>
              <a:defRPr sz="2133">
                <a:solidFill>
                  <a:schemeClr val="tx1"/>
                </a:solidFill>
                <a:latin typeface="+mn-lt"/>
                <a:cs typeface="Arial"/>
              </a:defRPr>
            </a:lvl1pPr>
            <a:lvl2pPr algn="l">
              <a:defRPr>
                <a:solidFill>
                  <a:schemeClr val="bg1"/>
                </a:solidFill>
              </a:defRPr>
            </a:lvl2pPr>
            <a:lvl3pPr algn="l">
              <a:defRPr>
                <a:solidFill>
                  <a:schemeClr val="bg1"/>
                </a:solidFill>
              </a:defRPr>
            </a:lvl3pPr>
            <a:lvl4pPr algn="ctr">
              <a:defRPr>
                <a:solidFill>
                  <a:schemeClr val="bg1"/>
                </a:solidFill>
              </a:defRPr>
            </a:lvl4pPr>
            <a:lvl5pPr algn="ctr">
              <a:defRPr>
                <a:solidFill>
                  <a:schemeClr val="bg1"/>
                </a:solidFill>
              </a:defRPr>
            </a:lvl5pPr>
          </a:lstStyle>
          <a:p>
            <a:pPr lvl="0"/>
            <a:r>
              <a:rPr lang="en-US" altLang="ja-JP" dirty="0"/>
              <a:t>Click to edit Master text styles</a:t>
            </a:r>
          </a:p>
        </p:txBody>
      </p:sp>
      <p:sp>
        <p:nvSpPr>
          <p:cNvPr id="22" name="Text Placeholder 4"/>
          <p:cNvSpPr>
            <a:spLocks noGrp="1"/>
          </p:cNvSpPr>
          <p:nvPr>
            <p:ph type="body" sz="quarter" idx="19" hasCustomPrompt="1"/>
          </p:nvPr>
        </p:nvSpPr>
        <p:spPr bwMode="gray">
          <a:xfrm>
            <a:off x="9349318" y="4926695"/>
            <a:ext cx="2448000" cy="1310593"/>
          </a:xfrm>
          <a:prstGeom prst="roundRect">
            <a:avLst>
              <a:gd name="adj" fmla="val 0"/>
            </a:avLst>
          </a:prstGeom>
          <a:solidFill>
            <a:schemeClr val="bg2"/>
          </a:solidFill>
          <a:ln>
            <a:noFill/>
          </a:ln>
          <a:effectLst/>
        </p:spPr>
        <p:txBody>
          <a:bodyPr anchor="ctr"/>
          <a:lstStyle>
            <a:lvl1pPr algn="ctr">
              <a:lnSpc>
                <a:spcPct val="100000"/>
              </a:lnSpc>
              <a:defRPr sz="2133">
                <a:solidFill>
                  <a:schemeClr val="tx1"/>
                </a:solidFill>
                <a:latin typeface="+mn-lt"/>
                <a:cs typeface="Arial"/>
              </a:defRPr>
            </a:lvl1pPr>
            <a:lvl2pPr algn="l">
              <a:defRPr>
                <a:solidFill>
                  <a:schemeClr val="bg1"/>
                </a:solidFill>
              </a:defRPr>
            </a:lvl2pPr>
            <a:lvl3pPr algn="l">
              <a:defRPr>
                <a:solidFill>
                  <a:schemeClr val="bg1"/>
                </a:solidFill>
              </a:defRPr>
            </a:lvl3pPr>
            <a:lvl4pPr algn="ctr">
              <a:defRPr>
                <a:solidFill>
                  <a:schemeClr val="bg1"/>
                </a:solidFill>
              </a:defRPr>
            </a:lvl4pPr>
            <a:lvl5pPr algn="ctr">
              <a:defRPr>
                <a:solidFill>
                  <a:schemeClr val="bg1"/>
                </a:solidFill>
              </a:defRPr>
            </a:lvl5pPr>
          </a:lstStyle>
          <a:p>
            <a:pPr lvl="0"/>
            <a:r>
              <a:rPr lang="en-US" altLang="ja-JP" dirty="0"/>
              <a:t>Click to edit Master text styles</a:t>
            </a:r>
          </a:p>
        </p:txBody>
      </p:sp>
      <p:sp>
        <p:nvSpPr>
          <p:cNvPr id="5" name="TextBox 4">
            <a:extLst>
              <a:ext uri="{FF2B5EF4-FFF2-40B4-BE49-F238E27FC236}">
                <a16:creationId xmlns:a16="http://schemas.microsoft.com/office/drawing/2014/main" id="{AFBA9505-91C7-B9FF-4651-787D86C3BED1}"/>
              </a:ext>
            </a:extLst>
          </p:cNvPr>
          <p:cNvSpPr txBox="1"/>
          <p:nvPr userDrawn="1"/>
        </p:nvSpPr>
        <p:spPr bwMode="gray">
          <a:xfrm>
            <a:off x="3685309" y="-803564"/>
            <a:ext cx="0" cy="0"/>
          </a:xfrm>
          <a:prstGeom prst="rect">
            <a:avLst/>
          </a:prstGeom>
          <a:noFill/>
        </p:spPr>
        <p:txBody>
          <a:bodyPr wrap="none" rtlCol="0">
            <a:noAutofit/>
          </a:bodyPr>
          <a:lstStyle/>
          <a:p>
            <a:pPr algn="l"/>
            <a:endParaRPr lang="en-US" dirty="0">
              <a:solidFill>
                <a:srgbClr val="FFFFFF"/>
              </a:solidFill>
            </a:endParaRPr>
          </a:p>
        </p:txBody>
      </p:sp>
      <p:sp>
        <p:nvSpPr>
          <p:cNvPr id="8" name="Footer Placeholder 4">
            <a:extLst>
              <a:ext uri="{FF2B5EF4-FFF2-40B4-BE49-F238E27FC236}">
                <a16:creationId xmlns:a16="http://schemas.microsoft.com/office/drawing/2014/main" id="{59C35B40-A84A-00D6-5FD3-6FD80F61E86D}"/>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accent6"/>
                </a:solidFill>
              </a:defRPr>
            </a:lvl1pPr>
          </a:lstStyle>
          <a:p>
            <a:r>
              <a:rPr lang="en-US" dirty="0"/>
              <a:t>© </a:t>
            </a:r>
            <a:fld id="{F9396429-A480-4379-AC8D-D62673221764}" type="datetimeyyyy">
              <a:rPr lang="en-US" smtClean="0"/>
              <a:pPr/>
              <a:t>2024</a:t>
            </a:fld>
            <a:r>
              <a:rPr lang="en-US" dirty="0"/>
              <a:t> NTT DATA Business Solutions</a:t>
            </a:r>
          </a:p>
        </p:txBody>
      </p:sp>
      <p:sp>
        <p:nvSpPr>
          <p:cNvPr id="9" name="Slide Number Placeholder 5">
            <a:extLst>
              <a:ext uri="{FF2B5EF4-FFF2-40B4-BE49-F238E27FC236}">
                <a16:creationId xmlns:a16="http://schemas.microsoft.com/office/drawing/2014/main" id="{BFC1EFC3-6CA1-181A-9D7F-24D4581B2107}"/>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accent6"/>
                </a:solidFill>
              </a:defRPr>
            </a:lvl1pPr>
          </a:lstStyle>
          <a:p>
            <a:fld id="{13CE6DAF-806F-404B-BC68-339BFCB57E5C}" type="slidenum">
              <a:rPr lang="en-US" smtClean="0"/>
              <a:pPr/>
              <a:t>‹#›</a:t>
            </a:fld>
            <a:endParaRPr lang="en-US" dirty="0"/>
          </a:p>
        </p:txBody>
      </p:sp>
    </p:spTree>
    <p:extLst>
      <p:ext uri="{BB962C8B-B14F-4D97-AF65-F5344CB8AC3E}">
        <p14:creationId xmlns:p14="http://schemas.microsoft.com/office/powerpoint/2010/main" val="316575934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_Contact_1">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0C3BB7C-B4A7-41A4-8C5A-903570B6070B}"/>
              </a:ext>
            </a:extLst>
          </p:cNvPr>
          <p:cNvSpPr>
            <a:spLocks noGrp="1"/>
          </p:cNvSpPr>
          <p:nvPr>
            <p:ph type="title" hasCustomPrompt="1"/>
          </p:nvPr>
        </p:nvSpPr>
        <p:spPr bwMode="gray"/>
        <p:txBody>
          <a:bodyPr vert="horz"/>
          <a:lstStyle/>
          <a:p>
            <a:r>
              <a:rPr lang="en-US" dirty="0"/>
              <a:t>Click to edit Master title style</a:t>
            </a:r>
          </a:p>
        </p:txBody>
      </p:sp>
      <p:sp>
        <p:nvSpPr>
          <p:cNvPr id="10" name="Footer Placeholder 4">
            <a:extLst>
              <a:ext uri="{FF2B5EF4-FFF2-40B4-BE49-F238E27FC236}">
                <a16:creationId xmlns:a16="http://schemas.microsoft.com/office/drawing/2014/main" id="{A9C53063-1F58-BE27-2E94-7E00DE772613}"/>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accent6"/>
                </a:solidFill>
              </a:defRPr>
            </a:lvl1pPr>
          </a:lstStyle>
          <a:p>
            <a:r>
              <a:rPr lang="en-US" dirty="0"/>
              <a:t>© </a:t>
            </a:r>
            <a:fld id="{35A113EA-7070-4043-8632-2E74A3B33FF7}" type="datetimeyyyy">
              <a:rPr lang="en-US" smtClean="0"/>
              <a:pPr/>
              <a:t>2024</a:t>
            </a:fld>
            <a:r>
              <a:rPr lang="en-US" dirty="0"/>
              <a:t> NTT DATA Business Solutions</a:t>
            </a:r>
          </a:p>
        </p:txBody>
      </p:sp>
      <p:sp>
        <p:nvSpPr>
          <p:cNvPr id="11" name="Slide Number Placeholder 5">
            <a:extLst>
              <a:ext uri="{FF2B5EF4-FFF2-40B4-BE49-F238E27FC236}">
                <a16:creationId xmlns:a16="http://schemas.microsoft.com/office/drawing/2014/main" id="{AF1EE05E-1EF3-FA88-09CC-87DB6B58184B}"/>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accent6"/>
                </a:solidFill>
              </a:defRPr>
            </a:lvl1pPr>
          </a:lstStyle>
          <a:p>
            <a:fld id="{13CE6DAF-806F-404B-BC68-339BFCB57E5C}" type="slidenum">
              <a:rPr lang="en-US" smtClean="0"/>
              <a:pPr/>
              <a:t>‹#›</a:t>
            </a:fld>
            <a:endParaRPr lang="en-US" dirty="0"/>
          </a:p>
        </p:txBody>
      </p:sp>
      <p:sp>
        <p:nvSpPr>
          <p:cNvPr id="2" name="Bild">
            <a:extLst>
              <a:ext uri="{FF2B5EF4-FFF2-40B4-BE49-F238E27FC236}">
                <a16:creationId xmlns:a16="http://schemas.microsoft.com/office/drawing/2014/main" id="{9948B5AA-38C9-B8A3-3B71-91B71CEE405B}"/>
              </a:ext>
            </a:extLst>
          </p:cNvPr>
          <p:cNvSpPr>
            <a:spLocks noGrp="1"/>
          </p:cNvSpPr>
          <p:nvPr>
            <p:ph type="pic" sz="quarter" idx="18"/>
          </p:nvPr>
        </p:nvSpPr>
        <p:spPr bwMode="gray">
          <a:xfrm>
            <a:off x="2267270" y="2011950"/>
            <a:ext cx="3488705" cy="3488400"/>
          </a:xfrm>
          <a:prstGeom prst="ellipse">
            <a:avLst/>
          </a:prstGeom>
          <a:solidFill>
            <a:schemeClr val="accent6"/>
          </a:solidFill>
        </p:spPr>
        <p:txBody>
          <a:bodyPr lIns="144000" tIns="144000" rIns="144000" bIns="144000"/>
          <a:lstStyle>
            <a:lvl1pPr marL="0" indent="0">
              <a:buNone/>
              <a:defRPr sz="1400"/>
            </a:lvl1pPr>
          </a:lstStyle>
          <a:p>
            <a:r>
              <a:rPr lang="en-US" noProof="0"/>
              <a:t>Click icon to add picture</a:t>
            </a:r>
            <a:endParaRPr lang="de-DE" noProof="0" dirty="0"/>
          </a:p>
        </p:txBody>
      </p:sp>
      <p:sp>
        <p:nvSpPr>
          <p:cNvPr id="3" name="Textplatzhalter 19">
            <a:extLst>
              <a:ext uri="{FF2B5EF4-FFF2-40B4-BE49-F238E27FC236}">
                <a16:creationId xmlns:a16="http://schemas.microsoft.com/office/drawing/2014/main" id="{FA68653F-43DC-95F4-8019-D687C49DF208}"/>
              </a:ext>
            </a:extLst>
          </p:cNvPr>
          <p:cNvSpPr>
            <a:spLocks noGrp="1"/>
          </p:cNvSpPr>
          <p:nvPr>
            <p:ph type="body" sz="quarter" idx="20" hasCustomPrompt="1"/>
          </p:nvPr>
        </p:nvSpPr>
        <p:spPr bwMode="gray">
          <a:xfrm>
            <a:off x="6426199" y="2972822"/>
            <a:ext cx="5394325" cy="256154"/>
          </a:xfrm>
        </p:spPr>
        <p:txBody>
          <a:bodyPr/>
          <a:lstStyle>
            <a:lvl1pPr marL="0" indent="0">
              <a:buNone/>
              <a:defRPr sz="2000">
                <a:solidFill>
                  <a:schemeClr val="bg1"/>
                </a:solidFill>
              </a:defRPr>
            </a:lvl1pPr>
          </a:lstStyle>
          <a:p>
            <a:pPr lvl="0"/>
            <a:r>
              <a:rPr lang="de-DE" dirty="0"/>
              <a:t>Position</a:t>
            </a:r>
          </a:p>
        </p:txBody>
      </p:sp>
      <p:sp>
        <p:nvSpPr>
          <p:cNvPr id="4" name="Textplatzhalter 19">
            <a:extLst>
              <a:ext uri="{FF2B5EF4-FFF2-40B4-BE49-F238E27FC236}">
                <a16:creationId xmlns:a16="http://schemas.microsoft.com/office/drawing/2014/main" id="{EF2ADD26-2918-0B9D-FD8C-C82739487398}"/>
              </a:ext>
            </a:extLst>
          </p:cNvPr>
          <p:cNvSpPr>
            <a:spLocks noGrp="1"/>
          </p:cNvSpPr>
          <p:nvPr>
            <p:ph type="body" sz="quarter" idx="24" hasCustomPrompt="1"/>
          </p:nvPr>
        </p:nvSpPr>
        <p:spPr bwMode="gray">
          <a:xfrm>
            <a:off x="6426199" y="3246666"/>
            <a:ext cx="5394325" cy="256154"/>
          </a:xfrm>
        </p:spPr>
        <p:txBody>
          <a:bodyPr/>
          <a:lstStyle>
            <a:lvl1pPr marL="0" indent="0">
              <a:buNone/>
              <a:defRPr sz="2000">
                <a:solidFill>
                  <a:schemeClr val="bg1"/>
                </a:solidFill>
              </a:defRPr>
            </a:lvl1pPr>
          </a:lstStyle>
          <a:p>
            <a:pPr lvl="0"/>
            <a:r>
              <a:rPr lang="de-DE" dirty="0" err="1"/>
              <a:t>Section</a:t>
            </a:r>
            <a:endParaRPr lang="de-DE" dirty="0"/>
          </a:p>
        </p:txBody>
      </p:sp>
      <p:sp>
        <p:nvSpPr>
          <p:cNvPr id="5" name="Textplatzhalter 19">
            <a:extLst>
              <a:ext uri="{FF2B5EF4-FFF2-40B4-BE49-F238E27FC236}">
                <a16:creationId xmlns:a16="http://schemas.microsoft.com/office/drawing/2014/main" id="{9EC91858-6461-F85C-95CE-7518EFFFDC02}"/>
              </a:ext>
            </a:extLst>
          </p:cNvPr>
          <p:cNvSpPr>
            <a:spLocks noGrp="1"/>
          </p:cNvSpPr>
          <p:nvPr>
            <p:ph type="body" sz="quarter" idx="25" hasCustomPrompt="1"/>
          </p:nvPr>
        </p:nvSpPr>
        <p:spPr bwMode="gray">
          <a:xfrm>
            <a:off x="6426199" y="2589435"/>
            <a:ext cx="5394325" cy="368078"/>
          </a:xfrm>
        </p:spPr>
        <p:txBody>
          <a:bodyPr/>
          <a:lstStyle>
            <a:lvl1pPr marL="0" indent="0">
              <a:buNone/>
              <a:defRPr sz="2800" b="1">
                <a:solidFill>
                  <a:schemeClr val="accent1"/>
                </a:solidFill>
                <a:latin typeface="+mn-lt"/>
              </a:defRPr>
            </a:lvl1pPr>
          </a:lstStyle>
          <a:p>
            <a:pPr lvl="0"/>
            <a:r>
              <a:rPr lang="de-DE" dirty="0"/>
              <a:t>John </a:t>
            </a:r>
            <a:r>
              <a:rPr lang="de-DE" dirty="0" err="1"/>
              <a:t>Doe</a:t>
            </a:r>
            <a:endParaRPr lang="de-DE" dirty="0"/>
          </a:p>
        </p:txBody>
      </p:sp>
      <p:sp>
        <p:nvSpPr>
          <p:cNvPr id="7" name="Textplatzhalter 19">
            <a:extLst>
              <a:ext uri="{FF2B5EF4-FFF2-40B4-BE49-F238E27FC236}">
                <a16:creationId xmlns:a16="http://schemas.microsoft.com/office/drawing/2014/main" id="{7DD02888-CBDA-F97C-A43C-E0268623CAF4}"/>
              </a:ext>
            </a:extLst>
          </p:cNvPr>
          <p:cNvSpPr>
            <a:spLocks noGrp="1"/>
          </p:cNvSpPr>
          <p:nvPr>
            <p:ph type="body" sz="quarter" idx="26" hasCustomPrompt="1"/>
          </p:nvPr>
        </p:nvSpPr>
        <p:spPr bwMode="gray">
          <a:xfrm>
            <a:off x="6426199" y="4178440"/>
            <a:ext cx="5394325" cy="187184"/>
          </a:xfrm>
        </p:spPr>
        <p:txBody>
          <a:bodyPr/>
          <a:lstStyle>
            <a:lvl1pPr marL="0" indent="0">
              <a:buNone/>
              <a:defRPr sz="1600">
                <a:solidFill>
                  <a:schemeClr val="bg1"/>
                </a:solidFill>
              </a:defRPr>
            </a:lvl1pPr>
          </a:lstStyle>
          <a:p>
            <a:pPr lvl="0"/>
            <a:r>
              <a:rPr lang="de-DE" dirty="0"/>
              <a:t>Web</a:t>
            </a:r>
          </a:p>
        </p:txBody>
      </p:sp>
      <p:sp>
        <p:nvSpPr>
          <p:cNvPr id="8" name="Textplatzhalter 19">
            <a:extLst>
              <a:ext uri="{FF2B5EF4-FFF2-40B4-BE49-F238E27FC236}">
                <a16:creationId xmlns:a16="http://schemas.microsoft.com/office/drawing/2014/main" id="{8D088A0B-0BA4-2E4D-A19C-6319AF5B53ED}"/>
              </a:ext>
            </a:extLst>
          </p:cNvPr>
          <p:cNvSpPr>
            <a:spLocks noGrp="1"/>
          </p:cNvSpPr>
          <p:nvPr>
            <p:ph type="body" sz="quarter" idx="27" hasCustomPrompt="1"/>
          </p:nvPr>
        </p:nvSpPr>
        <p:spPr bwMode="gray">
          <a:xfrm>
            <a:off x="6426199" y="4397515"/>
            <a:ext cx="5394325" cy="187184"/>
          </a:xfrm>
        </p:spPr>
        <p:txBody>
          <a:bodyPr/>
          <a:lstStyle>
            <a:lvl1pPr marL="0" indent="0">
              <a:buNone/>
              <a:defRPr sz="1600">
                <a:solidFill>
                  <a:schemeClr val="bg1"/>
                </a:solidFill>
              </a:defRPr>
            </a:lvl1pPr>
          </a:lstStyle>
          <a:p>
            <a:pPr lvl="0"/>
            <a:r>
              <a:rPr lang="de-DE" dirty="0"/>
              <a:t>E-Mail</a:t>
            </a:r>
          </a:p>
        </p:txBody>
      </p:sp>
      <p:sp>
        <p:nvSpPr>
          <p:cNvPr id="9" name="Textplatzhalter 19">
            <a:extLst>
              <a:ext uri="{FF2B5EF4-FFF2-40B4-BE49-F238E27FC236}">
                <a16:creationId xmlns:a16="http://schemas.microsoft.com/office/drawing/2014/main" id="{1EEE35C9-767B-D99D-39BB-49CBA3F84283}"/>
              </a:ext>
            </a:extLst>
          </p:cNvPr>
          <p:cNvSpPr>
            <a:spLocks noGrp="1"/>
          </p:cNvSpPr>
          <p:nvPr>
            <p:ph type="body" sz="quarter" idx="28" hasCustomPrompt="1"/>
          </p:nvPr>
        </p:nvSpPr>
        <p:spPr bwMode="gray">
          <a:xfrm>
            <a:off x="6426199" y="4616591"/>
            <a:ext cx="5394325" cy="187184"/>
          </a:xfrm>
        </p:spPr>
        <p:txBody>
          <a:bodyPr/>
          <a:lstStyle>
            <a:lvl1pPr marL="0" indent="0">
              <a:buNone/>
              <a:defRPr sz="1600">
                <a:solidFill>
                  <a:schemeClr val="bg1"/>
                </a:solidFill>
              </a:defRPr>
            </a:lvl1pPr>
          </a:lstStyle>
          <a:p>
            <a:pPr lvl="0"/>
            <a:r>
              <a:rPr lang="de-DE" dirty="0"/>
              <a:t>Phone</a:t>
            </a:r>
          </a:p>
        </p:txBody>
      </p:sp>
      <p:cxnSp>
        <p:nvCxnSpPr>
          <p:cNvPr id="12" name="Gerader Verbinder 11">
            <a:extLst>
              <a:ext uri="{FF2B5EF4-FFF2-40B4-BE49-F238E27FC236}">
                <a16:creationId xmlns:a16="http://schemas.microsoft.com/office/drawing/2014/main" id="{1D833AD2-88EE-469C-7682-57A4D65529E7}"/>
              </a:ext>
            </a:extLst>
          </p:cNvPr>
          <p:cNvCxnSpPr>
            <a:cxnSpLocks/>
          </p:cNvCxnSpPr>
          <p:nvPr userDrawn="1"/>
        </p:nvCxnSpPr>
        <p:spPr bwMode="gray">
          <a:xfrm flipH="1">
            <a:off x="6426199" y="3840630"/>
            <a:ext cx="53086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9726371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_Contact_2">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0C3BB7C-B4A7-41A4-8C5A-903570B6070B}"/>
              </a:ext>
            </a:extLst>
          </p:cNvPr>
          <p:cNvSpPr>
            <a:spLocks noGrp="1"/>
          </p:cNvSpPr>
          <p:nvPr>
            <p:ph type="title" hasCustomPrompt="1"/>
          </p:nvPr>
        </p:nvSpPr>
        <p:spPr bwMode="gray"/>
        <p:txBody>
          <a:bodyPr vert="horz"/>
          <a:lstStyle/>
          <a:p>
            <a:r>
              <a:rPr lang="en-US" dirty="0"/>
              <a:t>Click to edit Master title style</a:t>
            </a:r>
          </a:p>
        </p:txBody>
      </p:sp>
      <p:sp>
        <p:nvSpPr>
          <p:cNvPr id="10" name="Footer Placeholder 4">
            <a:extLst>
              <a:ext uri="{FF2B5EF4-FFF2-40B4-BE49-F238E27FC236}">
                <a16:creationId xmlns:a16="http://schemas.microsoft.com/office/drawing/2014/main" id="{A9C53063-1F58-BE27-2E94-7E00DE772613}"/>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accent6"/>
                </a:solidFill>
              </a:defRPr>
            </a:lvl1pPr>
          </a:lstStyle>
          <a:p>
            <a:r>
              <a:rPr lang="en-US" dirty="0"/>
              <a:t>© </a:t>
            </a:r>
            <a:fld id="{DD6564D6-910B-4CB5-A86E-CED67E932BEE}" type="datetimeyyyy">
              <a:rPr lang="en-US" smtClean="0"/>
              <a:pPr/>
              <a:t>2024</a:t>
            </a:fld>
            <a:r>
              <a:rPr lang="en-US" dirty="0"/>
              <a:t> NTT DATA Business Solutions</a:t>
            </a:r>
          </a:p>
        </p:txBody>
      </p:sp>
      <p:sp>
        <p:nvSpPr>
          <p:cNvPr id="11" name="Slide Number Placeholder 5">
            <a:extLst>
              <a:ext uri="{FF2B5EF4-FFF2-40B4-BE49-F238E27FC236}">
                <a16:creationId xmlns:a16="http://schemas.microsoft.com/office/drawing/2014/main" id="{AF1EE05E-1EF3-FA88-09CC-87DB6B58184B}"/>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accent6"/>
                </a:solidFill>
              </a:defRPr>
            </a:lvl1pPr>
          </a:lstStyle>
          <a:p>
            <a:fld id="{13CE6DAF-806F-404B-BC68-339BFCB57E5C}" type="slidenum">
              <a:rPr lang="en-US" smtClean="0"/>
              <a:pPr/>
              <a:t>‹#›</a:t>
            </a:fld>
            <a:endParaRPr lang="en-US" dirty="0"/>
          </a:p>
        </p:txBody>
      </p:sp>
      <p:sp>
        <p:nvSpPr>
          <p:cNvPr id="12" name="Bild">
            <a:extLst>
              <a:ext uri="{FF2B5EF4-FFF2-40B4-BE49-F238E27FC236}">
                <a16:creationId xmlns:a16="http://schemas.microsoft.com/office/drawing/2014/main" id="{28FFDF24-CEC1-8F04-920F-C95EB4279D4E}"/>
              </a:ext>
            </a:extLst>
          </p:cNvPr>
          <p:cNvSpPr>
            <a:spLocks noGrp="1"/>
          </p:cNvSpPr>
          <p:nvPr>
            <p:ph type="pic" sz="quarter" idx="18"/>
          </p:nvPr>
        </p:nvSpPr>
        <p:spPr bwMode="gray">
          <a:xfrm>
            <a:off x="2889419" y="1719468"/>
            <a:ext cx="2158392" cy="2158204"/>
          </a:xfrm>
          <a:prstGeom prst="ellipse">
            <a:avLst/>
          </a:prstGeom>
          <a:solidFill>
            <a:schemeClr val="accent6"/>
          </a:solidFill>
        </p:spPr>
        <p:txBody>
          <a:bodyPr lIns="144000" tIns="144000" rIns="144000" bIns="144000"/>
          <a:lstStyle>
            <a:lvl1pPr marL="0" indent="0">
              <a:buNone/>
              <a:defRPr sz="1400"/>
            </a:lvl1pPr>
          </a:lstStyle>
          <a:p>
            <a:r>
              <a:rPr lang="en-US" noProof="0"/>
              <a:t>Click icon to add picture</a:t>
            </a:r>
            <a:endParaRPr lang="de-DE" noProof="0" dirty="0"/>
          </a:p>
        </p:txBody>
      </p:sp>
      <p:sp>
        <p:nvSpPr>
          <p:cNvPr id="14" name="Textplatzhalter 19">
            <a:extLst>
              <a:ext uri="{FF2B5EF4-FFF2-40B4-BE49-F238E27FC236}">
                <a16:creationId xmlns:a16="http://schemas.microsoft.com/office/drawing/2014/main" id="{1B7E1544-D47A-3A30-5A4C-E95205A3B5B4}"/>
              </a:ext>
            </a:extLst>
          </p:cNvPr>
          <p:cNvSpPr>
            <a:spLocks noGrp="1"/>
          </p:cNvSpPr>
          <p:nvPr>
            <p:ph type="body" sz="quarter" idx="20" hasCustomPrompt="1"/>
          </p:nvPr>
        </p:nvSpPr>
        <p:spPr bwMode="gray">
          <a:xfrm>
            <a:off x="2713041" y="4463802"/>
            <a:ext cx="2511148" cy="199671"/>
          </a:xfrm>
        </p:spPr>
        <p:txBody>
          <a:bodyPr/>
          <a:lstStyle>
            <a:lvl1pPr marL="0" indent="0" algn="ctr">
              <a:buNone/>
              <a:defRPr sz="1600">
                <a:solidFill>
                  <a:schemeClr val="bg1"/>
                </a:solidFill>
              </a:defRPr>
            </a:lvl1pPr>
          </a:lstStyle>
          <a:p>
            <a:pPr lvl="0"/>
            <a:r>
              <a:rPr lang="de-DE" dirty="0"/>
              <a:t>Position</a:t>
            </a:r>
          </a:p>
        </p:txBody>
      </p:sp>
      <p:sp>
        <p:nvSpPr>
          <p:cNvPr id="15" name="Textplatzhalter 19">
            <a:extLst>
              <a:ext uri="{FF2B5EF4-FFF2-40B4-BE49-F238E27FC236}">
                <a16:creationId xmlns:a16="http://schemas.microsoft.com/office/drawing/2014/main" id="{9076DBF6-D36A-6E5A-3EFD-C4C38456B80D}"/>
              </a:ext>
            </a:extLst>
          </p:cNvPr>
          <p:cNvSpPr>
            <a:spLocks noGrp="1"/>
          </p:cNvSpPr>
          <p:nvPr>
            <p:ph type="body" sz="quarter" idx="24" hasCustomPrompt="1"/>
          </p:nvPr>
        </p:nvSpPr>
        <p:spPr bwMode="gray">
          <a:xfrm>
            <a:off x="2713041" y="4686846"/>
            <a:ext cx="2511148" cy="199671"/>
          </a:xfrm>
        </p:spPr>
        <p:txBody>
          <a:bodyPr/>
          <a:lstStyle>
            <a:lvl1pPr marL="0" indent="0" algn="ctr">
              <a:buNone/>
              <a:defRPr sz="1600">
                <a:solidFill>
                  <a:schemeClr val="bg1"/>
                </a:solidFill>
              </a:defRPr>
            </a:lvl1pPr>
          </a:lstStyle>
          <a:p>
            <a:pPr lvl="0"/>
            <a:r>
              <a:rPr lang="de-DE" dirty="0" err="1"/>
              <a:t>Section</a:t>
            </a:r>
            <a:endParaRPr lang="de-DE" dirty="0"/>
          </a:p>
        </p:txBody>
      </p:sp>
      <p:sp>
        <p:nvSpPr>
          <p:cNvPr id="16" name="Textplatzhalter 19">
            <a:extLst>
              <a:ext uri="{FF2B5EF4-FFF2-40B4-BE49-F238E27FC236}">
                <a16:creationId xmlns:a16="http://schemas.microsoft.com/office/drawing/2014/main" id="{70474D20-DAC8-4E03-D93A-5E336E2DBC3D}"/>
              </a:ext>
            </a:extLst>
          </p:cNvPr>
          <p:cNvSpPr>
            <a:spLocks noGrp="1"/>
          </p:cNvSpPr>
          <p:nvPr>
            <p:ph type="body" sz="quarter" idx="25" hasCustomPrompt="1"/>
          </p:nvPr>
        </p:nvSpPr>
        <p:spPr bwMode="gray">
          <a:xfrm>
            <a:off x="2713041" y="4156615"/>
            <a:ext cx="2511148" cy="286915"/>
          </a:xfrm>
        </p:spPr>
        <p:txBody>
          <a:bodyPr/>
          <a:lstStyle>
            <a:lvl1pPr marL="0" indent="0" algn="ctr">
              <a:buNone/>
              <a:defRPr sz="2000" b="1">
                <a:solidFill>
                  <a:schemeClr val="accent1"/>
                </a:solidFill>
                <a:latin typeface="+mn-lt"/>
              </a:defRPr>
            </a:lvl1pPr>
          </a:lstStyle>
          <a:p>
            <a:pPr lvl="0"/>
            <a:r>
              <a:rPr lang="de-DE" dirty="0"/>
              <a:t>John </a:t>
            </a:r>
            <a:r>
              <a:rPr lang="de-DE" dirty="0" err="1"/>
              <a:t>Doe</a:t>
            </a:r>
            <a:endParaRPr lang="de-DE" dirty="0"/>
          </a:p>
        </p:txBody>
      </p:sp>
      <p:sp>
        <p:nvSpPr>
          <p:cNvPr id="17" name="Textplatzhalter 19">
            <a:extLst>
              <a:ext uri="{FF2B5EF4-FFF2-40B4-BE49-F238E27FC236}">
                <a16:creationId xmlns:a16="http://schemas.microsoft.com/office/drawing/2014/main" id="{7DF1E395-B606-BCBA-6897-2E0A34464E4A}"/>
              </a:ext>
            </a:extLst>
          </p:cNvPr>
          <p:cNvSpPr>
            <a:spLocks noGrp="1"/>
          </p:cNvSpPr>
          <p:nvPr>
            <p:ph type="body" sz="quarter" idx="26" hasCustomPrompt="1"/>
          </p:nvPr>
        </p:nvSpPr>
        <p:spPr bwMode="gray">
          <a:xfrm>
            <a:off x="2713041" y="5401450"/>
            <a:ext cx="2511148" cy="145909"/>
          </a:xfrm>
        </p:spPr>
        <p:txBody>
          <a:bodyPr/>
          <a:lstStyle>
            <a:lvl1pPr marL="0" indent="0" algn="ctr">
              <a:buNone/>
              <a:defRPr sz="1200">
                <a:solidFill>
                  <a:schemeClr val="bg1"/>
                </a:solidFill>
              </a:defRPr>
            </a:lvl1pPr>
          </a:lstStyle>
          <a:p>
            <a:pPr lvl="0"/>
            <a:r>
              <a:rPr lang="de-DE" dirty="0"/>
              <a:t>Web</a:t>
            </a:r>
          </a:p>
        </p:txBody>
      </p:sp>
      <p:sp>
        <p:nvSpPr>
          <p:cNvPr id="18" name="Textplatzhalter 19">
            <a:extLst>
              <a:ext uri="{FF2B5EF4-FFF2-40B4-BE49-F238E27FC236}">
                <a16:creationId xmlns:a16="http://schemas.microsoft.com/office/drawing/2014/main" id="{8B685D0D-BA9D-5ED6-0996-C304842E3E01}"/>
              </a:ext>
            </a:extLst>
          </p:cNvPr>
          <p:cNvSpPr>
            <a:spLocks noGrp="1"/>
          </p:cNvSpPr>
          <p:nvPr>
            <p:ph type="body" sz="quarter" idx="27" hasCustomPrompt="1"/>
          </p:nvPr>
        </p:nvSpPr>
        <p:spPr bwMode="gray">
          <a:xfrm>
            <a:off x="2713041" y="5566551"/>
            <a:ext cx="2511148" cy="145909"/>
          </a:xfrm>
        </p:spPr>
        <p:txBody>
          <a:bodyPr/>
          <a:lstStyle>
            <a:lvl1pPr marL="0" indent="0" algn="ctr">
              <a:buNone/>
              <a:defRPr sz="1200">
                <a:solidFill>
                  <a:schemeClr val="bg1"/>
                </a:solidFill>
              </a:defRPr>
            </a:lvl1pPr>
          </a:lstStyle>
          <a:p>
            <a:pPr lvl="0"/>
            <a:r>
              <a:rPr lang="de-DE" dirty="0"/>
              <a:t>E-Mail</a:t>
            </a:r>
          </a:p>
        </p:txBody>
      </p:sp>
      <p:sp>
        <p:nvSpPr>
          <p:cNvPr id="19" name="Textplatzhalter 19">
            <a:extLst>
              <a:ext uri="{FF2B5EF4-FFF2-40B4-BE49-F238E27FC236}">
                <a16:creationId xmlns:a16="http://schemas.microsoft.com/office/drawing/2014/main" id="{C4594950-DD09-2E36-A783-CF3B1013F6CA}"/>
              </a:ext>
            </a:extLst>
          </p:cNvPr>
          <p:cNvSpPr>
            <a:spLocks noGrp="1"/>
          </p:cNvSpPr>
          <p:nvPr>
            <p:ph type="body" sz="quarter" idx="28" hasCustomPrompt="1"/>
          </p:nvPr>
        </p:nvSpPr>
        <p:spPr bwMode="gray">
          <a:xfrm>
            <a:off x="2713041" y="5731651"/>
            <a:ext cx="2511148" cy="145909"/>
          </a:xfrm>
        </p:spPr>
        <p:txBody>
          <a:bodyPr/>
          <a:lstStyle>
            <a:lvl1pPr marL="0" indent="0" algn="ctr">
              <a:buNone/>
              <a:defRPr sz="1200">
                <a:solidFill>
                  <a:schemeClr val="bg1"/>
                </a:solidFill>
              </a:defRPr>
            </a:lvl1pPr>
          </a:lstStyle>
          <a:p>
            <a:pPr lvl="0"/>
            <a:r>
              <a:rPr lang="de-DE" dirty="0"/>
              <a:t>Phone</a:t>
            </a:r>
          </a:p>
        </p:txBody>
      </p:sp>
      <p:sp>
        <p:nvSpPr>
          <p:cNvPr id="20" name="Bild">
            <a:extLst>
              <a:ext uri="{FF2B5EF4-FFF2-40B4-BE49-F238E27FC236}">
                <a16:creationId xmlns:a16="http://schemas.microsoft.com/office/drawing/2014/main" id="{F36317AB-AE94-D498-F8F6-3450467715D9}"/>
              </a:ext>
            </a:extLst>
          </p:cNvPr>
          <p:cNvSpPr>
            <a:spLocks noGrp="1"/>
          </p:cNvSpPr>
          <p:nvPr>
            <p:ph type="pic" sz="quarter" idx="37"/>
          </p:nvPr>
        </p:nvSpPr>
        <p:spPr bwMode="gray">
          <a:xfrm>
            <a:off x="7144188" y="1719468"/>
            <a:ext cx="2158392" cy="2158204"/>
          </a:xfrm>
          <a:prstGeom prst="ellipse">
            <a:avLst/>
          </a:prstGeom>
          <a:solidFill>
            <a:schemeClr val="accent6"/>
          </a:solidFill>
        </p:spPr>
        <p:txBody>
          <a:bodyPr lIns="144000" tIns="144000" rIns="144000" bIns="144000"/>
          <a:lstStyle>
            <a:lvl1pPr marL="0" indent="0">
              <a:buNone/>
              <a:defRPr sz="1100"/>
            </a:lvl1pPr>
          </a:lstStyle>
          <a:p>
            <a:r>
              <a:rPr lang="en-US" noProof="0"/>
              <a:t>Click icon to add picture</a:t>
            </a:r>
            <a:endParaRPr lang="de-DE" noProof="0" dirty="0"/>
          </a:p>
        </p:txBody>
      </p:sp>
      <p:sp>
        <p:nvSpPr>
          <p:cNvPr id="21" name="Textplatzhalter 19">
            <a:extLst>
              <a:ext uri="{FF2B5EF4-FFF2-40B4-BE49-F238E27FC236}">
                <a16:creationId xmlns:a16="http://schemas.microsoft.com/office/drawing/2014/main" id="{F01F2DA8-007D-3C82-B8BA-4DF26F5CD2A5}"/>
              </a:ext>
            </a:extLst>
          </p:cNvPr>
          <p:cNvSpPr>
            <a:spLocks noGrp="1"/>
          </p:cNvSpPr>
          <p:nvPr>
            <p:ph type="body" sz="quarter" idx="50" hasCustomPrompt="1"/>
          </p:nvPr>
        </p:nvSpPr>
        <p:spPr bwMode="gray">
          <a:xfrm>
            <a:off x="6967810" y="4463802"/>
            <a:ext cx="2511148" cy="199671"/>
          </a:xfrm>
        </p:spPr>
        <p:txBody>
          <a:bodyPr/>
          <a:lstStyle>
            <a:lvl1pPr marL="0" indent="0" algn="ctr">
              <a:buNone/>
              <a:defRPr sz="1600">
                <a:solidFill>
                  <a:schemeClr val="bg1"/>
                </a:solidFill>
              </a:defRPr>
            </a:lvl1pPr>
          </a:lstStyle>
          <a:p>
            <a:pPr lvl="0"/>
            <a:r>
              <a:rPr lang="de-DE" dirty="0"/>
              <a:t>Position</a:t>
            </a:r>
          </a:p>
        </p:txBody>
      </p:sp>
      <p:sp>
        <p:nvSpPr>
          <p:cNvPr id="22" name="Textplatzhalter 19">
            <a:extLst>
              <a:ext uri="{FF2B5EF4-FFF2-40B4-BE49-F238E27FC236}">
                <a16:creationId xmlns:a16="http://schemas.microsoft.com/office/drawing/2014/main" id="{B2142F0D-3C5A-85B4-5E2A-8D0308F9D41E}"/>
              </a:ext>
            </a:extLst>
          </p:cNvPr>
          <p:cNvSpPr>
            <a:spLocks noGrp="1"/>
          </p:cNvSpPr>
          <p:nvPr>
            <p:ph type="body" sz="quarter" idx="51" hasCustomPrompt="1"/>
          </p:nvPr>
        </p:nvSpPr>
        <p:spPr bwMode="gray">
          <a:xfrm>
            <a:off x="6967810" y="4686846"/>
            <a:ext cx="2511148" cy="199671"/>
          </a:xfrm>
        </p:spPr>
        <p:txBody>
          <a:bodyPr/>
          <a:lstStyle>
            <a:lvl1pPr marL="0" indent="0" algn="ctr">
              <a:buNone/>
              <a:defRPr sz="1600">
                <a:solidFill>
                  <a:schemeClr val="bg1"/>
                </a:solidFill>
              </a:defRPr>
            </a:lvl1pPr>
          </a:lstStyle>
          <a:p>
            <a:pPr lvl="0"/>
            <a:r>
              <a:rPr lang="de-DE" dirty="0" err="1"/>
              <a:t>Section</a:t>
            </a:r>
            <a:endParaRPr lang="de-DE" dirty="0"/>
          </a:p>
        </p:txBody>
      </p:sp>
      <p:sp>
        <p:nvSpPr>
          <p:cNvPr id="23" name="Textplatzhalter 19">
            <a:extLst>
              <a:ext uri="{FF2B5EF4-FFF2-40B4-BE49-F238E27FC236}">
                <a16:creationId xmlns:a16="http://schemas.microsoft.com/office/drawing/2014/main" id="{6AD99CAC-851D-F368-5CAF-F0E29A293444}"/>
              </a:ext>
            </a:extLst>
          </p:cNvPr>
          <p:cNvSpPr>
            <a:spLocks noGrp="1"/>
          </p:cNvSpPr>
          <p:nvPr>
            <p:ph type="body" sz="quarter" idx="52" hasCustomPrompt="1"/>
          </p:nvPr>
        </p:nvSpPr>
        <p:spPr bwMode="gray">
          <a:xfrm>
            <a:off x="6967810" y="4156615"/>
            <a:ext cx="2511148" cy="286915"/>
          </a:xfrm>
        </p:spPr>
        <p:txBody>
          <a:bodyPr/>
          <a:lstStyle>
            <a:lvl1pPr marL="0" indent="0" algn="ctr">
              <a:buNone/>
              <a:defRPr sz="2000" b="1">
                <a:solidFill>
                  <a:schemeClr val="accent1"/>
                </a:solidFill>
                <a:latin typeface="+mn-lt"/>
              </a:defRPr>
            </a:lvl1pPr>
          </a:lstStyle>
          <a:p>
            <a:pPr lvl="0"/>
            <a:r>
              <a:rPr lang="de-DE" dirty="0"/>
              <a:t>John </a:t>
            </a:r>
            <a:r>
              <a:rPr lang="de-DE" dirty="0" err="1"/>
              <a:t>Doe</a:t>
            </a:r>
            <a:endParaRPr lang="de-DE" dirty="0"/>
          </a:p>
        </p:txBody>
      </p:sp>
      <p:sp>
        <p:nvSpPr>
          <p:cNvPr id="24" name="Textplatzhalter 19">
            <a:extLst>
              <a:ext uri="{FF2B5EF4-FFF2-40B4-BE49-F238E27FC236}">
                <a16:creationId xmlns:a16="http://schemas.microsoft.com/office/drawing/2014/main" id="{D6B1D9BE-B0D3-503A-B043-9F88ED11D6A0}"/>
              </a:ext>
            </a:extLst>
          </p:cNvPr>
          <p:cNvSpPr>
            <a:spLocks noGrp="1"/>
          </p:cNvSpPr>
          <p:nvPr>
            <p:ph type="body" sz="quarter" idx="53" hasCustomPrompt="1"/>
          </p:nvPr>
        </p:nvSpPr>
        <p:spPr bwMode="gray">
          <a:xfrm>
            <a:off x="6967810" y="5401450"/>
            <a:ext cx="2511148" cy="145909"/>
          </a:xfrm>
        </p:spPr>
        <p:txBody>
          <a:bodyPr/>
          <a:lstStyle>
            <a:lvl1pPr marL="0" indent="0" algn="ctr">
              <a:buNone/>
              <a:defRPr sz="1200">
                <a:solidFill>
                  <a:schemeClr val="bg1"/>
                </a:solidFill>
              </a:defRPr>
            </a:lvl1pPr>
          </a:lstStyle>
          <a:p>
            <a:pPr lvl="0"/>
            <a:r>
              <a:rPr lang="de-DE" dirty="0"/>
              <a:t>Web</a:t>
            </a:r>
          </a:p>
        </p:txBody>
      </p:sp>
      <p:sp>
        <p:nvSpPr>
          <p:cNvPr id="25" name="Textplatzhalter 19">
            <a:extLst>
              <a:ext uri="{FF2B5EF4-FFF2-40B4-BE49-F238E27FC236}">
                <a16:creationId xmlns:a16="http://schemas.microsoft.com/office/drawing/2014/main" id="{2802FA9B-84F3-7129-C6F5-215B812BAD2F}"/>
              </a:ext>
            </a:extLst>
          </p:cNvPr>
          <p:cNvSpPr>
            <a:spLocks noGrp="1"/>
          </p:cNvSpPr>
          <p:nvPr>
            <p:ph type="body" sz="quarter" idx="54" hasCustomPrompt="1"/>
          </p:nvPr>
        </p:nvSpPr>
        <p:spPr bwMode="gray">
          <a:xfrm>
            <a:off x="6967810" y="5566551"/>
            <a:ext cx="2511148" cy="145909"/>
          </a:xfrm>
        </p:spPr>
        <p:txBody>
          <a:bodyPr/>
          <a:lstStyle>
            <a:lvl1pPr marL="0" indent="0" algn="ctr">
              <a:buNone/>
              <a:defRPr sz="1200">
                <a:solidFill>
                  <a:schemeClr val="bg1"/>
                </a:solidFill>
              </a:defRPr>
            </a:lvl1pPr>
          </a:lstStyle>
          <a:p>
            <a:pPr lvl="0"/>
            <a:r>
              <a:rPr lang="de-DE" dirty="0"/>
              <a:t>E-Mail</a:t>
            </a:r>
          </a:p>
        </p:txBody>
      </p:sp>
      <p:sp>
        <p:nvSpPr>
          <p:cNvPr id="26" name="Textplatzhalter 19">
            <a:extLst>
              <a:ext uri="{FF2B5EF4-FFF2-40B4-BE49-F238E27FC236}">
                <a16:creationId xmlns:a16="http://schemas.microsoft.com/office/drawing/2014/main" id="{BB21797B-8CFE-485B-E4ED-DD6453B0EE71}"/>
              </a:ext>
            </a:extLst>
          </p:cNvPr>
          <p:cNvSpPr>
            <a:spLocks noGrp="1"/>
          </p:cNvSpPr>
          <p:nvPr>
            <p:ph type="body" sz="quarter" idx="55" hasCustomPrompt="1"/>
          </p:nvPr>
        </p:nvSpPr>
        <p:spPr bwMode="gray">
          <a:xfrm>
            <a:off x="6967810" y="5731651"/>
            <a:ext cx="2511148" cy="145909"/>
          </a:xfrm>
        </p:spPr>
        <p:txBody>
          <a:bodyPr/>
          <a:lstStyle>
            <a:lvl1pPr marL="0" indent="0" algn="ctr">
              <a:buNone/>
              <a:defRPr sz="1200">
                <a:solidFill>
                  <a:schemeClr val="bg1"/>
                </a:solidFill>
              </a:defRPr>
            </a:lvl1pPr>
          </a:lstStyle>
          <a:p>
            <a:pPr lvl="0"/>
            <a:r>
              <a:rPr lang="de-DE" dirty="0"/>
              <a:t>Phone</a:t>
            </a:r>
          </a:p>
        </p:txBody>
      </p:sp>
      <p:cxnSp>
        <p:nvCxnSpPr>
          <p:cNvPr id="28" name="Gerader Verbinder 27">
            <a:extLst>
              <a:ext uri="{FF2B5EF4-FFF2-40B4-BE49-F238E27FC236}">
                <a16:creationId xmlns:a16="http://schemas.microsoft.com/office/drawing/2014/main" id="{36BB2330-FD87-F1F5-420C-96EEFA7D5EEE}"/>
              </a:ext>
            </a:extLst>
          </p:cNvPr>
          <p:cNvCxnSpPr>
            <a:cxnSpLocks/>
          </p:cNvCxnSpPr>
          <p:nvPr userDrawn="1"/>
        </p:nvCxnSpPr>
        <p:spPr bwMode="gray">
          <a:xfrm flipH="1">
            <a:off x="3703185" y="5138420"/>
            <a:ext cx="53086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 name="Gerader Verbinder 1">
            <a:extLst>
              <a:ext uri="{FF2B5EF4-FFF2-40B4-BE49-F238E27FC236}">
                <a16:creationId xmlns:a16="http://schemas.microsoft.com/office/drawing/2014/main" id="{0ED6F201-F5A5-9A94-DF70-734B4C585AED}"/>
              </a:ext>
            </a:extLst>
          </p:cNvPr>
          <p:cNvCxnSpPr>
            <a:cxnSpLocks/>
          </p:cNvCxnSpPr>
          <p:nvPr userDrawn="1"/>
        </p:nvCxnSpPr>
        <p:spPr bwMode="gray">
          <a:xfrm flipH="1">
            <a:off x="7957954" y="5138420"/>
            <a:ext cx="53086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3004370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D_Contact_3">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0C3BB7C-B4A7-41A4-8C5A-903570B6070B}"/>
              </a:ext>
            </a:extLst>
          </p:cNvPr>
          <p:cNvSpPr>
            <a:spLocks noGrp="1"/>
          </p:cNvSpPr>
          <p:nvPr>
            <p:ph type="title" hasCustomPrompt="1"/>
          </p:nvPr>
        </p:nvSpPr>
        <p:spPr bwMode="gray"/>
        <p:txBody>
          <a:bodyPr vert="horz"/>
          <a:lstStyle/>
          <a:p>
            <a:r>
              <a:rPr lang="en-US" dirty="0"/>
              <a:t>Click to edit Master title style</a:t>
            </a:r>
          </a:p>
        </p:txBody>
      </p:sp>
      <p:sp>
        <p:nvSpPr>
          <p:cNvPr id="10" name="Footer Placeholder 4">
            <a:extLst>
              <a:ext uri="{FF2B5EF4-FFF2-40B4-BE49-F238E27FC236}">
                <a16:creationId xmlns:a16="http://schemas.microsoft.com/office/drawing/2014/main" id="{A9C53063-1F58-BE27-2E94-7E00DE772613}"/>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accent6"/>
                </a:solidFill>
              </a:defRPr>
            </a:lvl1pPr>
          </a:lstStyle>
          <a:p>
            <a:r>
              <a:rPr lang="en-US" dirty="0"/>
              <a:t>© </a:t>
            </a:r>
            <a:fld id="{8E907605-6A7C-4297-9EA0-F0AC6D846A91}" type="datetimeyyyy">
              <a:rPr lang="en-US" smtClean="0"/>
              <a:pPr/>
              <a:t>2024</a:t>
            </a:fld>
            <a:r>
              <a:rPr lang="en-US" dirty="0"/>
              <a:t> NTT DATA Business Solutions</a:t>
            </a:r>
          </a:p>
        </p:txBody>
      </p:sp>
      <p:sp>
        <p:nvSpPr>
          <p:cNvPr id="11" name="Slide Number Placeholder 5">
            <a:extLst>
              <a:ext uri="{FF2B5EF4-FFF2-40B4-BE49-F238E27FC236}">
                <a16:creationId xmlns:a16="http://schemas.microsoft.com/office/drawing/2014/main" id="{AF1EE05E-1EF3-FA88-09CC-87DB6B58184B}"/>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accent6"/>
                </a:solidFill>
              </a:defRPr>
            </a:lvl1pPr>
          </a:lstStyle>
          <a:p>
            <a:fld id="{13CE6DAF-806F-404B-BC68-339BFCB57E5C}" type="slidenum">
              <a:rPr lang="en-US" smtClean="0"/>
              <a:pPr/>
              <a:t>‹#›</a:t>
            </a:fld>
            <a:endParaRPr lang="en-US" dirty="0"/>
          </a:p>
        </p:txBody>
      </p:sp>
      <p:sp>
        <p:nvSpPr>
          <p:cNvPr id="2" name="Bild">
            <a:extLst>
              <a:ext uri="{FF2B5EF4-FFF2-40B4-BE49-F238E27FC236}">
                <a16:creationId xmlns:a16="http://schemas.microsoft.com/office/drawing/2014/main" id="{39AEFD9F-70E6-5C57-9436-1749177EF001}"/>
              </a:ext>
            </a:extLst>
          </p:cNvPr>
          <p:cNvSpPr>
            <a:spLocks noGrp="1"/>
          </p:cNvSpPr>
          <p:nvPr>
            <p:ph type="pic" sz="quarter" idx="18"/>
          </p:nvPr>
        </p:nvSpPr>
        <p:spPr bwMode="gray">
          <a:xfrm>
            <a:off x="1502898" y="1719468"/>
            <a:ext cx="2158392" cy="2158204"/>
          </a:xfrm>
          <a:prstGeom prst="ellipse">
            <a:avLst/>
          </a:prstGeom>
          <a:solidFill>
            <a:schemeClr val="accent6"/>
          </a:solidFill>
        </p:spPr>
        <p:txBody>
          <a:bodyPr lIns="144000" tIns="144000" rIns="144000" bIns="144000"/>
          <a:lstStyle>
            <a:lvl1pPr marL="0" indent="0">
              <a:buNone/>
              <a:defRPr sz="1400"/>
            </a:lvl1pPr>
          </a:lstStyle>
          <a:p>
            <a:r>
              <a:rPr lang="en-US" noProof="0"/>
              <a:t>Click icon to add picture</a:t>
            </a:r>
            <a:endParaRPr lang="de-DE" noProof="0" dirty="0"/>
          </a:p>
        </p:txBody>
      </p:sp>
      <p:sp>
        <p:nvSpPr>
          <p:cNvPr id="4" name="Textplatzhalter 19">
            <a:extLst>
              <a:ext uri="{FF2B5EF4-FFF2-40B4-BE49-F238E27FC236}">
                <a16:creationId xmlns:a16="http://schemas.microsoft.com/office/drawing/2014/main" id="{7C1C95DB-5597-0591-2531-E1B3711EA916}"/>
              </a:ext>
            </a:extLst>
          </p:cNvPr>
          <p:cNvSpPr>
            <a:spLocks noGrp="1"/>
          </p:cNvSpPr>
          <p:nvPr>
            <p:ph type="body" sz="quarter" idx="20" hasCustomPrompt="1"/>
          </p:nvPr>
        </p:nvSpPr>
        <p:spPr bwMode="gray">
          <a:xfrm>
            <a:off x="1326520" y="4463802"/>
            <a:ext cx="2511148" cy="199671"/>
          </a:xfrm>
        </p:spPr>
        <p:txBody>
          <a:bodyPr/>
          <a:lstStyle>
            <a:lvl1pPr marL="0" indent="0" algn="ctr">
              <a:buNone/>
              <a:defRPr sz="1600">
                <a:solidFill>
                  <a:schemeClr val="bg1"/>
                </a:solidFill>
              </a:defRPr>
            </a:lvl1pPr>
          </a:lstStyle>
          <a:p>
            <a:pPr lvl="0"/>
            <a:r>
              <a:rPr lang="de-DE" dirty="0"/>
              <a:t>Position</a:t>
            </a:r>
          </a:p>
        </p:txBody>
      </p:sp>
      <p:sp>
        <p:nvSpPr>
          <p:cNvPr id="5" name="Textplatzhalter 19">
            <a:extLst>
              <a:ext uri="{FF2B5EF4-FFF2-40B4-BE49-F238E27FC236}">
                <a16:creationId xmlns:a16="http://schemas.microsoft.com/office/drawing/2014/main" id="{B3ABC7FD-E9DD-2056-C2DD-E029D9AA2E54}"/>
              </a:ext>
            </a:extLst>
          </p:cNvPr>
          <p:cNvSpPr>
            <a:spLocks noGrp="1"/>
          </p:cNvSpPr>
          <p:nvPr>
            <p:ph type="body" sz="quarter" idx="24" hasCustomPrompt="1"/>
          </p:nvPr>
        </p:nvSpPr>
        <p:spPr bwMode="gray">
          <a:xfrm>
            <a:off x="1326520" y="4686846"/>
            <a:ext cx="2511148" cy="199671"/>
          </a:xfrm>
        </p:spPr>
        <p:txBody>
          <a:bodyPr/>
          <a:lstStyle>
            <a:lvl1pPr marL="0" indent="0" algn="ctr">
              <a:buNone/>
              <a:defRPr sz="1600">
                <a:solidFill>
                  <a:schemeClr val="bg1"/>
                </a:solidFill>
              </a:defRPr>
            </a:lvl1pPr>
          </a:lstStyle>
          <a:p>
            <a:pPr lvl="0"/>
            <a:r>
              <a:rPr lang="de-DE" dirty="0" err="1"/>
              <a:t>Section</a:t>
            </a:r>
            <a:endParaRPr lang="de-DE" dirty="0"/>
          </a:p>
        </p:txBody>
      </p:sp>
      <p:sp>
        <p:nvSpPr>
          <p:cNvPr id="7" name="Textplatzhalter 19">
            <a:extLst>
              <a:ext uri="{FF2B5EF4-FFF2-40B4-BE49-F238E27FC236}">
                <a16:creationId xmlns:a16="http://schemas.microsoft.com/office/drawing/2014/main" id="{FE51A178-72AA-A0DC-0AA4-A9E969630EC2}"/>
              </a:ext>
            </a:extLst>
          </p:cNvPr>
          <p:cNvSpPr>
            <a:spLocks noGrp="1"/>
          </p:cNvSpPr>
          <p:nvPr>
            <p:ph type="body" sz="quarter" idx="25" hasCustomPrompt="1"/>
          </p:nvPr>
        </p:nvSpPr>
        <p:spPr bwMode="gray">
          <a:xfrm>
            <a:off x="1326520" y="4156615"/>
            <a:ext cx="2511148" cy="286915"/>
          </a:xfrm>
        </p:spPr>
        <p:txBody>
          <a:bodyPr/>
          <a:lstStyle>
            <a:lvl1pPr marL="0" indent="0" algn="ctr">
              <a:buNone/>
              <a:defRPr sz="2000" b="1">
                <a:solidFill>
                  <a:schemeClr val="accent1"/>
                </a:solidFill>
                <a:latin typeface="+mn-lt"/>
              </a:defRPr>
            </a:lvl1pPr>
          </a:lstStyle>
          <a:p>
            <a:pPr lvl="0"/>
            <a:r>
              <a:rPr lang="de-DE" dirty="0"/>
              <a:t>John </a:t>
            </a:r>
            <a:r>
              <a:rPr lang="de-DE" dirty="0" err="1"/>
              <a:t>Doe</a:t>
            </a:r>
            <a:endParaRPr lang="de-DE" dirty="0"/>
          </a:p>
        </p:txBody>
      </p:sp>
      <p:sp>
        <p:nvSpPr>
          <p:cNvPr id="8" name="Textplatzhalter 19">
            <a:extLst>
              <a:ext uri="{FF2B5EF4-FFF2-40B4-BE49-F238E27FC236}">
                <a16:creationId xmlns:a16="http://schemas.microsoft.com/office/drawing/2014/main" id="{BCC91446-93DE-E095-F1D5-359F929FBF33}"/>
              </a:ext>
            </a:extLst>
          </p:cNvPr>
          <p:cNvSpPr>
            <a:spLocks noGrp="1"/>
          </p:cNvSpPr>
          <p:nvPr>
            <p:ph type="body" sz="quarter" idx="26" hasCustomPrompt="1"/>
          </p:nvPr>
        </p:nvSpPr>
        <p:spPr bwMode="gray">
          <a:xfrm>
            <a:off x="1326520" y="5401450"/>
            <a:ext cx="2511148" cy="145909"/>
          </a:xfrm>
        </p:spPr>
        <p:txBody>
          <a:bodyPr/>
          <a:lstStyle>
            <a:lvl1pPr marL="0" indent="0" algn="ctr">
              <a:buNone/>
              <a:defRPr sz="1200">
                <a:solidFill>
                  <a:schemeClr val="bg1"/>
                </a:solidFill>
              </a:defRPr>
            </a:lvl1pPr>
          </a:lstStyle>
          <a:p>
            <a:pPr lvl="0"/>
            <a:r>
              <a:rPr lang="de-DE" dirty="0"/>
              <a:t>Web</a:t>
            </a:r>
          </a:p>
        </p:txBody>
      </p:sp>
      <p:sp>
        <p:nvSpPr>
          <p:cNvPr id="9" name="Textplatzhalter 19">
            <a:extLst>
              <a:ext uri="{FF2B5EF4-FFF2-40B4-BE49-F238E27FC236}">
                <a16:creationId xmlns:a16="http://schemas.microsoft.com/office/drawing/2014/main" id="{3C0201BE-12D7-CB4E-1E31-0B52B5F8D25D}"/>
              </a:ext>
            </a:extLst>
          </p:cNvPr>
          <p:cNvSpPr>
            <a:spLocks noGrp="1"/>
          </p:cNvSpPr>
          <p:nvPr>
            <p:ph type="body" sz="quarter" idx="27" hasCustomPrompt="1"/>
          </p:nvPr>
        </p:nvSpPr>
        <p:spPr bwMode="gray">
          <a:xfrm>
            <a:off x="1326520" y="5566551"/>
            <a:ext cx="2511148" cy="145909"/>
          </a:xfrm>
        </p:spPr>
        <p:txBody>
          <a:bodyPr/>
          <a:lstStyle>
            <a:lvl1pPr marL="0" indent="0" algn="ctr">
              <a:buNone/>
              <a:defRPr sz="1200">
                <a:solidFill>
                  <a:schemeClr val="bg1"/>
                </a:solidFill>
              </a:defRPr>
            </a:lvl1pPr>
          </a:lstStyle>
          <a:p>
            <a:pPr lvl="0"/>
            <a:r>
              <a:rPr lang="de-DE" dirty="0"/>
              <a:t>E-Mail</a:t>
            </a:r>
          </a:p>
        </p:txBody>
      </p:sp>
      <p:sp>
        <p:nvSpPr>
          <p:cNvPr id="13" name="Textplatzhalter 19">
            <a:extLst>
              <a:ext uri="{FF2B5EF4-FFF2-40B4-BE49-F238E27FC236}">
                <a16:creationId xmlns:a16="http://schemas.microsoft.com/office/drawing/2014/main" id="{E8AAF35B-5ABC-EA43-39C8-033629111AA6}"/>
              </a:ext>
            </a:extLst>
          </p:cNvPr>
          <p:cNvSpPr>
            <a:spLocks noGrp="1"/>
          </p:cNvSpPr>
          <p:nvPr>
            <p:ph type="body" sz="quarter" idx="28" hasCustomPrompt="1"/>
          </p:nvPr>
        </p:nvSpPr>
        <p:spPr bwMode="gray">
          <a:xfrm>
            <a:off x="1326520" y="5731651"/>
            <a:ext cx="2511148" cy="145909"/>
          </a:xfrm>
        </p:spPr>
        <p:txBody>
          <a:bodyPr/>
          <a:lstStyle>
            <a:lvl1pPr marL="0" indent="0" algn="ctr">
              <a:buNone/>
              <a:defRPr sz="1200">
                <a:solidFill>
                  <a:schemeClr val="bg1"/>
                </a:solidFill>
              </a:defRPr>
            </a:lvl1pPr>
          </a:lstStyle>
          <a:p>
            <a:pPr lvl="0"/>
            <a:r>
              <a:rPr lang="de-DE" dirty="0"/>
              <a:t>Phone</a:t>
            </a:r>
          </a:p>
        </p:txBody>
      </p:sp>
      <p:sp>
        <p:nvSpPr>
          <p:cNvPr id="27" name="Bild">
            <a:extLst>
              <a:ext uri="{FF2B5EF4-FFF2-40B4-BE49-F238E27FC236}">
                <a16:creationId xmlns:a16="http://schemas.microsoft.com/office/drawing/2014/main" id="{DD7FE38A-51E1-4E43-BB57-1664A248CB82}"/>
              </a:ext>
            </a:extLst>
          </p:cNvPr>
          <p:cNvSpPr>
            <a:spLocks noGrp="1"/>
          </p:cNvSpPr>
          <p:nvPr>
            <p:ph type="pic" sz="quarter" idx="29"/>
          </p:nvPr>
        </p:nvSpPr>
        <p:spPr bwMode="gray">
          <a:xfrm>
            <a:off x="5016397" y="1719468"/>
            <a:ext cx="2158392" cy="2158204"/>
          </a:xfrm>
          <a:prstGeom prst="ellipse">
            <a:avLst/>
          </a:prstGeom>
          <a:solidFill>
            <a:schemeClr val="accent6"/>
          </a:solidFill>
        </p:spPr>
        <p:txBody>
          <a:bodyPr lIns="144000" tIns="144000" rIns="144000" bIns="144000"/>
          <a:lstStyle>
            <a:lvl1pPr marL="0" indent="0">
              <a:buNone/>
              <a:defRPr sz="1100"/>
            </a:lvl1pPr>
          </a:lstStyle>
          <a:p>
            <a:r>
              <a:rPr lang="en-US" noProof="0"/>
              <a:t>Click icon to add picture</a:t>
            </a:r>
            <a:endParaRPr lang="de-DE" noProof="0" dirty="0"/>
          </a:p>
        </p:txBody>
      </p:sp>
      <p:sp>
        <p:nvSpPr>
          <p:cNvPr id="28" name="Bild">
            <a:extLst>
              <a:ext uri="{FF2B5EF4-FFF2-40B4-BE49-F238E27FC236}">
                <a16:creationId xmlns:a16="http://schemas.microsoft.com/office/drawing/2014/main" id="{51BA8FB0-222A-0F16-0114-3BB853F45628}"/>
              </a:ext>
            </a:extLst>
          </p:cNvPr>
          <p:cNvSpPr>
            <a:spLocks noGrp="1"/>
          </p:cNvSpPr>
          <p:nvPr>
            <p:ph type="pic" sz="quarter" idx="37"/>
          </p:nvPr>
        </p:nvSpPr>
        <p:spPr bwMode="gray">
          <a:xfrm>
            <a:off x="8529896" y="1719468"/>
            <a:ext cx="2158392" cy="2158204"/>
          </a:xfrm>
          <a:prstGeom prst="ellipse">
            <a:avLst/>
          </a:prstGeom>
          <a:solidFill>
            <a:schemeClr val="accent6"/>
          </a:solidFill>
        </p:spPr>
        <p:txBody>
          <a:bodyPr lIns="144000" tIns="144000" rIns="144000" bIns="144000"/>
          <a:lstStyle>
            <a:lvl1pPr marL="0" indent="0">
              <a:buNone/>
              <a:defRPr sz="1100"/>
            </a:lvl1pPr>
          </a:lstStyle>
          <a:p>
            <a:r>
              <a:rPr lang="en-US" noProof="0"/>
              <a:t>Click icon to add picture</a:t>
            </a:r>
            <a:endParaRPr lang="de-DE" noProof="0" dirty="0"/>
          </a:p>
        </p:txBody>
      </p:sp>
      <p:sp>
        <p:nvSpPr>
          <p:cNvPr id="29" name="Textplatzhalter 19">
            <a:extLst>
              <a:ext uri="{FF2B5EF4-FFF2-40B4-BE49-F238E27FC236}">
                <a16:creationId xmlns:a16="http://schemas.microsoft.com/office/drawing/2014/main" id="{2FC1F118-28C7-4937-8FA8-52653C8B7B85}"/>
              </a:ext>
            </a:extLst>
          </p:cNvPr>
          <p:cNvSpPr>
            <a:spLocks noGrp="1"/>
          </p:cNvSpPr>
          <p:nvPr>
            <p:ph type="body" sz="quarter" idx="44" hasCustomPrompt="1"/>
          </p:nvPr>
        </p:nvSpPr>
        <p:spPr bwMode="gray">
          <a:xfrm>
            <a:off x="4840019" y="4463802"/>
            <a:ext cx="2511148" cy="199671"/>
          </a:xfrm>
        </p:spPr>
        <p:txBody>
          <a:bodyPr/>
          <a:lstStyle>
            <a:lvl1pPr marL="0" indent="0" algn="ctr">
              <a:buNone/>
              <a:defRPr sz="1600">
                <a:solidFill>
                  <a:schemeClr val="bg1"/>
                </a:solidFill>
              </a:defRPr>
            </a:lvl1pPr>
          </a:lstStyle>
          <a:p>
            <a:pPr lvl="0"/>
            <a:r>
              <a:rPr lang="de-DE" dirty="0"/>
              <a:t>Position</a:t>
            </a:r>
          </a:p>
        </p:txBody>
      </p:sp>
      <p:sp>
        <p:nvSpPr>
          <p:cNvPr id="30" name="Textplatzhalter 19">
            <a:extLst>
              <a:ext uri="{FF2B5EF4-FFF2-40B4-BE49-F238E27FC236}">
                <a16:creationId xmlns:a16="http://schemas.microsoft.com/office/drawing/2014/main" id="{9956C4FB-FC8C-0A01-8FBD-746ACAC51DFA}"/>
              </a:ext>
            </a:extLst>
          </p:cNvPr>
          <p:cNvSpPr>
            <a:spLocks noGrp="1"/>
          </p:cNvSpPr>
          <p:nvPr>
            <p:ph type="body" sz="quarter" idx="45" hasCustomPrompt="1"/>
          </p:nvPr>
        </p:nvSpPr>
        <p:spPr bwMode="gray">
          <a:xfrm>
            <a:off x="4840019" y="4686846"/>
            <a:ext cx="2511148" cy="199671"/>
          </a:xfrm>
        </p:spPr>
        <p:txBody>
          <a:bodyPr/>
          <a:lstStyle>
            <a:lvl1pPr marL="0" indent="0" algn="ctr">
              <a:buNone/>
              <a:defRPr sz="1600">
                <a:solidFill>
                  <a:schemeClr val="bg1"/>
                </a:solidFill>
              </a:defRPr>
            </a:lvl1pPr>
          </a:lstStyle>
          <a:p>
            <a:pPr lvl="0"/>
            <a:r>
              <a:rPr lang="de-DE" dirty="0" err="1"/>
              <a:t>Section</a:t>
            </a:r>
            <a:endParaRPr lang="de-DE" dirty="0"/>
          </a:p>
        </p:txBody>
      </p:sp>
      <p:sp>
        <p:nvSpPr>
          <p:cNvPr id="31" name="Textplatzhalter 19">
            <a:extLst>
              <a:ext uri="{FF2B5EF4-FFF2-40B4-BE49-F238E27FC236}">
                <a16:creationId xmlns:a16="http://schemas.microsoft.com/office/drawing/2014/main" id="{970BB876-E1DE-3E78-7E09-2CAA27FA90F2}"/>
              </a:ext>
            </a:extLst>
          </p:cNvPr>
          <p:cNvSpPr>
            <a:spLocks noGrp="1"/>
          </p:cNvSpPr>
          <p:nvPr>
            <p:ph type="body" sz="quarter" idx="46" hasCustomPrompt="1"/>
          </p:nvPr>
        </p:nvSpPr>
        <p:spPr bwMode="gray">
          <a:xfrm>
            <a:off x="4840019" y="4156615"/>
            <a:ext cx="2511148" cy="286915"/>
          </a:xfrm>
        </p:spPr>
        <p:txBody>
          <a:bodyPr/>
          <a:lstStyle>
            <a:lvl1pPr marL="0" indent="0" algn="ctr">
              <a:buNone/>
              <a:defRPr sz="2000" b="1">
                <a:solidFill>
                  <a:schemeClr val="accent1"/>
                </a:solidFill>
                <a:latin typeface="+mn-lt"/>
              </a:defRPr>
            </a:lvl1pPr>
          </a:lstStyle>
          <a:p>
            <a:pPr lvl="0"/>
            <a:r>
              <a:rPr lang="de-DE" dirty="0"/>
              <a:t>John </a:t>
            </a:r>
            <a:r>
              <a:rPr lang="de-DE" dirty="0" err="1"/>
              <a:t>Doe</a:t>
            </a:r>
            <a:endParaRPr lang="de-DE" dirty="0"/>
          </a:p>
        </p:txBody>
      </p:sp>
      <p:sp>
        <p:nvSpPr>
          <p:cNvPr id="32" name="Textplatzhalter 19">
            <a:extLst>
              <a:ext uri="{FF2B5EF4-FFF2-40B4-BE49-F238E27FC236}">
                <a16:creationId xmlns:a16="http://schemas.microsoft.com/office/drawing/2014/main" id="{D9A2957C-6E58-625D-F432-838F79B9CE77}"/>
              </a:ext>
            </a:extLst>
          </p:cNvPr>
          <p:cNvSpPr>
            <a:spLocks noGrp="1"/>
          </p:cNvSpPr>
          <p:nvPr>
            <p:ph type="body" sz="quarter" idx="47" hasCustomPrompt="1"/>
          </p:nvPr>
        </p:nvSpPr>
        <p:spPr bwMode="gray">
          <a:xfrm>
            <a:off x="4840019" y="5401450"/>
            <a:ext cx="2511148" cy="145909"/>
          </a:xfrm>
        </p:spPr>
        <p:txBody>
          <a:bodyPr/>
          <a:lstStyle>
            <a:lvl1pPr marL="0" indent="0" algn="ctr">
              <a:buNone/>
              <a:defRPr sz="1200">
                <a:solidFill>
                  <a:schemeClr val="bg1"/>
                </a:solidFill>
              </a:defRPr>
            </a:lvl1pPr>
          </a:lstStyle>
          <a:p>
            <a:pPr lvl="0"/>
            <a:r>
              <a:rPr lang="de-DE" dirty="0"/>
              <a:t>Web</a:t>
            </a:r>
          </a:p>
        </p:txBody>
      </p:sp>
      <p:sp>
        <p:nvSpPr>
          <p:cNvPr id="33" name="Textplatzhalter 19">
            <a:extLst>
              <a:ext uri="{FF2B5EF4-FFF2-40B4-BE49-F238E27FC236}">
                <a16:creationId xmlns:a16="http://schemas.microsoft.com/office/drawing/2014/main" id="{74BEB116-9F3B-9EFD-DC83-6B0730E8AD65}"/>
              </a:ext>
            </a:extLst>
          </p:cNvPr>
          <p:cNvSpPr>
            <a:spLocks noGrp="1"/>
          </p:cNvSpPr>
          <p:nvPr>
            <p:ph type="body" sz="quarter" idx="48" hasCustomPrompt="1"/>
          </p:nvPr>
        </p:nvSpPr>
        <p:spPr bwMode="gray">
          <a:xfrm>
            <a:off x="4840019" y="5566551"/>
            <a:ext cx="2511148" cy="145909"/>
          </a:xfrm>
        </p:spPr>
        <p:txBody>
          <a:bodyPr/>
          <a:lstStyle>
            <a:lvl1pPr marL="0" indent="0" algn="ctr">
              <a:buNone/>
              <a:defRPr sz="1200">
                <a:solidFill>
                  <a:schemeClr val="bg1"/>
                </a:solidFill>
              </a:defRPr>
            </a:lvl1pPr>
          </a:lstStyle>
          <a:p>
            <a:pPr lvl="0"/>
            <a:r>
              <a:rPr lang="de-DE" dirty="0"/>
              <a:t>E-Mail</a:t>
            </a:r>
          </a:p>
        </p:txBody>
      </p:sp>
      <p:sp>
        <p:nvSpPr>
          <p:cNvPr id="34" name="Textplatzhalter 19">
            <a:extLst>
              <a:ext uri="{FF2B5EF4-FFF2-40B4-BE49-F238E27FC236}">
                <a16:creationId xmlns:a16="http://schemas.microsoft.com/office/drawing/2014/main" id="{4CB43218-24DA-32A8-D5BE-9A424D0A36C5}"/>
              </a:ext>
            </a:extLst>
          </p:cNvPr>
          <p:cNvSpPr>
            <a:spLocks noGrp="1"/>
          </p:cNvSpPr>
          <p:nvPr>
            <p:ph type="body" sz="quarter" idx="49" hasCustomPrompt="1"/>
          </p:nvPr>
        </p:nvSpPr>
        <p:spPr bwMode="gray">
          <a:xfrm>
            <a:off x="4840019" y="5731651"/>
            <a:ext cx="2511148" cy="145909"/>
          </a:xfrm>
        </p:spPr>
        <p:txBody>
          <a:bodyPr/>
          <a:lstStyle>
            <a:lvl1pPr marL="0" indent="0" algn="ctr">
              <a:buNone/>
              <a:defRPr sz="1200">
                <a:solidFill>
                  <a:schemeClr val="bg1"/>
                </a:solidFill>
              </a:defRPr>
            </a:lvl1pPr>
          </a:lstStyle>
          <a:p>
            <a:pPr lvl="0"/>
            <a:r>
              <a:rPr lang="de-DE" dirty="0"/>
              <a:t>Phone</a:t>
            </a:r>
          </a:p>
        </p:txBody>
      </p:sp>
      <p:sp>
        <p:nvSpPr>
          <p:cNvPr id="35" name="Textplatzhalter 19">
            <a:extLst>
              <a:ext uri="{FF2B5EF4-FFF2-40B4-BE49-F238E27FC236}">
                <a16:creationId xmlns:a16="http://schemas.microsoft.com/office/drawing/2014/main" id="{E81E8992-8200-DACF-50F0-649AF690BCC1}"/>
              </a:ext>
            </a:extLst>
          </p:cNvPr>
          <p:cNvSpPr>
            <a:spLocks noGrp="1"/>
          </p:cNvSpPr>
          <p:nvPr>
            <p:ph type="body" sz="quarter" idx="50" hasCustomPrompt="1"/>
          </p:nvPr>
        </p:nvSpPr>
        <p:spPr bwMode="gray">
          <a:xfrm>
            <a:off x="8353518" y="4463802"/>
            <a:ext cx="2511148" cy="199671"/>
          </a:xfrm>
        </p:spPr>
        <p:txBody>
          <a:bodyPr/>
          <a:lstStyle>
            <a:lvl1pPr marL="0" indent="0" algn="ctr">
              <a:buNone/>
              <a:defRPr sz="1600">
                <a:solidFill>
                  <a:schemeClr val="bg1"/>
                </a:solidFill>
              </a:defRPr>
            </a:lvl1pPr>
          </a:lstStyle>
          <a:p>
            <a:pPr lvl="0"/>
            <a:r>
              <a:rPr lang="de-DE" dirty="0"/>
              <a:t>Position</a:t>
            </a:r>
          </a:p>
        </p:txBody>
      </p:sp>
      <p:sp>
        <p:nvSpPr>
          <p:cNvPr id="36" name="Textplatzhalter 19">
            <a:extLst>
              <a:ext uri="{FF2B5EF4-FFF2-40B4-BE49-F238E27FC236}">
                <a16:creationId xmlns:a16="http://schemas.microsoft.com/office/drawing/2014/main" id="{FE10506F-CB8E-5C2C-268B-4C764467679E}"/>
              </a:ext>
            </a:extLst>
          </p:cNvPr>
          <p:cNvSpPr>
            <a:spLocks noGrp="1"/>
          </p:cNvSpPr>
          <p:nvPr>
            <p:ph type="body" sz="quarter" idx="51" hasCustomPrompt="1"/>
          </p:nvPr>
        </p:nvSpPr>
        <p:spPr bwMode="gray">
          <a:xfrm>
            <a:off x="8353518" y="4686846"/>
            <a:ext cx="2511148" cy="199671"/>
          </a:xfrm>
        </p:spPr>
        <p:txBody>
          <a:bodyPr/>
          <a:lstStyle>
            <a:lvl1pPr marL="0" indent="0" algn="ctr">
              <a:buNone/>
              <a:defRPr sz="1600">
                <a:solidFill>
                  <a:schemeClr val="bg1"/>
                </a:solidFill>
              </a:defRPr>
            </a:lvl1pPr>
          </a:lstStyle>
          <a:p>
            <a:pPr lvl="0"/>
            <a:r>
              <a:rPr lang="de-DE" dirty="0" err="1"/>
              <a:t>Section</a:t>
            </a:r>
            <a:endParaRPr lang="de-DE" dirty="0"/>
          </a:p>
        </p:txBody>
      </p:sp>
      <p:sp>
        <p:nvSpPr>
          <p:cNvPr id="37" name="Textplatzhalter 19">
            <a:extLst>
              <a:ext uri="{FF2B5EF4-FFF2-40B4-BE49-F238E27FC236}">
                <a16:creationId xmlns:a16="http://schemas.microsoft.com/office/drawing/2014/main" id="{A71613BB-31C5-D570-5383-46C9D241237C}"/>
              </a:ext>
            </a:extLst>
          </p:cNvPr>
          <p:cNvSpPr>
            <a:spLocks noGrp="1"/>
          </p:cNvSpPr>
          <p:nvPr>
            <p:ph type="body" sz="quarter" idx="52" hasCustomPrompt="1"/>
          </p:nvPr>
        </p:nvSpPr>
        <p:spPr bwMode="gray">
          <a:xfrm>
            <a:off x="8353518" y="4156615"/>
            <a:ext cx="2511148" cy="286915"/>
          </a:xfrm>
        </p:spPr>
        <p:txBody>
          <a:bodyPr/>
          <a:lstStyle>
            <a:lvl1pPr marL="0" indent="0" algn="ctr">
              <a:buNone/>
              <a:defRPr sz="2000" b="1">
                <a:solidFill>
                  <a:schemeClr val="accent1"/>
                </a:solidFill>
                <a:latin typeface="+mn-lt"/>
              </a:defRPr>
            </a:lvl1pPr>
          </a:lstStyle>
          <a:p>
            <a:pPr lvl="0"/>
            <a:r>
              <a:rPr lang="de-DE" dirty="0"/>
              <a:t>John </a:t>
            </a:r>
            <a:r>
              <a:rPr lang="de-DE" dirty="0" err="1"/>
              <a:t>Doe</a:t>
            </a:r>
            <a:endParaRPr lang="de-DE" dirty="0"/>
          </a:p>
        </p:txBody>
      </p:sp>
      <p:sp>
        <p:nvSpPr>
          <p:cNvPr id="38" name="Textplatzhalter 19">
            <a:extLst>
              <a:ext uri="{FF2B5EF4-FFF2-40B4-BE49-F238E27FC236}">
                <a16:creationId xmlns:a16="http://schemas.microsoft.com/office/drawing/2014/main" id="{12B33152-4061-29D7-B525-D62B4334363A}"/>
              </a:ext>
            </a:extLst>
          </p:cNvPr>
          <p:cNvSpPr>
            <a:spLocks noGrp="1"/>
          </p:cNvSpPr>
          <p:nvPr>
            <p:ph type="body" sz="quarter" idx="53" hasCustomPrompt="1"/>
          </p:nvPr>
        </p:nvSpPr>
        <p:spPr bwMode="gray">
          <a:xfrm>
            <a:off x="8353518" y="5401450"/>
            <a:ext cx="2511148" cy="145909"/>
          </a:xfrm>
        </p:spPr>
        <p:txBody>
          <a:bodyPr/>
          <a:lstStyle>
            <a:lvl1pPr marL="0" indent="0" algn="ctr">
              <a:buNone/>
              <a:defRPr sz="1200">
                <a:solidFill>
                  <a:schemeClr val="bg1"/>
                </a:solidFill>
              </a:defRPr>
            </a:lvl1pPr>
          </a:lstStyle>
          <a:p>
            <a:pPr lvl="0"/>
            <a:r>
              <a:rPr lang="de-DE" dirty="0"/>
              <a:t>Web</a:t>
            </a:r>
          </a:p>
        </p:txBody>
      </p:sp>
      <p:sp>
        <p:nvSpPr>
          <p:cNvPr id="39" name="Textplatzhalter 19">
            <a:extLst>
              <a:ext uri="{FF2B5EF4-FFF2-40B4-BE49-F238E27FC236}">
                <a16:creationId xmlns:a16="http://schemas.microsoft.com/office/drawing/2014/main" id="{37EE4F2D-7C8F-4CB3-34E5-18895BF5B401}"/>
              </a:ext>
            </a:extLst>
          </p:cNvPr>
          <p:cNvSpPr>
            <a:spLocks noGrp="1"/>
          </p:cNvSpPr>
          <p:nvPr>
            <p:ph type="body" sz="quarter" idx="54" hasCustomPrompt="1"/>
          </p:nvPr>
        </p:nvSpPr>
        <p:spPr bwMode="gray">
          <a:xfrm>
            <a:off x="8353518" y="5566551"/>
            <a:ext cx="2511148" cy="145909"/>
          </a:xfrm>
        </p:spPr>
        <p:txBody>
          <a:bodyPr/>
          <a:lstStyle>
            <a:lvl1pPr marL="0" indent="0" algn="ctr">
              <a:buNone/>
              <a:defRPr sz="1200">
                <a:solidFill>
                  <a:schemeClr val="bg1"/>
                </a:solidFill>
              </a:defRPr>
            </a:lvl1pPr>
          </a:lstStyle>
          <a:p>
            <a:pPr lvl="0"/>
            <a:r>
              <a:rPr lang="de-DE" dirty="0"/>
              <a:t>E-Mail</a:t>
            </a:r>
          </a:p>
        </p:txBody>
      </p:sp>
      <p:sp>
        <p:nvSpPr>
          <p:cNvPr id="40" name="Textplatzhalter 19">
            <a:extLst>
              <a:ext uri="{FF2B5EF4-FFF2-40B4-BE49-F238E27FC236}">
                <a16:creationId xmlns:a16="http://schemas.microsoft.com/office/drawing/2014/main" id="{A171BA9E-108C-6597-2BE9-C9463EA96A99}"/>
              </a:ext>
            </a:extLst>
          </p:cNvPr>
          <p:cNvSpPr>
            <a:spLocks noGrp="1"/>
          </p:cNvSpPr>
          <p:nvPr>
            <p:ph type="body" sz="quarter" idx="55" hasCustomPrompt="1"/>
          </p:nvPr>
        </p:nvSpPr>
        <p:spPr bwMode="gray">
          <a:xfrm>
            <a:off x="8353518" y="5731651"/>
            <a:ext cx="2511148" cy="145909"/>
          </a:xfrm>
        </p:spPr>
        <p:txBody>
          <a:bodyPr/>
          <a:lstStyle>
            <a:lvl1pPr marL="0" indent="0" algn="ctr">
              <a:buNone/>
              <a:defRPr sz="1200">
                <a:solidFill>
                  <a:schemeClr val="bg1"/>
                </a:solidFill>
              </a:defRPr>
            </a:lvl1pPr>
          </a:lstStyle>
          <a:p>
            <a:pPr lvl="0"/>
            <a:r>
              <a:rPr lang="de-DE" dirty="0"/>
              <a:t>Phone</a:t>
            </a:r>
          </a:p>
        </p:txBody>
      </p:sp>
      <p:cxnSp>
        <p:nvCxnSpPr>
          <p:cNvPr id="3" name="Gerader Verbinder 2">
            <a:extLst>
              <a:ext uri="{FF2B5EF4-FFF2-40B4-BE49-F238E27FC236}">
                <a16:creationId xmlns:a16="http://schemas.microsoft.com/office/drawing/2014/main" id="{D7355B3D-D952-564D-F6B5-38C981C2232A}"/>
              </a:ext>
            </a:extLst>
          </p:cNvPr>
          <p:cNvCxnSpPr>
            <a:cxnSpLocks/>
          </p:cNvCxnSpPr>
          <p:nvPr userDrawn="1"/>
        </p:nvCxnSpPr>
        <p:spPr bwMode="gray">
          <a:xfrm flipH="1">
            <a:off x="9343662" y="5138420"/>
            <a:ext cx="53086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2" name="Gerader Verbinder 11">
            <a:extLst>
              <a:ext uri="{FF2B5EF4-FFF2-40B4-BE49-F238E27FC236}">
                <a16:creationId xmlns:a16="http://schemas.microsoft.com/office/drawing/2014/main" id="{4AD9BFD0-8B33-C4F2-26EA-F781EC378742}"/>
              </a:ext>
            </a:extLst>
          </p:cNvPr>
          <p:cNvCxnSpPr>
            <a:cxnSpLocks/>
          </p:cNvCxnSpPr>
          <p:nvPr userDrawn="1"/>
        </p:nvCxnSpPr>
        <p:spPr bwMode="gray">
          <a:xfrm flipH="1">
            <a:off x="5830163" y="5138420"/>
            <a:ext cx="53086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4" name="Gerader Verbinder 13">
            <a:extLst>
              <a:ext uri="{FF2B5EF4-FFF2-40B4-BE49-F238E27FC236}">
                <a16:creationId xmlns:a16="http://schemas.microsoft.com/office/drawing/2014/main" id="{96B9A061-2542-A110-021C-60C378C2E63B}"/>
              </a:ext>
            </a:extLst>
          </p:cNvPr>
          <p:cNvCxnSpPr>
            <a:cxnSpLocks/>
          </p:cNvCxnSpPr>
          <p:nvPr userDrawn="1"/>
        </p:nvCxnSpPr>
        <p:spPr bwMode="gray">
          <a:xfrm flipH="1">
            <a:off x="2316664" y="5138420"/>
            <a:ext cx="53086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3485144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D_Contact_4">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0C3BB7C-B4A7-41A4-8C5A-903570B6070B}"/>
              </a:ext>
            </a:extLst>
          </p:cNvPr>
          <p:cNvSpPr>
            <a:spLocks noGrp="1"/>
          </p:cNvSpPr>
          <p:nvPr>
            <p:ph type="title" hasCustomPrompt="1"/>
          </p:nvPr>
        </p:nvSpPr>
        <p:spPr bwMode="gray"/>
        <p:txBody>
          <a:bodyPr vert="horz"/>
          <a:lstStyle/>
          <a:p>
            <a:r>
              <a:rPr lang="en-US" dirty="0"/>
              <a:t>Click to edit Master title style</a:t>
            </a:r>
          </a:p>
        </p:txBody>
      </p:sp>
      <p:sp>
        <p:nvSpPr>
          <p:cNvPr id="10" name="Footer Placeholder 4">
            <a:extLst>
              <a:ext uri="{FF2B5EF4-FFF2-40B4-BE49-F238E27FC236}">
                <a16:creationId xmlns:a16="http://schemas.microsoft.com/office/drawing/2014/main" id="{A9C53063-1F58-BE27-2E94-7E00DE772613}"/>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accent6"/>
                </a:solidFill>
              </a:defRPr>
            </a:lvl1pPr>
          </a:lstStyle>
          <a:p>
            <a:r>
              <a:rPr lang="en-US" dirty="0"/>
              <a:t>© </a:t>
            </a:r>
            <a:fld id="{0CDBEC1D-DF2D-4080-B448-33A8A7F069A3}" type="datetimeyyyy">
              <a:rPr lang="en-US" smtClean="0"/>
              <a:pPr/>
              <a:t>2024</a:t>
            </a:fld>
            <a:r>
              <a:rPr lang="en-US" dirty="0"/>
              <a:t> NTT DATA Business Solutions</a:t>
            </a:r>
          </a:p>
        </p:txBody>
      </p:sp>
      <p:sp>
        <p:nvSpPr>
          <p:cNvPr id="11" name="Slide Number Placeholder 5">
            <a:extLst>
              <a:ext uri="{FF2B5EF4-FFF2-40B4-BE49-F238E27FC236}">
                <a16:creationId xmlns:a16="http://schemas.microsoft.com/office/drawing/2014/main" id="{AF1EE05E-1EF3-FA88-09CC-87DB6B58184B}"/>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accent6"/>
                </a:solidFill>
              </a:defRPr>
            </a:lvl1pPr>
          </a:lstStyle>
          <a:p>
            <a:fld id="{13CE6DAF-806F-404B-BC68-339BFCB57E5C}" type="slidenum">
              <a:rPr lang="en-US" smtClean="0"/>
              <a:pPr/>
              <a:t>‹#›</a:t>
            </a:fld>
            <a:endParaRPr lang="en-US" dirty="0"/>
          </a:p>
        </p:txBody>
      </p:sp>
      <p:sp>
        <p:nvSpPr>
          <p:cNvPr id="3" name="Bild">
            <a:extLst>
              <a:ext uri="{FF2B5EF4-FFF2-40B4-BE49-F238E27FC236}">
                <a16:creationId xmlns:a16="http://schemas.microsoft.com/office/drawing/2014/main" id="{2A5B58F7-6571-4DC4-52C5-89B52F0B8122}"/>
              </a:ext>
            </a:extLst>
          </p:cNvPr>
          <p:cNvSpPr>
            <a:spLocks noGrp="1"/>
          </p:cNvSpPr>
          <p:nvPr>
            <p:ph type="pic" sz="quarter" idx="18"/>
          </p:nvPr>
        </p:nvSpPr>
        <p:spPr bwMode="gray">
          <a:xfrm>
            <a:off x="849755" y="1719468"/>
            <a:ext cx="2158392" cy="2158204"/>
          </a:xfrm>
          <a:prstGeom prst="ellipse">
            <a:avLst/>
          </a:prstGeom>
          <a:solidFill>
            <a:schemeClr val="accent6"/>
          </a:solidFill>
        </p:spPr>
        <p:txBody>
          <a:bodyPr lIns="144000" tIns="144000" rIns="144000" bIns="144000"/>
          <a:lstStyle>
            <a:lvl1pPr marL="0" indent="0">
              <a:buNone/>
              <a:defRPr sz="1400"/>
            </a:lvl1pPr>
          </a:lstStyle>
          <a:p>
            <a:r>
              <a:rPr lang="en-US" noProof="0"/>
              <a:t>Click icon to add picture</a:t>
            </a:r>
            <a:endParaRPr lang="de-DE" noProof="0" dirty="0"/>
          </a:p>
        </p:txBody>
      </p:sp>
      <p:sp>
        <p:nvSpPr>
          <p:cNvPr id="14" name="Textplatzhalter 19">
            <a:extLst>
              <a:ext uri="{FF2B5EF4-FFF2-40B4-BE49-F238E27FC236}">
                <a16:creationId xmlns:a16="http://schemas.microsoft.com/office/drawing/2014/main" id="{1BC2DEA3-6146-E2B7-B8EF-0A098B405B6F}"/>
              </a:ext>
            </a:extLst>
          </p:cNvPr>
          <p:cNvSpPr>
            <a:spLocks noGrp="1"/>
          </p:cNvSpPr>
          <p:nvPr>
            <p:ph type="body" sz="quarter" idx="20" hasCustomPrompt="1"/>
          </p:nvPr>
        </p:nvSpPr>
        <p:spPr bwMode="gray">
          <a:xfrm>
            <a:off x="673377" y="4463802"/>
            <a:ext cx="2511148" cy="199671"/>
          </a:xfrm>
        </p:spPr>
        <p:txBody>
          <a:bodyPr/>
          <a:lstStyle>
            <a:lvl1pPr marL="0" indent="0" algn="ctr">
              <a:buNone/>
              <a:defRPr sz="1600">
                <a:solidFill>
                  <a:schemeClr val="bg1"/>
                </a:solidFill>
              </a:defRPr>
            </a:lvl1pPr>
          </a:lstStyle>
          <a:p>
            <a:pPr lvl="0"/>
            <a:r>
              <a:rPr lang="de-DE" dirty="0"/>
              <a:t>Position</a:t>
            </a:r>
          </a:p>
        </p:txBody>
      </p:sp>
      <p:sp>
        <p:nvSpPr>
          <p:cNvPr id="15" name="Textplatzhalter 19">
            <a:extLst>
              <a:ext uri="{FF2B5EF4-FFF2-40B4-BE49-F238E27FC236}">
                <a16:creationId xmlns:a16="http://schemas.microsoft.com/office/drawing/2014/main" id="{B8E80BF5-8647-E0C4-2C30-BE556DB9B8A2}"/>
              </a:ext>
            </a:extLst>
          </p:cNvPr>
          <p:cNvSpPr>
            <a:spLocks noGrp="1"/>
          </p:cNvSpPr>
          <p:nvPr>
            <p:ph type="body" sz="quarter" idx="24" hasCustomPrompt="1"/>
          </p:nvPr>
        </p:nvSpPr>
        <p:spPr bwMode="gray">
          <a:xfrm>
            <a:off x="673377" y="4686846"/>
            <a:ext cx="2511148" cy="199671"/>
          </a:xfrm>
        </p:spPr>
        <p:txBody>
          <a:bodyPr/>
          <a:lstStyle>
            <a:lvl1pPr marL="0" indent="0" algn="ctr">
              <a:buNone/>
              <a:defRPr sz="1600">
                <a:solidFill>
                  <a:schemeClr val="bg1"/>
                </a:solidFill>
              </a:defRPr>
            </a:lvl1pPr>
          </a:lstStyle>
          <a:p>
            <a:pPr lvl="0"/>
            <a:r>
              <a:rPr lang="de-DE" dirty="0" err="1"/>
              <a:t>Section</a:t>
            </a:r>
            <a:endParaRPr lang="de-DE" dirty="0"/>
          </a:p>
        </p:txBody>
      </p:sp>
      <p:sp>
        <p:nvSpPr>
          <p:cNvPr id="16" name="Textplatzhalter 19">
            <a:extLst>
              <a:ext uri="{FF2B5EF4-FFF2-40B4-BE49-F238E27FC236}">
                <a16:creationId xmlns:a16="http://schemas.microsoft.com/office/drawing/2014/main" id="{358C96F8-4CBF-4103-655D-C3EEC238DEE1}"/>
              </a:ext>
            </a:extLst>
          </p:cNvPr>
          <p:cNvSpPr>
            <a:spLocks noGrp="1"/>
          </p:cNvSpPr>
          <p:nvPr>
            <p:ph type="body" sz="quarter" idx="25" hasCustomPrompt="1"/>
          </p:nvPr>
        </p:nvSpPr>
        <p:spPr bwMode="gray">
          <a:xfrm>
            <a:off x="673377" y="4156615"/>
            <a:ext cx="2511148" cy="286915"/>
          </a:xfrm>
        </p:spPr>
        <p:txBody>
          <a:bodyPr/>
          <a:lstStyle>
            <a:lvl1pPr marL="0" indent="0" algn="ctr">
              <a:buNone/>
              <a:defRPr sz="2000" b="1">
                <a:solidFill>
                  <a:schemeClr val="accent1"/>
                </a:solidFill>
                <a:latin typeface="+mn-lt"/>
              </a:defRPr>
            </a:lvl1pPr>
          </a:lstStyle>
          <a:p>
            <a:pPr lvl="0"/>
            <a:r>
              <a:rPr lang="de-DE" dirty="0"/>
              <a:t>John </a:t>
            </a:r>
            <a:r>
              <a:rPr lang="de-DE" dirty="0" err="1"/>
              <a:t>Doe</a:t>
            </a:r>
            <a:endParaRPr lang="de-DE" dirty="0"/>
          </a:p>
        </p:txBody>
      </p:sp>
      <p:sp>
        <p:nvSpPr>
          <p:cNvPr id="17" name="Textplatzhalter 19">
            <a:extLst>
              <a:ext uri="{FF2B5EF4-FFF2-40B4-BE49-F238E27FC236}">
                <a16:creationId xmlns:a16="http://schemas.microsoft.com/office/drawing/2014/main" id="{9FB3B7BA-84AB-767A-6945-047A5BC05E76}"/>
              </a:ext>
            </a:extLst>
          </p:cNvPr>
          <p:cNvSpPr>
            <a:spLocks noGrp="1"/>
          </p:cNvSpPr>
          <p:nvPr>
            <p:ph type="body" sz="quarter" idx="26" hasCustomPrompt="1"/>
          </p:nvPr>
        </p:nvSpPr>
        <p:spPr bwMode="gray">
          <a:xfrm>
            <a:off x="673377" y="5401450"/>
            <a:ext cx="2511148" cy="145909"/>
          </a:xfrm>
        </p:spPr>
        <p:txBody>
          <a:bodyPr/>
          <a:lstStyle>
            <a:lvl1pPr marL="0" indent="0" algn="ctr">
              <a:buNone/>
              <a:defRPr sz="1200">
                <a:solidFill>
                  <a:schemeClr val="bg1"/>
                </a:solidFill>
              </a:defRPr>
            </a:lvl1pPr>
          </a:lstStyle>
          <a:p>
            <a:pPr lvl="0"/>
            <a:r>
              <a:rPr lang="de-DE" dirty="0"/>
              <a:t>Web</a:t>
            </a:r>
          </a:p>
        </p:txBody>
      </p:sp>
      <p:sp>
        <p:nvSpPr>
          <p:cNvPr id="18" name="Textplatzhalter 19">
            <a:extLst>
              <a:ext uri="{FF2B5EF4-FFF2-40B4-BE49-F238E27FC236}">
                <a16:creationId xmlns:a16="http://schemas.microsoft.com/office/drawing/2014/main" id="{5B477043-CC96-8DC5-1C2C-C3700FC5F86F}"/>
              </a:ext>
            </a:extLst>
          </p:cNvPr>
          <p:cNvSpPr>
            <a:spLocks noGrp="1"/>
          </p:cNvSpPr>
          <p:nvPr>
            <p:ph type="body" sz="quarter" idx="27" hasCustomPrompt="1"/>
          </p:nvPr>
        </p:nvSpPr>
        <p:spPr bwMode="gray">
          <a:xfrm>
            <a:off x="673377" y="5566551"/>
            <a:ext cx="2511148" cy="145909"/>
          </a:xfrm>
        </p:spPr>
        <p:txBody>
          <a:bodyPr/>
          <a:lstStyle>
            <a:lvl1pPr marL="0" indent="0" algn="ctr">
              <a:buNone/>
              <a:defRPr sz="1200">
                <a:solidFill>
                  <a:schemeClr val="bg1"/>
                </a:solidFill>
              </a:defRPr>
            </a:lvl1pPr>
          </a:lstStyle>
          <a:p>
            <a:pPr lvl="0"/>
            <a:r>
              <a:rPr lang="de-DE" dirty="0"/>
              <a:t>E-Mail</a:t>
            </a:r>
          </a:p>
        </p:txBody>
      </p:sp>
      <p:sp>
        <p:nvSpPr>
          <p:cNvPr id="19" name="Textplatzhalter 19">
            <a:extLst>
              <a:ext uri="{FF2B5EF4-FFF2-40B4-BE49-F238E27FC236}">
                <a16:creationId xmlns:a16="http://schemas.microsoft.com/office/drawing/2014/main" id="{14E53D44-2EB1-DE97-3776-CB86868FFB3C}"/>
              </a:ext>
            </a:extLst>
          </p:cNvPr>
          <p:cNvSpPr>
            <a:spLocks noGrp="1"/>
          </p:cNvSpPr>
          <p:nvPr>
            <p:ph type="body" sz="quarter" idx="28" hasCustomPrompt="1"/>
          </p:nvPr>
        </p:nvSpPr>
        <p:spPr bwMode="gray">
          <a:xfrm>
            <a:off x="673377" y="5731651"/>
            <a:ext cx="2511148" cy="145909"/>
          </a:xfrm>
        </p:spPr>
        <p:txBody>
          <a:bodyPr/>
          <a:lstStyle>
            <a:lvl1pPr marL="0" indent="0" algn="ctr">
              <a:buNone/>
              <a:defRPr sz="1200">
                <a:solidFill>
                  <a:schemeClr val="bg1"/>
                </a:solidFill>
              </a:defRPr>
            </a:lvl1pPr>
          </a:lstStyle>
          <a:p>
            <a:pPr lvl="0"/>
            <a:r>
              <a:rPr lang="de-DE" dirty="0"/>
              <a:t>Phone</a:t>
            </a:r>
          </a:p>
        </p:txBody>
      </p:sp>
      <p:sp>
        <p:nvSpPr>
          <p:cNvPr id="20" name="Bild">
            <a:extLst>
              <a:ext uri="{FF2B5EF4-FFF2-40B4-BE49-F238E27FC236}">
                <a16:creationId xmlns:a16="http://schemas.microsoft.com/office/drawing/2014/main" id="{679554FC-C9C0-481C-A95E-C08D8D61BD9D}"/>
              </a:ext>
            </a:extLst>
          </p:cNvPr>
          <p:cNvSpPr>
            <a:spLocks noGrp="1"/>
          </p:cNvSpPr>
          <p:nvPr>
            <p:ph type="pic" sz="quarter" idx="29"/>
          </p:nvPr>
        </p:nvSpPr>
        <p:spPr bwMode="gray">
          <a:xfrm>
            <a:off x="6405279" y="1719468"/>
            <a:ext cx="2158392" cy="2158204"/>
          </a:xfrm>
          <a:prstGeom prst="ellipse">
            <a:avLst/>
          </a:prstGeom>
          <a:solidFill>
            <a:schemeClr val="accent6"/>
          </a:solidFill>
        </p:spPr>
        <p:txBody>
          <a:bodyPr lIns="144000" tIns="144000" rIns="144000" bIns="144000"/>
          <a:lstStyle>
            <a:lvl1pPr marL="0" indent="0">
              <a:buNone/>
              <a:defRPr sz="1100"/>
            </a:lvl1pPr>
          </a:lstStyle>
          <a:p>
            <a:r>
              <a:rPr lang="en-US" noProof="0"/>
              <a:t>Click icon to add picture</a:t>
            </a:r>
            <a:endParaRPr lang="de-DE" noProof="0" dirty="0"/>
          </a:p>
        </p:txBody>
      </p:sp>
      <p:sp>
        <p:nvSpPr>
          <p:cNvPr id="21" name="Bild">
            <a:extLst>
              <a:ext uri="{FF2B5EF4-FFF2-40B4-BE49-F238E27FC236}">
                <a16:creationId xmlns:a16="http://schemas.microsoft.com/office/drawing/2014/main" id="{E5FC9244-6206-AE10-AE4D-CEABAC3D8DE5}"/>
              </a:ext>
            </a:extLst>
          </p:cNvPr>
          <p:cNvSpPr>
            <a:spLocks noGrp="1"/>
          </p:cNvSpPr>
          <p:nvPr>
            <p:ph type="pic" sz="quarter" idx="36"/>
          </p:nvPr>
        </p:nvSpPr>
        <p:spPr bwMode="gray">
          <a:xfrm>
            <a:off x="3627517" y="1719468"/>
            <a:ext cx="2158392" cy="2158204"/>
          </a:xfrm>
          <a:prstGeom prst="ellipse">
            <a:avLst/>
          </a:prstGeom>
          <a:solidFill>
            <a:schemeClr val="accent6"/>
          </a:solidFill>
        </p:spPr>
        <p:txBody>
          <a:bodyPr lIns="144000" tIns="144000" rIns="144000" bIns="144000"/>
          <a:lstStyle>
            <a:lvl1pPr marL="0" indent="0">
              <a:buNone/>
              <a:defRPr sz="1400"/>
            </a:lvl1pPr>
          </a:lstStyle>
          <a:p>
            <a:r>
              <a:rPr lang="en-US" noProof="0"/>
              <a:t>Click icon to add picture</a:t>
            </a:r>
            <a:endParaRPr lang="de-DE" noProof="0" dirty="0"/>
          </a:p>
        </p:txBody>
      </p:sp>
      <p:sp>
        <p:nvSpPr>
          <p:cNvPr id="22" name="Bild">
            <a:extLst>
              <a:ext uri="{FF2B5EF4-FFF2-40B4-BE49-F238E27FC236}">
                <a16:creationId xmlns:a16="http://schemas.microsoft.com/office/drawing/2014/main" id="{43603E40-2CF2-F812-F348-AD05E8CED302}"/>
              </a:ext>
            </a:extLst>
          </p:cNvPr>
          <p:cNvSpPr>
            <a:spLocks noGrp="1"/>
          </p:cNvSpPr>
          <p:nvPr>
            <p:ph type="pic" sz="quarter" idx="37"/>
          </p:nvPr>
        </p:nvSpPr>
        <p:spPr bwMode="gray">
          <a:xfrm>
            <a:off x="9183040" y="1719468"/>
            <a:ext cx="2158392" cy="2158204"/>
          </a:xfrm>
          <a:prstGeom prst="ellipse">
            <a:avLst/>
          </a:prstGeom>
          <a:solidFill>
            <a:schemeClr val="accent6"/>
          </a:solidFill>
        </p:spPr>
        <p:txBody>
          <a:bodyPr lIns="144000" tIns="144000" rIns="144000" bIns="144000"/>
          <a:lstStyle>
            <a:lvl1pPr marL="0" indent="0">
              <a:buNone/>
              <a:defRPr sz="1100"/>
            </a:lvl1pPr>
          </a:lstStyle>
          <a:p>
            <a:r>
              <a:rPr lang="en-US" noProof="0"/>
              <a:t>Click icon to add picture</a:t>
            </a:r>
            <a:endParaRPr lang="de-DE" noProof="0" dirty="0"/>
          </a:p>
        </p:txBody>
      </p:sp>
      <p:sp>
        <p:nvSpPr>
          <p:cNvPr id="23" name="Textplatzhalter 19">
            <a:extLst>
              <a:ext uri="{FF2B5EF4-FFF2-40B4-BE49-F238E27FC236}">
                <a16:creationId xmlns:a16="http://schemas.microsoft.com/office/drawing/2014/main" id="{6A54E0CE-F3C1-3C72-6B0B-2E3525AE191B}"/>
              </a:ext>
            </a:extLst>
          </p:cNvPr>
          <p:cNvSpPr>
            <a:spLocks noGrp="1"/>
          </p:cNvSpPr>
          <p:nvPr>
            <p:ph type="body" sz="quarter" idx="38" hasCustomPrompt="1"/>
          </p:nvPr>
        </p:nvSpPr>
        <p:spPr bwMode="gray">
          <a:xfrm>
            <a:off x="3451139" y="4463802"/>
            <a:ext cx="2511148" cy="199671"/>
          </a:xfrm>
        </p:spPr>
        <p:txBody>
          <a:bodyPr/>
          <a:lstStyle>
            <a:lvl1pPr marL="0" indent="0" algn="ctr">
              <a:buNone/>
              <a:defRPr sz="1600">
                <a:solidFill>
                  <a:schemeClr val="bg1"/>
                </a:solidFill>
              </a:defRPr>
            </a:lvl1pPr>
          </a:lstStyle>
          <a:p>
            <a:pPr lvl="0"/>
            <a:r>
              <a:rPr lang="de-DE" dirty="0"/>
              <a:t>Position</a:t>
            </a:r>
          </a:p>
        </p:txBody>
      </p:sp>
      <p:sp>
        <p:nvSpPr>
          <p:cNvPr id="24" name="Textplatzhalter 19">
            <a:extLst>
              <a:ext uri="{FF2B5EF4-FFF2-40B4-BE49-F238E27FC236}">
                <a16:creationId xmlns:a16="http://schemas.microsoft.com/office/drawing/2014/main" id="{91E2F9BC-0D27-4B03-A91F-BA3418D3F143}"/>
              </a:ext>
            </a:extLst>
          </p:cNvPr>
          <p:cNvSpPr>
            <a:spLocks noGrp="1"/>
          </p:cNvSpPr>
          <p:nvPr>
            <p:ph type="body" sz="quarter" idx="39" hasCustomPrompt="1"/>
          </p:nvPr>
        </p:nvSpPr>
        <p:spPr bwMode="gray">
          <a:xfrm>
            <a:off x="3451139" y="4686846"/>
            <a:ext cx="2511148" cy="199671"/>
          </a:xfrm>
        </p:spPr>
        <p:txBody>
          <a:bodyPr/>
          <a:lstStyle>
            <a:lvl1pPr marL="0" indent="0" algn="ctr">
              <a:buNone/>
              <a:defRPr sz="1600">
                <a:solidFill>
                  <a:schemeClr val="bg1"/>
                </a:solidFill>
              </a:defRPr>
            </a:lvl1pPr>
          </a:lstStyle>
          <a:p>
            <a:pPr lvl="0"/>
            <a:r>
              <a:rPr lang="de-DE" dirty="0" err="1"/>
              <a:t>Section</a:t>
            </a:r>
            <a:endParaRPr lang="de-DE" dirty="0"/>
          </a:p>
        </p:txBody>
      </p:sp>
      <p:sp>
        <p:nvSpPr>
          <p:cNvPr id="25" name="Textplatzhalter 19">
            <a:extLst>
              <a:ext uri="{FF2B5EF4-FFF2-40B4-BE49-F238E27FC236}">
                <a16:creationId xmlns:a16="http://schemas.microsoft.com/office/drawing/2014/main" id="{B19C57C2-CEFF-904C-F57F-98CB3CB83ED6}"/>
              </a:ext>
            </a:extLst>
          </p:cNvPr>
          <p:cNvSpPr>
            <a:spLocks noGrp="1"/>
          </p:cNvSpPr>
          <p:nvPr>
            <p:ph type="body" sz="quarter" idx="40" hasCustomPrompt="1"/>
          </p:nvPr>
        </p:nvSpPr>
        <p:spPr bwMode="gray">
          <a:xfrm>
            <a:off x="3451139" y="4156615"/>
            <a:ext cx="2511148" cy="286915"/>
          </a:xfrm>
        </p:spPr>
        <p:txBody>
          <a:bodyPr/>
          <a:lstStyle>
            <a:lvl1pPr marL="0" indent="0" algn="ctr">
              <a:buNone/>
              <a:defRPr sz="2000" b="1">
                <a:solidFill>
                  <a:schemeClr val="accent1"/>
                </a:solidFill>
                <a:latin typeface="+mn-lt"/>
              </a:defRPr>
            </a:lvl1pPr>
          </a:lstStyle>
          <a:p>
            <a:pPr lvl="0"/>
            <a:r>
              <a:rPr lang="de-DE" dirty="0"/>
              <a:t>John </a:t>
            </a:r>
            <a:r>
              <a:rPr lang="de-DE" dirty="0" err="1"/>
              <a:t>Doe</a:t>
            </a:r>
            <a:endParaRPr lang="de-DE" dirty="0"/>
          </a:p>
        </p:txBody>
      </p:sp>
      <p:sp>
        <p:nvSpPr>
          <p:cNvPr id="26" name="Textplatzhalter 19">
            <a:extLst>
              <a:ext uri="{FF2B5EF4-FFF2-40B4-BE49-F238E27FC236}">
                <a16:creationId xmlns:a16="http://schemas.microsoft.com/office/drawing/2014/main" id="{D4A631FC-276C-6317-C57C-DBF382524413}"/>
              </a:ext>
            </a:extLst>
          </p:cNvPr>
          <p:cNvSpPr>
            <a:spLocks noGrp="1"/>
          </p:cNvSpPr>
          <p:nvPr>
            <p:ph type="body" sz="quarter" idx="41" hasCustomPrompt="1"/>
          </p:nvPr>
        </p:nvSpPr>
        <p:spPr bwMode="gray">
          <a:xfrm>
            <a:off x="3451139" y="5401450"/>
            <a:ext cx="2511148" cy="145909"/>
          </a:xfrm>
        </p:spPr>
        <p:txBody>
          <a:bodyPr/>
          <a:lstStyle>
            <a:lvl1pPr marL="0" indent="0" algn="ctr">
              <a:buNone/>
              <a:defRPr sz="1200">
                <a:solidFill>
                  <a:schemeClr val="bg1"/>
                </a:solidFill>
              </a:defRPr>
            </a:lvl1pPr>
          </a:lstStyle>
          <a:p>
            <a:pPr lvl="0"/>
            <a:r>
              <a:rPr lang="de-DE" dirty="0"/>
              <a:t>Web</a:t>
            </a:r>
          </a:p>
        </p:txBody>
      </p:sp>
      <p:sp>
        <p:nvSpPr>
          <p:cNvPr id="41" name="Textplatzhalter 19">
            <a:extLst>
              <a:ext uri="{FF2B5EF4-FFF2-40B4-BE49-F238E27FC236}">
                <a16:creationId xmlns:a16="http://schemas.microsoft.com/office/drawing/2014/main" id="{5C5A3CF2-D46D-F6E8-1B26-D5561C1E7AD7}"/>
              </a:ext>
            </a:extLst>
          </p:cNvPr>
          <p:cNvSpPr>
            <a:spLocks noGrp="1"/>
          </p:cNvSpPr>
          <p:nvPr>
            <p:ph type="body" sz="quarter" idx="42" hasCustomPrompt="1"/>
          </p:nvPr>
        </p:nvSpPr>
        <p:spPr bwMode="gray">
          <a:xfrm>
            <a:off x="3451139" y="5566551"/>
            <a:ext cx="2511148" cy="145909"/>
          </a:xfrm>
        </p:spPr>
        <p:txBody>
          <a:bodyPr/>
          <a:lstStyle>
            <a:lvl1pPr marL="0" indent="0" algn="ctr">
              <a:buNone/>
              <a:defRPr sz="1200">
                <a:solidFill>
                  <a:schemeClr val="bg1"/>
                </a:solidFill>
              </a:defRPr>
            </a:lvl1pPr>
          </a:lstStyle>
          <a:p>
            <a:pPr lvl="0"/>
            <a:r>
              <a:rPr lang="de-DE" dirty="0"/>
              <a:t>E-Mail</a:t>
            </a:r>
          </a:p>
        </p:txBody>
      </p:sp>
      <p:sp>
        <p:nvSpPr>
          <p:cNvPr id="42" name="Textplatzhalter 19">
            <a:extLst>
              <a:ext uri="{FF2B5EF4-FFF2-40B4-BE49-F238E27FC236}">
                <a16:creationId xmlns:a16="http://schemas.microsoft.com/office/drawing/2014/main" id="{67F71007-B96D-0098-ECE9-140939362478}"/>
              </a:ext>
            </a:extLst>
          </p:cNvPr>
          <p:cNvSpPr>
            <a:spLocks noGrp="1"/>
          </p:cNvSpPr>
          <p:nvPr>
            <p:ph type="body" sz="quarter" idx="43" hasCustomPrompt="1"/>
          </p:nvPr>
        </p:nvSpPr>
        <p:spPr bwMode="gray">
          <a:xfrm>
            <a:off x="3451139" y="5731651"/>
            <a:ext cx="2511148" cy="145909"/>
          </a:xfrm>
        </p:spPr>
        <p:txBody>
          <a:bodyPr/>
          <a:lstStyle>
            <a:lvl1pPr marL="0" indent="0" algn="ctr">
              <a:buNone/>
              <a:defRPr sz="1200">
                <a:solidFill>
                  <a:schemeClr val="bg1"/>
                </a:solidFill>
              </a:defRPr>
            </a:lvl1pPr>
          </a:lstStyle>
          <a:p>
            <a:pPr lvl="0"/>
            <a:r>
              <a:rPr lang="de-DE" dirty="0"/>
              <a:t>Phone</a:t>
            </a:r>
          </a:p>
        </p:txBody>
      </p:sp>
      <p:sp>
        <p:nvSpPr>
          <p:cNvPr id="43" name="Textplatzhalter 19">
            <a:extLst>
              <a:ext uri="{FF2B5EF4-FFF2-40B4-BE49-F238E27FC236}">
                <a16:creationId xmlns:a16="http://schemas.microsoft.com/office/drawing/2014/main" id="{0E48DE33-97F5-F8DA-6613-F0B97BE8F4B6}"/>
              </a:ext>
            </a:extLst>
          </p:cNvPr>
          <p:cNvSpPr>
            <a:spLocks noGrp="1"/>
          </p:cNvSpPr>
          <p:nvPr>
            <p:ph type="body" sz="quarter" idx="44" hasCustomPrompt="1"/>
          </p:nvPr>
        </p:nvSpPr>
        <p:spPr bwMode="gray">
          <a:xfrm>
            <a:off x="6228901" y="4463802"/>
            <a:ext cx="2511148" cy="199671"/>
          </a:xfrm>
        </p:spPr>
        <p:txBody>
          <a:bodyPr/>
          <a:lstStyle>
            <a:lvl1pPr marL="0" indent="0" algn="ctr">
              <a:buNone/>
              <a:defRPr sz="1600">
                <a:solidFill>
                  <a:schemeClr val="bg1"/>
                </a:solidFill>
              </a:defRPr>
            </a:lvl1pPr>
          </a:lstStyle>
          <a:p>
            <a:pPr lvl="0"/>
            <a:r>
              <a:rPr lang="de-DE" dirty="0"/>
              <a:t>Position</a:t>
            </a:r>
          </a:p>
        </p:txBody>
      </p:sp>
      <p:sp>
        <p:nvSpPr>
          <p:cNvPr id="44" name="Textplatzhalter 19">
            <a:extLst>
              <a:ext uri="{FF2B5EF4-FFF2-40B4-BE49-F238E27FC236}">
                <a16:creationId xmlns:a16="http://schemas.microsoft.com/office/drawing/2014/main" id="{8845C0FD-9FB9-7487-76A8-6BE7FD80151C}"/>
              </a:ext>
            </a:extLst>
          </p:cNvPr>
          <p:cNvSpPr>
            <a:spLocks noGrp="1"/>
          </p:cNvSpPr>
          <p:nvPr>
            <p:ph type="body" sz="quarter" idx="45" hasCustomPrompt="1"/>
          </p:nvPr>
        </p:nvSpPr>
        <p:spPr bwMode="gray">
          <a:xfrm>
            <a:off x="6228901" y="4686846"/>
            <a:ext cx="2511148" cy="199671"/>
          </a:xfrm>
        </p:spPr>
        <p:txBody>
          <a:bodyPr/>
          <a:lstStyle>
            <a:lvl1pPr marL="0" indent="0" algn="ctr">
              <a:buNone/>
              <a:defRPr sz="1600">
                <a:solidFill>
                  <a:schemeClr val="bg1"/>
                </a:solidFill>
              </a:defRPr>
            </a:lvl1pPr>
          </a:lstStyle>
          <a:p>
            <a:pPr lvl="0"/>
            <a:r>
              <a:rPr lang="de-DE" dirty="0" err="1"/>
              <a:t>Section</a:t>
            </a:r>
            <a:endParaRPr lang="de-DE" dirty="0"/>
          </a:p>
        </p:txBody>
      </p:sp>
      <p:sp>
        <p:nvSpPr>
          <p:cNvPr id="45" name="Textplatzhalter 19">
            <a:extLst>
              <a:ext uri="{FF2B5EF4-FFF2-40B4-BE49-F238E27FC236}">
                <a16:creationId xmlns:a16="http://schemas.microsoft.com/office/drawing/2014/main" id="{6AA843EA-66C9-C7F9-45EC-A18E7D27C2A1}"/>
              </a:ext>
            </a:extLst>
          </p:cNvPr>
          <p:cNvSpPr>
            <a:spLocks noGrp="1"/>
          </p:cNvSpPr>
          <p:nvPr>
            <p:ph type="body" sz="quarter" idx="46" hasCustomPrompt="1"/>
          </p:nvPr>
        </p:nvSpPr>
        <p:spPr bwMode="gray">
          <a:xfrm>
            <a:off x="6228901" y="4156615"/>
            <a:ext cx="2511148" cy="286915"/>
          </a:xfrm>
        </p:spPr>
        <p:txBody>
          <a:bodyPr/>
          <a:lstStyle>
            <a:lvl1pPr marL="0" indent="0" algn="ctr">
              <a:buNone/>
              <a:defRPr sz="2000" b="1">
                <a:solidFill>
                  <a:schemeClr val="accent1"/>
                </a:solidFill>
                <a:latin typeface="+mn-lt"/>
              </a:defRPr>
            </a:lvl1pPr>
          </a:lstStyle>
          <a:p>
            <a:pPr lvl="0"/>
            <a:r>
              <a:rPr lang="de-DE" dirty="0"/>
              <a:t>John </a:t>
            </a:r>
            <a:r>
              <a:rPr lang="de-DE" dirty="0" err="1"/>
              <a:t>Doe</a:t>
            </a:r>
            <a:endParaRPr lang="de-DE" dirty="0"/>
          </a:p>
        </p:txBody>
      </p:sp>
      <p:sp>
        <p:nvSpPr>
          <p:cNvPr id="46" name="Textplatzhalter 19">
            <a:extLst>
              <a:ext uri="{FF2B5EF4-FFF2-40B4-BE49-F238E27FC236}">
                <a16:creationId xmlns:a16="http://schemas.microsoft.com/office/drawing/2014/main" id="{2FB8C341-EEED-B1B1-4144-6806EC67046F}"/>
              </a:ext>
            </a:extLst>
          </p:cNvPr>
          <p:cNvSpPr>
            <a:spLocks noGrp="1"/>
          </p:cNvSpPr>
          <p:nvPr>
            <p:ph type="body" sz="quarter" idx="47" hasCustomPrompt="1"/>
          </p:nvPr>
        </p:nvSpPr>
        <p:spPr bwMode="gray">
          <a:xfrm>
            <a:off x="6228901" y="5401450"/>
            <a:ext cx="2511148" cy="145909"/>
          </a:xfrm>
        </p:spPr>
        <p:txBody>
          <a:bodyPr/>
          <a:lstStyle>
            <a:lvl1pPr marL="0" indent="0" algn="ctr">
              <a:buNone/>
              <a:defRPr sz="1200">
                <a:solidFill>
                  <a:schemeClr val="bg1"/>
                </a:solidFill>
              </a:defRPr>
            </a:lvl1pPr>
          </a:lstStyle>
          <a:p>
            <a:pPr lvl="0"/>
            <a:r>
              <a:rPr lang="de-DE" dirty="0"/>
              <a:t>Web</a:t>
            </a:r>
          </a:p>
        </p:txBody>
      </p:sp>
      <p:sp>
        <p:nvSpPr>
          <p:cNvPr id="47" name="Textplatzhalter 19">
            <a:extLst>
              <a:ext uri="{FF2B5EF4-FFF2-40B4-BE49-F238E27FC236}">
                <a16:creationId xmlns:a16="http://schemas.microsoft.com/office/drawing/2014/main" id="{47AF57AA-E604-29E8-C184-EAC74301823B}"/>
              </a:ext>
            </a:extLst>
          </p:cNvPr>
          <p:cNvSpPr>
            <a:spLocks noGrp="1"/>
          </p:cNvSpPr>
          <p:nvPr>
            <p:ph type="body" sz="quarter" idx="48" hasCustomPrompt="1"/>
          </p:nvPr>
        </p:nvSpPr>
        <p:spPr bwMode="gray">
          <a:xfrm>
            <a:off x="6228901" y="5566551"/>
            <a:ext cx="2511148" cy="145909"/>
          </a:xfrm>
        </p:spPr>
        <p:txBody>
          <a:bodyPr/>
          <a:lstStyle>
            <a:lvl1pPr marL="0" indent="0" algn="ctr">
              <a:buNone/>
              <a:defRPr sz="1200">
                <a:solidFill>
                  <a:schemeClr val="bg1"/>
                </a:solidFill>
              </a:defRPr>
            </a:lvl1pPr>
          </a:lstStyle>
          <a:p>
            <a:pPr lvl="0"/>
            <a:r>
              <a:rPr lang="de-DE" dirty="0"/>
              <a:t>E-Mail</a:t>
            </a:r>
          </a:p>
        </p:txBody>
      </p:sp>
      <p:sp>
        <p:nvSpPr>
          <p:cNvPr id="48" name="Textplatzhalter 19">
            <a:extLst>
              <a:ext uri="{FF2B5EF4-FFF2-40B4-BE49-F238E27FC236}">
                <a16:creationId xmlns:a16="http://schemas.microsoft.com/office/drawing/2014/main" id="{CF9B4E59-0310-6D96-2553-D144860A5CE5}"/>
              </a:ext>
            </a:extLst>
          </p:cNvPr>
          <p:cNvSpPr>
            <a:spLocks noGrp="1"/>
          </p:cNvSpPr>
          <p:nvPr>
            <p:ph type="body" sz="quarter" idx="49" hasCustomPrompt="1"/>
          </p:nvPr>
        </p:nvSpPr>
        <p:spPr bwMode="gray">
          <a:xfrm>
            <a:off x="6228901" y="5731651"/>
            <a:ext cx="2511148" cy="145909"/>
          </a:xfrm>
        </p:spPr>
        <p:txBody>
          <a:bodyPr/>
          <a:lstStyle>
            <a:lvl1pPr marL="0" indent="0" algn="ctr">
              <a:buNone/>
              <a:defRPr sz="1200">
                <a:solidFill>
                  <a:schemeClr val="bg1"/>
                </a:solidFill>
              </a:defRPr>
            </a:lvl1pPr>
          </a:lstStyle>
          <a:p>
            <a:pPr lvl="0"/>
            <a:r>
              <a:rPr lang="de-DE" dirty="0"/>
              <a:t>Phone</a:t>
            </a:r>
          </a:p>
        </p:txBody>
      </p:sp>
      <p:sp>
        <p:nvSpPr>
          <p:cNvPr id="49" name="Textplatzhalter 19">
            <a:extLst>
              <a:ext uri="{FF2B5EF4-FFF2-40B4-BE49-F238E27FC236}">
                <a16:creationId xmlns:a16="http://schemas.microsoft.com/office/drawing/2014/main" id="{CF1502FD-D684-00B7-9E51-E9FE8ADB1B1C}"/>
              </a:ext>
            </a:extLst>
          </p:cNvPr>
          <p:cNvSpPr>
            <a:spLocks noGrp="1"/>
          </p:cNvSpPr>
          <p:nvPr>
            <p:ph type="body" sz="quarter" idx="50" hasCustomPrompt="1"/>
          </p:nvPr>
        </p:nvSpPr>
        <p:spPr bwMode="gray">
          <a:xfrm>
            <a:off x="9006662" y="4463802"/>
            <a:ext cx="2511148" cy="199671"/>
          </a:xfrm>
        </p:spPr>
        <p:txBody>
          <a:bodyPr/>
          <a:lstStyle>
            <a:lvl1pPr marL="0" indent="0" algn="ctr">
              <a:buNone/>
              <a:defRPr sz="1600">
                <a:solidFill>
                  <a:schemeClr val="bg1"/>
                </a:solidFill>
              </a:defRPr>
            </a:lvl1pPr>
          </a:lstStyle>
          <a:p>
            <a:pPr lvl="0"/>
            <a:r>
              <a:rPr lang="de-DE" dirty="0"/>
              <a:t>Position</a:t>
            </a:r>
          </a:p>
        </p:txBody>
      </p:sp>
      <p:sp>
        <p:nvSpPr>
          <p:cNvPr id="50" name="Textplatzhalter 19">
            <a:extLst>
              <a:ext uri="{FF2B5EF4-FFF2-40B4-BE49-F238E27FC236}">
                <a16:creationId xmlns:a16="http://schemas.microsoft.com/office/drawing/2014/main" id="{1596965F-0530-28D7-8AF3-E511601A9C23}"/>
              </a:ext>
            </a:extLst>
          </p:cNvPr>
          <p:cNvSpPr>
            <a:spLocks noGrp="1"/>
          </p:cNvSpPr>
          <p:nvPr>
            <p:ph type="body" sz="quarter" idx="51" hasCustomPrompt="1"/>
          </p:nvPr>
        </p:nvSpPr>
        <p:spPr bwMode="gray">
          <a:xfrm>
            <a:off x="9006662" y="4686846"/>
            <a:ext cx="2511148" cy="199671"/>
          </a:xfrm>
        </p:spPr>
        <p:txBody>
          <a:bodyPr/>
          <a:lstStyle>
            <a:lvl1pPr marL="0" indent="0" algn="ctr">
              <a:buNone/>
              <a:defRPr sz="1600">
                <a:solidFill>
                  <a:schemeClr val="bg1"/>
                </a:solidFill>
              </a:defRPr>
            </a:lvl1pPr>
          </a:lstStyle>
          <a:p>
            <a:pPr lvl="0"/>
            <a:r>
              <a:rPr lang="de-DE" dirty="0" err="1"/>
              <a:t>Section</a:t>
            </a:r>
            <a:endParaRPr lang="de-DE" dirty="0"/>
          </a:p>
        </p:txBody>
      </p:sp>
      <p:sp>
        <p:nvSpPr>
          <p:cNvPr id="51" name="Textplatzhalter 19">
            <a:extLst>
              <a:ext uri="{FF2B5EF4-FFF2-40B4-BE49-F238E27FC236}">
                <a16:creationId xmlns:a16="http://schemas.microsoft.com/office/drawing/2014/main" id="{1E71F1B8-36E5-A354-55CB-E901006317A1}"/>
              </a:ext>
            </a:extLst>
          </p:cNvPr>
          <p:cNvSpPr>
            <a:spLocks noGrp="1"/>
          </p:cNvSpPr>
          <p:nvPr>
            <p:ph type="body" sz="quarter" idx="52" hasCustomPrompt="1"/>
          </p:nvPr>
        </p:nvSpPr>
        <p:spPr bwMode="gray">
          <a:xfrm>
            <a:off x="9006662" y="4156615"/>
            <a:ext cx="2511148" cy="286915"/>
          </a:xfrm>
        </p:spPr>
        <p:txBody>
          <a:bodyPr/>
          <a:lstStyle>
            <a:lvl1pPr marL="0" indent="0" algn="ctr">
              <a:buNone/>
              <a:defRPr sz="2000" b="1">
                <a:solidFill>
                  <a:schemeClr val="accent1"/>
                </a:solidFill>
                <a:latin typeface="+mn-lt"/>
              </a:defRPr>
            </a:lvl1pPr>
          </a:lstStyle>
          <a:p>
            <a:pPr lvl="0"/>
            <a:r>
              <a:rPr lang="de-DE" dirty="0"/>
              <a:t>John </a:t>
            </a:r>
            <a:r>
              <a:rPr lang="de-DE" dirty="0" err="1"/>
              <a:t>Doe</a:t>
            </a:r>
            <a:endParaRPr lang="de-DE" dirty="0"/>
          </a:p>
        </p:txBody>
      </p:sp>
      <p:sp>
        <p:nvSpPr>
          <p:cNvPr id="52" name="Textplatzhalter 19">
            <a:extLst>
              <a:ext uri="{FF2B5EF4-FFF2-40B4-BE49-F238E27FC236}">
                <a16:creationId xmlns:a16="http://schemas.microsoft.com/office/drawing/2014/main" id="{FE15675C-3EC1-F9A4-94F4-BCE068E0CC3D}"/>
              </a:ext>
            </a:extLst>
          </p:cNvPr>
          <p:cNvSpPr>
            <a:spLocks noGrp="1"/>
          </p:cNvSpPr>
          <p:nvPr>
            <p:ph type="body" sz="quarter" idx="53" hasCustomPrompt="1"/>
          </p:nvPr>
        </p:nvSpPr>
        <p:spPr bwMode="gray">
          <a:xfrm>
            <a:off x="9006662" y="5401450"/>
            <a:ext cx="2511148" cy="145909"/>
          </a:xfrm>
        </p:spPr>
        <p:txBody>
          <a:bodyPr/>
          <a:lstStyle>
            <a:lvl1pPr marL="0" indent="0" algn="ctr">
              <a:buNone/>
              <a:defRPr sz="1200">
                <a:solidFill>
                  <a:schemeClr val="bg1"/>
                </a:solidFill>
              </a:defRPr>
            </a:lvl1pPr>
          </a:lstStyle>
          <a:p>
            <a:pPr lvl="0"/>
            <a:r>
              <a:rPr lang="de-DE" dirty="0"/>
              <a:t>Web</a:t>
            </a:r>
          </a:p>
        </p:txBody>
      </p:sp>
      <p:sp>
        <p:nvSpPr>
          <p:cNvPr id="53" name="Textplatzhalter 19">
            <a:extLst>
              <a:ext uri="{FF2B5EF4-FFF2-40B4-BE49-F238E27FC236}">
                <a16:creationId xmlns:a16="http://schemas.microsoft.com/office/drawing/2014/main" id="{1A7EEACF-9147-9705-A666-5D2C04D784FB}"/>
              </a:ext>
            </a:extLst>
          </p:cNvPr>
          <p:cNvSpPr>
            <a:spLocks noGrp="1"/>
          </p:cNvSpPr>
          <p:nvPr>
            <p:ph type="body" sz="quarter" idx="54" hasCustomPrompt="1"/>
          </p:nvPr>
        </p:nvSpPr>
        <p:spPr bwMode="gray">
          <a:xfrm>
            <a:off x="9006662" y="5566551"/>
            <a:ext cx="2511148" cy="145909"/>
          </a:xfrm>
        </p:spPr>
        <p:txBody>
          <a:bodyPr/>
          <a:lstStyle>
            <a:lvl1pPr marL="0" indent="0" algn="ctr">
              <a:buNone/>
              <a:defRPr sz="1200">
                <a:solidFill>
                  <a:schemeClr val="bg1"/>
                </a:solidFill>
              </a:defRPr>
            </a:lvl1pPr>
          </a:lstStyle>
          <a:p>
            <a:pPr lvl="0"/>
            <a:r>
              <a:rPr lang="de-DE" dirty="0"/>
              <a:t>E-Mail</a:t>
            </a:r>
          </a:p>
        </p:txBody>
      </p:sp>
      <p:sp>
        <p:nvSpPr>
          <p:cNvPr id="54" name="Textplatzhalter 19">
            <a:extLst>
              <a:ext uri="{FF2B5EF4-FFF2-40B4-BE49-F238E27FC236}">
                <a16:creationId xmlns:a16="http://schemas.microsoft.com/office/drawing/2014/main" id="{1DA0D8FD-3459-9438-20CF-47A634A12C7D}"/>
              </a:ext>
            </a:extLst>
          </p:cNvPr>
          <p:cNvSpPr>
            <a:spLocks noGrp="1"/>
          </p:cNvSpPr>
          <p:nvPr>
            <p:ph type="body" sz="quarter" idx="55" hasCustomPrompt="1"/>
          </p:nvPr>
        </p:nvSpPr>
        <p:spPr bwMode="gray">
          <a:xfrm>
            <a:off x="9006662" y="5731651"/>
            <a:ext cx="2511148" cy="145909"/>
          </a:xfrm>
        </p:spPr>
        <p:txBody>
          <a:bodyPr/>
          <a:lstStyle>
            <a:lvl1pPr marL="0" indent="0" algn="ctr">
              <a:buNone/>
              <a:defRPr sz="1200">
                <a:solidFill>
                  <a:schemeClr val="bg1"/>
                </a:solidFill>
              </a:defRPr>
            </a:lvl1pPr>
          </a:lstStyle>
          <a:p>
            <a:pPr lvl="0"/>
            <a:r>
              <a:rPr lang="de-DE" dirty="0"/>
              <a:t>Phone</a:t>
            </a:r>
          </a:p>
        </p:txBody>
      </p:sp>
      <p:cxnSp>
        <p:nvCxnSpPr>
          <p:cNvPr id="2" name="Gerader Verbinder 1">
            <a:extLst>
              <a:ext uri="{FF2B5EF4-FFF2-40B4-BE49-F238E27FC236}">
                <a16:creationId xmlns:a16="http://schemas.microsoft.com/office/drawing/2014/main" id="{F71352BF-4D2F-D352-E8E5-FC8E96936F08}"/>
              </a:ext>
            </a:extLst>
          </p:cNvPr>
          <p:cNvCxnSpPr>
            <a:cxnSpLocks/>
          </p:cNvCxnSpPr>
          <p:nvPr userDrawn="1"/>
        </p:nvCxnSpPr>
        <p:spPr bwMode="gray">
          <a:xfrm flipH="1">
            <a:off x="4441283" y="5138420"/>
            <a:ext cx="53086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 name="Gerader Verbinder 3">
            <a:extLst>
              <a:ext uri="{FF2B5EF4-FFF2-40B4-BE49-F238E27FC236}">
                <a16:creationId xmlns:a16="http://schemas.microsoft.com/office/drawing/2014/main" id="{BE78E666-91DF-A384-7FF9-6B46FF0AB3B3}"/>
              </a:ext>
            </a:extLst>
          </p:cNvPr>
          <p:cNvCxnSpPr>
            <a:cxnSpLocks/>
          </p:cNvCxnSpPr>
          <p:nvPr userDrawn="1"/>
        </p:nvCxnSpPr>
        <p:spPr bwMode="gray">
          <a:xfrm flipH="1">
            <a:off x="1663521" y="5138420"/>
            <a:ext cx="53086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5" name="Gerader Verbinder 4">
            <a:extLst>
              <a:ext uri="{FF2B5EF4-FFF2-40B4-BE49-F238E27FC236}">
                <a16:creationId xmlns:a16="http://schemas.microsoft.com/office/drawing/2014/main" id="{3F9AE90A-3D19-C42F-D463-9F70B664F524}"/>
              </a:ext>
            </a:extLst>
          </p:cNvPr>
          <p:cNvCxnSpPr>
            <a:cxnSpLocks/>
          </p:cNvCxnSpPr>
          <p:nvPr userDrawn="1"/>
        </p:nvCxnSpPr>
        <p:spPr bwMode="gray">
          <a:xfrm flipH="1">
            <a:off x="7219045" y="5138420"/>
            <a:ext cx="53086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 name="Gerader Verbinder 6">
            <a:extLst>
              <a:ext uri="{FF2B5EF4-FFF2-40B4-BE49-F238E27FC236}">
                <a16:creationId xmlns:a16="http://schemas.microsoft.com/office/drawing/2014/main" id="{31BB3CEE-CB0F-A50B-C004-4CF41520D8AC}"/>
              </a:ext>
            </a:extLst>
          </p:cNvPr>
          <p:cNvCxnSpPr>
            <a:cxnSpLocks/>
          </p:cNvCxnSpPr>
          <p:nvPr userDrawn="1"/>
        </p:nvCxnSpPr>
        <p:spPr bwMode="gray">
          <a:xfrm flipH="1">
            <a:off x="9996806" y="5138420"/>
            <a:ext cx="53086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7331045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E_Closing Slide White Light">
    <p:spTree>
      <p:nvGrpSpPr>
        <p:cNvPr id="1" name=""/>
        <p:cNvGrpSpPr/>
        <p:nvPr/>
      </p:nvGrpSpPr>
      <p:grpSpPr>
        <a:xfrm>
          <a:off x="0" y="0"/>
          <a:ext cx="0" cy="0"/>
          <a:chOff x="0" y="0"/>
          <a:chExt cx="0" cy="0"/>
        </a:xfrm>
      </p:grpSpPr>
      <p:pic>
        <p:nvPicPr>
          <p:cNvPr id="3" name="NTT DATA Global Logo">
            <a:extLst>
              <a:ext uri="{FF2B5EF4-FFF2-40B4-BE49-F238E27FC236}">
                <a16:creationId xmlns:a16="http://schemas.microsoft.com/office/drawing/2014/main" id="{01F40004-0B55-0534-B49E-3160E9FA2E10}"/>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403287" y="2880000"/>
            <a:ext cx="5385427" cy="1098000"/>
          </a:xfrm>
          <a:prstGeom prst="rect">
            <a:avLst/>
          </a:prstGeom>
        </p:spPr>
      </p:pic>
    </p:spTree>
    <p:extLst>
      <p:ext uri="{BB962C8B-B14F-4D97-AF65-F5344CB8AC3E}">
        <p14:creationId xmlns:p14="http://schemas.microsoft.com/office/powerpoint/2010/main" val="88319693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E_Closing Slide Future Blue with Picture Light">
    <p:bg>
      <p:bgPr>
        <a:solidFill>
          <a:schemeClr val="bg2"/>
        </a:solidFill>
        <a:effectLst/>
      </p:bgPr>
    </p:bg>
    <p:spTree>
      <p:nvGrpSpPr>
        <p:cNvPr id="1" name=""/>
        <p:cNvGrpSpPr/>
        <p:nvPr/>
      </p:nvGrpSpPr>
      <p:grpSpPr>
        <a:xfrm>
          <a:off x="0" y="0"/>
          <a:ext cx="0" cy="0"/>
          <a:chOff x="0" y="0"/>
          <a:chExt cx="0" cy="0"/>
        </a:xfrm>
      </p:grpSpPr>
      <p:sp>
        <p:nvSpPr>
          <p:cNvPr id="2" name="NTT DATA Global Logo" descr="NTT DATA Global Logo">
            <a:extLst>
              <a:ext uri="{FF2B5EF4-FFF2-40B4-BE49-F238E27FC236}">
                <a16:creationId xmlns:a16="http://schemas.microsoft.com/office/drawing/2014/main" id="{98CC4E28-4615-54DE-9A23-19AE8504C324}"/>
              </a:ext>
            </a:extLst>
          </p:cNvPr>
          <p:cNvSpPr>
            <a:spLocks noGrp="1" noChangeAspect="1"/>
          </p:cNvSpPr>
          <p:nvPr>
            <p:ph type="body" sz="quarter" idx="17" hasCustomPrompt="1"/>
          </p:nvPr>
        </p:nvSpPr>
        <p:spPr bwMode="gray">
          <a:xfrm>
            <a:off x="3403200" y="2879266"/>
            <a:ext cx="5385600" cy="1099468"/>
          </a:xfrm>
          <a:prstGeom prst="rect">
            <a:avLst/>
          </a:prstGeom>
          <a:blipFill dpi="0" rotWithShape="1">
            <a:blip r:embed="rId2"/>
            <a:srcRect/>
            <a:stretch>
              <a:fillRect/>
            </a:stretch>
          </a:blipFill>
        </p:spPr>
        <p:txBody>
          <a:bodyPr wrap="none" lIns="0" tIns="0" rIns="0" bIns="0"/>
          <a:lstStyle>
            <a:lvl1pPr>
              <a:defRPr sz="200">
                <a:solidFill>
                  <a:schemeClr val="accent2"/>
                </a:solidFill>
              </a:defRPr>
            </a:lvl1pPr>
            <a:lvl2pPr>
              <a:defRPr>
                <a:noFill/>
              </a:defRPr>
            </a:lvl2pPr>
            <a:lvl3pPr>
              <a:defRPr>
                <a:noFill/>
              </a:defRPr>
            </a:lvl3pPr>
            <a:lvl4pPr>
              <a:defRPr>
                <a:noFill/>
              </a:defRPr>
            </a:lvl4pPr>
            <a:lvl5pPr>
              <a:defRPr>
                <a:noFill/>
              </a:defRPr>
            </a:lvl5pPr>
          </a:lstStyle>
          <a:p>
            <a:pPr lvl="0"/>
            <a:r>
              <a:rPr lang="en-US" dirty="0"/>
              <a:t> </a:t>
            </a:r>
          </a:p>
        </p:txBody>
      </p:sp>
      <p:sp>
        <p:nvSpPr>
          <p:cNvPr id="3" name="Picture Placeholder 4">
            <a:extLst>
              <a:ext uri="{FF2B5EF4-FFF2-40B4-BE49-F238E27FC236}">
                <a16:creationId xmlns:a16="http://schemas.microsoft.com/office/drawing/2014/main" id="{FB17ABEB-CE11-6DFE-1EDF-82662ED8C955}"/>
              </a:ext>
            </a:extLst>
          </p:cNvPr>
          <p:cNvSpPr>
            <a:spLocks noGrp="1"/>
          </p:cNvSpPr>
          <p:nvPr>
            <p:ph type="pic" sz="quarter" idx="13" hasCustomPrompt="1"/>
          </p:nvPr>
        </p:nvSpPr>
        <p:spPr bwMode="gray">
          <a:xfrm>
            <a:off x="0" y="0"/>
            <a:ext cx="12192000" cy="6860241"/>
          </a:xfrm>
          <a:prstGeom prst="rect">
            <a:avLst/>
          </a:prstGeom>
          <a:noFill/>
        </p:spPr>
        <p:txBody>
          <a:bodyPr tIns="2743200" bIns="0" anchor="ctr"/>
          <a:lstStyle>
            <a:lvl1pPr marL="0" indent="0" algn="ctr">
              <a:buFontTx/>
              <a:buNone/>
              <a:defRPr sz="2400">
                <a:solidFill>
                  <a:schemeClr val="tx1"/>
                </a:solidFill>
                <a:latin typeface="+mn-lt"/>
              </a:defRPr>
            </a:lvl1pPr>
          </a:lstStyle>
          <a:p>
            <a:pPr marL="0" marR="0" lvl="0" indent="0" algn="ctr" defTabSz="914400" rtl="0" eaLnBrk="1" fontAlgn="auto" latinLnBrk="0" hangingPunct="1">
              <a:lnSpc>
                <a:spcPct val="100000"/>
              </a:lnSpc>
              <a:spcBef>
                <a:spcPts val="1000"/>
              </a:spcBef>
              <a:spcAft>
                <a:spcPts val="0"/>
              </a:spcAft>
              <a:buClrTx/>
              <a:buSzTx/>
              <a:buFontTx/>
              <a:buNone/>
              <a:tabLst/>
              <a:defRPr/>
            </a:pPr>
            <a:r>
              <a:rPr lang="en-US" dirty="0"/>
              <a:t>Click to add image. Then reorder: Send to back</a:t>
            </a:r>
          </a:p>
        </p:txBody>
      </p:sp>
    </p:spTree>
    <p:extLst>
      <p:ext uri="{BB962C8B-B14F-4D97-AF65-F5344CB8AC3E}">
        <p14:creationId xmlns:p14="http://schemas.microsoft.com/office/powerpoint/2010/main" val="216958621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A_Cover_Full Image, Full Innovation Curve">
    <p:bg>
      <p:bgPr>
        <a:solidFill>
          <a:schemeClr val="bg1"/>
        </a:solidFill>
        <a:effectLst/>
      </p:bgPr>
    </p:bg>
    <p:spTree>
      <p:nvGrpSpPr>
        <p:cNvPr id="1" name=""/>
        <p:cNvGrpSpPr/>
        <p:nvPr/>
      </p:nvGrpSpPr>
      <p:grpSpPr>
        <a:xfrm>
          <a:off x="0" y="0"/>
          <a:ext cx="0" cy="0"/>
          <a:chOff x="0" y="0"/>
          <a:chExt cx="0" cy="0"/>
        </a:xfrm>
      </p:grpSpPr>
      <p:sp>
        <p:nvSpPr>
          <p:cNvPr id="6" name="Smart Navy SemiTrans Overlay">
            <a:extLst>
              <a:ext uri="{FF2B5EF4-FFF2-40B4-BE49-F238E27FC236}">
                <a16:creationId xmlns:a16="http://schemas.microsoft.com/office/drawing/2014/main" id="{39BA9756-44A4-AC93-1405-84B020B6F46B}"/>
              </a:ext>
            </a:extLst>
          </p:cNvPr>
          <p:cNvSpPr>
            <a:spLocks noGrp="1"/>
          </p:cNvSpPr>
          <p:nvPr>
            <p:ph type="body" sz="quarter" idx="16" hasCustomPrompt="1"/>
          </p:nvPr>
        </p:nvSpPr>
        <p:spPr bwMode="gray">
          <a:xfrm>
            <a:off x="0" y="0"/>
            <a:ext cx="12192000" cy="6857999"/>
          </a:xfrm>
          <a:prstGeom prst="rect">
            <a:avLst/>
          </a:prstGeom>
          <a:solidFill>
            <a:srgbClr val="050D24">
              <a:alpha val="57647"/>
            </a:srgbClr>
          </a:solidFill>
        </p:spPr>
        <p:txBody>
          <a:bodyPr/>
          <a:lstStyle>
            <a:lvl1pPr>
              <a:defRPr>
                <a:solidFill>
                  <a:schemeClr val="bg1"/>
                </a:solidFill>
              </a:defRPr>
            </a:lvl1pPr>
            <a:lvl2pPr marL="0" indent="0">
              <a:buNone/>
              <a:defRPr>
                <a:noFill/>
              </a:defRPr>
            </a:lvl2pPr>
            <a:lvl3pPr marL="216000" indent="0">
              <a:buFont typeface="Arial" panose="020B0604020202020204" pitchFamily="34" charset="0"/>
              <a:buNone/>
              <a:defRPr>
                <a:noFill/>
              </a:defRPr>
            </a:lvl3pPr>
            <a:lvl4pPr>
              <a:defRPr>
                <a:noFill/>
              </a:defRPr>
            </a:lvl4pPr>
            <a:lvl5pPr>
              <a:defRPr>
                <a:noFill/>
              </a:defRPr>
            </a:lvl5pPr>
          </a:lstStyle>
          <a:p>
            <a:pPr lvl="2"/>
            <a:r>
              <a:rPr lang="en-US" noProof="0" dirty="0"/>
              <a:t> </a:t>
            </a:r>
          </a:p>
        </p:txBody>
      </p:sp>
      <p:sp>
        <p:nvSpPr>
          <p:cNvPr id="8" name="Footer Placeholder 4">
            <a:extLst>
              <a:ext uri="{FF2B5EF4-FFF2-40B4-BE49-F238E27FC236}">
                <a16:creationId xmlns:a16="http://schemas.microsoft.com/office/drawing/2014/main" id="{5E9A5FE8-62E3-0D2E-834A-D1F1B8269B75}"/>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1000">
                <a:solidFill>
                  <a:schemeClr val="tx1"/>
                </a:solidFill>
              </a:defRPr>
            </a:lvl1pPr>
          </a:lstStyle>
          <a:p>
            <a:r>
              <a:rPr lang="en-US" dirty="0"/>
              <a:t>© </a:t>
            </a:r>
            <a:fld id="{75ED45EB-D3D8-4D7D-8E36-58101285DD3F}" type="datetimeyyyy">
              <a:rPr lang="en-US" smtClean="0"/>
              <a:pPr/>
              <a:t>2024</a:t>
            </a:fld>
            <a:r>
              <a:rPr lang="en-US" dirty="0"/>
              <a:t> NTT DATA Business Solutions</a:t>
            </a:r>
          </a:p>
        </p:txBody>
      </p:sp>
      <p:sp>
        <p:nvSpPr>
          <p:cNvPr id="3" name="Innovation Curve">
            <a:extLst>
              <a:ext uri="{FF2B5EF4-FFF2-40B4-BE49-F238E27FC236}">
                <a16:creationId xmlns:a16="http://schemas.microsoft.com/office/drawing/2014/main" id="{18332D96-F8AA-AD1E-863A-6EA58DA26D4A}"/>
              </a:ext>
            </a:extLst>
          </p:cNvPr>
          <p:cNvSpPr>
            <a:spLocks noGrp="1"/>
          </p:cNvSpPr>
          <p:nvPr>
            <p:ph type="body" sz="quarter" idx="21" hasCustomPrompt="1"/>
          </p:nvPr>
        </p:nvSpPr>
        <p:spPr bwMode="gray">
          <a:xfrm>
            <a:off x="5365655" y="0"/>
            <a:ext cx="6835842" cy="6858000"/>
          </a:xfrm>
          <a:blipFill>
            <a:blip r:embed="rId2"/>
            <a:stretch>
              <a:fillRect/>
            </a:stretch>
          </a:blipFill>
        </p:spPr>
        <p:txBody>
          <a:bodyPr/>
          <a:lstStyle>
            <a:lvl1pPr>
              <a:defRPr sz="200"/>
            </a:lvl1pPr>
          </a:lstStyle>
          <a:p>
            <a:pPr lvl="0"/>
            <a:r>
              <a:rPr lang="de-DE" dirty="0"/>
              <a:t>. </a:t>
            </a:r>
          </a:p>
        </p:txBody>
      </p:sp>
      <p:sp>
        <p:nvSpPr>
          <p:cNvPr id="7" name="Cover Photo Placeholder">
            <a:extLst>
              <a:ext uri="{FF2B5EF4-FFF2-40B4-BE49-F238E27FC236}">
                <a16:creationId xmlns:a16="http://schemas.microsoft.com/office/drawing/2014/main" id="{47AACDBA-727E-B7AC-B9F8-A809F3406830}"/>
              </a:ext>
              <a:ext uri="{C183D7F6-B498-43B3-948B-1728B52AA6E4}">
                <adec:decorative xmlns:adec="http://schemas.microsoft.com/office/drawing/2017/decorative" val="1"/>
              </a:ext>
            </a:extLst>
          </p:cNvPr>
          <p:cNvSpPr>
            <a:spLocks noGrp="1"/>
          </p:cNvSpPr>
          <p:nvPr>
            <p:ph type="pic" sz="quarter" idx="13" hasCustomPrompt="1"/>
          </p:nvPr>
        </p:nvSpPr>
        <p:spPr bwMode="gray">
          <a:xfrm>
            <a:off x="9498" y="0"/>
            <a:ext cx="12191999" cy="6860241"/>
          </a:xfrm>
          <a:prstGeom prst="rect">
            <a:avLst/>
          </a:prstGeom>
          <a:noFill/>
        </p:spPr>
        <p:txBody>
          <a:bodyPr tIns="2743200" bIns="0" anchor="ctr"/>
          <a:lstStyle>
            <a:lvl1pPr marL="0" indent="0" algn="ctr">
              <a:buFontTx/>
              <a:buNone/>
              <a:defRPr sz="2400">
                <a:solidFill>
                  <a:srgbClr val="FF7A00"/>
                </a:solidFill>
                <a:latin typeface="+mn-lt"/>
              </a:defRPr>
            </a:lvl1pPr>
          </a:lstStyle>
          <a:p>
            <a:pPr marL="0" marR="0" lvl="0" indent="0" algn="ctr" defTabSz="914400" rtl="0" eaLnBrk="1" fontAlgn="auto" latinLnBrk="0" hangingPunct="1">
              <a:lnSpc>
                <a:spcPct val="100000"/>
              </a:lnSpc>
              <a:spcBef>
                <a:spcPts val="1000"/>
              </a:spcBef>
              <a:spcAft>
                <a:spcPts val="0"/>
              </a:spcAft>
              <a:buClrTx/>
              <a:buSzTx/>
              <a:buFontTx/>
              <a:buNone/>
              <a:tabLst/>
              <a:defRPr/>
            </a:pPr>
            <a:r>
              <a:rPr lang="en-US" noProof="0" dirty="0"/>
              <a:t>Click to add image. Then Reorder: Send to back </a:t>
            </a:r>
          </a:p>
        </p:txBody>
      </p:sp>
      <p:sp>
        <p:nvSpPr>
          <p:cNvPr id="2" name="Info box">
            <a:extLst>
              <a:ext uri="{FF2B5EF4-FFF2-40B4-BE49-F238E27FC236}">
                <a16:creationId xmlns:a16="http://schemas.microsoft.com/office/drawing/2014/main" id="{CDC6CD3E-31EA-EA2F-BE3B-37D4E6526A11}"/>
              </a:ext>
            </a:extLst>
          </p:cNvPr>
          <p:cNvSpPr>
            <a:spLocks noGrp="1"/>
          </p:cNvSpPr>
          <p:nvPr>
            <p:ph sz="quarter" idx="18" hasCustomPrompt="1"/>
          </p:nvPr>
        </p:nvSpPr>
        <p:spPr bwMode="gray">
          <a:xfrm>
            <a:off x="10176832" y="333376"/>
            <a:ext cx="1868023" cy="395869"/>
          </a:xfrm>
          <a:prstGeom prst="rect">
            <a:avLst/>
          </a:prstGeom>
          <a:ln>
            <a:noFill/>
          </a:ln>
        </p:spPr>
        <p:txBody>
          <a:bodyPr wrap="square" lIns="36000" tIns="36000" rIns="36000" bIns="36000">
            <a:spAutoFit/>
          </a:bodyPr>
          <a:lstStyle>
            <a:lvl1pPr>
              <a:lnSpc>
                <a:spcPct val="100000"/>
              </a:lnSpc>
              <a:spcBef>
                <a:spcPts val="0"/>
              </a:spcBef>
              <a:spcAft>
                <a:spcPts val="0"/>
              </a:spcAft>
              <a:defRPr sz="700">
                <a:solidFill>
                  <a:schemeClr val="tx1"/>
                </a:solidFill>
              </a:defRPr>
            </a:lvl1pPr>
          </a:lstStyle>
          <a:p>
            <a:pPr lvl="0"/>
            <a:r>
              <a:rPr lang="en-US" noProof="0" dirty="0"/>
              <a:t>Information Type:</a:t>
            </a:r>
            <a:br>
              <a:rPr lang="en-US" noProof="0" dirty="0"/>
            </a:br>
            <a:r>
              <a:rPr lang="en-US" noProof="0" dirty="0"/>
              <a:t>Company:  </a:t>
            </a:r>
            <a:br>
              <a:rPr lang="en-US" noProof="0" dirty="0"/>
            </a:br>
            <a:r>
              <a:rPr lang="en-US" noProof="0" dirty="0"/>
              <a:t>Information Owner:</a:t>
            </a:r>
          </a:p>
        </p:txBody>
      </p:sp>
      <p:sp>
        <p:nvSpPr>
          <p:cNvPr id="4" name="Date Placeholder 3">
            <a:extLst>
              <a:ext uri="{FF2B5EF4-FFF2-40B4-BE49-F238E27FC236}">
                <a16:creationId xmlns:a16="http://schemas.microsoft.com/office/drawing/2014/main" id="{C81BBD22-02FF-5EAB-ABA3-3C0BB396027D}"/>
              </a:ext>
            </a:extLst>
          </p:cNvPr>
          <p:cNvSpPr>
            <a:spLocks noGrp="1"/>
          </p:cNvSpPr>
          <p:nvPr>
            <p:ph type="dt" sz="half" idx="2"/>
          </p:nvPr>
        </p:nvSpPr>
        <p:spPr bwMode="gray">
          <a:xfrm>
            <a:off x="10898505" y="6563358"/>
            <a:ext cx="922020" cy="88901"/>
          </a:xfrm>
          <a:prstGeom prst="rect">
            <a:avLst/>
          </a:prstGeom>
          <a:ln>
            <a:noFill/>
          </a:ln>
        </p:spPr>
        <p:txBody>
          <a:bodyPr vert="horz" lIns="0" tIns="0" rIns="0" bIns="0" rtlCol="0" anchor="ctr">
            <a:noAutofit/>
          </a:bodyPr>
          <a:lstStyle>
            <a:lvl1pPr algn="r">
              <a:lnSpc>
                <a:spcPct val="100000"/>
              </a:lnSpc>
              <a:defRPr sz="1000">
                <a:solidFill>
                  <a:schemeClr val="tx1"/>
                </a:solidFill>
              </a:defRPr>
            </a:lvl1pPr>
          </a:lstStyle>
          <a:p>
            <a:fld id="{E96A7737-EF55-4500-AFFD-BE235A5DFACA}" type="datetime1">
              <a:rPr lang="en-US" smtClean="0"/>
              <a:t>5/29/2024</a:t>
            </a:fld>
            <a:endParaRPr lang="en-US" dirty="0"/>
          </a:p>
        </p:txBody>
      </p:sp>
      <p:sp>
        <p:nvSpPr>
          <p:cNvPr id="18" name="Title 1">
            <a:extLst>
              <a:ext uri="{FF2B5EF4-FFF2-40B4-BE49-F238E27FC236}">
                <a16:creationId xmlns:a16="http://schemas.microsoft.com/office/drawing/2014/main" id="{6566C0A6-4FFE-882A-7F2D-B9B9A23AB5FB}"/>
              </a:ext>
            </a:extLst>
          </p:cNvPr>
          <p:cNvSpPr>
            <a:spLocks noGrp="1"/>
          </p:cNvSpPr>
          <p:nvPr>
            <p:ph type="ctrTitle" hasCustomPrompt="1"/>
          </p:nvPr>
        </p:nvSpPr>
        <p:spPr bwMode="gray">
          <a:xfrm>
            <a:off x="380048" y="2438400"/>
            <a:ext cx="4793932" cy="1371600"/>
          </a:xfrm>
        </p:spPr>
        <p:txBody>
          <a:bodyPr vert="horz" lIns="0" tIns="45720" rIns="0" bIns="45720" rtlCol="0" anchor="b">
            <a:noAutofit/>
          </a:bodyPr>
          <a:lstStyle>
            <a:lvl1pPr>
              <a:defRPr lang="en-GB" sz="4400" b="0" i="0" dirty="0">
                <a:solidFill>
                  <a:schemeClr val="tx1"/>
                </a:solidFill>
                <a:latin typeface="+mj-lt"/>
                <a:cs typeface="Times New Roman" panose="02020603050405020304" pitchFamily="18" charset="0"/>
              </a:defRPr>
            </a:lvl1pPr>
          </a:lstStyle>
          <a:p>
            <a:pPr lvl="0">
              <a:lnSpc>
                <a:spcPct val="100000"/>
              </a:lnSpc>
            </a:pPr>
            <a:r>
              <a:rPr lang="en-US" noProof="0" dirty="0"/>
              <a:t>Click to edit Master title Style</a:t>
            </a:r>
          </a:p>
        </p:txBody>
      </p:sp>
      <p:sp>
        <p:nvSpPr>
          <p:cNvPr id="19" name="Subtitle 2">
            <a:extLst>
              <a:ext uri="{FF2B5EF4-FFF2-40B4-BE49-F238E27FC236}">
                <a16:creationId xmlns:a16="http://schemas.microsoft.com/office/drawing/2014/main" id="{4FACCEEE-5469-CC54-C90B-C9C1BF3F2B90}"/>
              </a:ext>
            </a:extLst>
          </p:cNvPr>
          <p:cNvSpPr>
            <a:spLocks noGrp="1"/>
          </p:cNvSpPr>
          <p:nvPr>
            <p:ph type="subTitle" idx="1" hasCustomPrompt="1"/>
          </p:nvPr>
        </p:nvSpPr>
        <p:spPr bwMode="gray">
          <a:xfrm>
            <a:off x="380048" y="3810000"/>
            <a:ext cx="4793932" cy="353943"/>
          </a:xfrm>
          <a:prstGeom prst="rect">
            <a:avLst/>
          </a:prstGeom>
        </p:spPr>
        <p:txBody>
          <a:bodyPr wrap="square" lIns="0" tIns="45720" rIns="0">
            <a:spAutoFit/>
          </a:bodyPr>
          <a:lstStyle>
            <a:lvl1pPr>
              <a:spcBef>
                <a:spcPts val="0"/>
              </a:spcBef>
              <a:spcAft>
                <a:spcPts val="0"/>
              </a:spcAft>
              <a:defRPr lang="en-GB" sz="2000" b="0" i="0" dirty="0">
                <a:solidFill>
                  <a:schemeClr val="tx1"/>
                </a:solidFill>
                <a:latin typeface="+mn-lt"/>
                <a:cs typeface="Arial" panose="020B0604020202020204" pitchFamily="34" charset="0"/>
              </a:defRPr>
            </a:lvl1pPr>
          </a:lstStyle>
          <a:p>
            <a:pPr lvl="0">
              <a:lnSpc>
                <a:spcPct val="100000"/>
              </a:lnSpc>
              <a:spcBef>
                <a:spcPts val="1000"/>
              </a:spcBef>
              <a:buFont typeface="Arial" panose="020B0604020202020204" pitchFamily="34" charset="0"/>
            </a:pPr>
            <a:r>
              <a:rPr lang="en-US" noProof="0" dirty="0"/>
              <a:t>Click to edit Master subtitle style</a:t>
            </a:r>
          </a:p>
        </p:txBody>
      </p:sp>
      <p:sp>
        <p:nvSpPr>
          <p:cNvPr id="13" name="NTT DATA Global Logo" descr="NTT DATA Global Logo">
            <a:extLst>
              <a:ext uri="{FF2B5EF4-FFF2-40B4-BE49-F238E27FC236}">
                <a16:creationId xmlns:a16="http://schemas.microsoft.com/office/drawing/2014/main" id="{A6808F4F-EA69-F71A-723C-E607F8187929}"/>
              </a:ext>
            </a:extLst>
          </p:cNvPr>
          <p:cNvSpPr>
            <a:spLocks noGrp="1"/>
          </p:cNvSpPr>
          <p:nvPr>
            <p:ph type="body" sz="quarter" idx="15" hasCustomPrompt="1"/>
          </p:nvPr>
        </p:nvSpPr>
        <p:spPr bwMode="gray">
          <a:xfrm>
            <a:off x="371475" y="320040"/>
            <a:ext cx="1959724" cy="400077"/>
          </a:xfrm>
          <a:prstGeom prst="rect">
            <a:avLst/>
          </a:prstGeom>
          <a:blipFill dpi="0" rotWithShape="1">
            <a:blip r:embed="rId3"/>
            <a:srcRect/>
            <a:stretch>
              <a:fillRect/>
            </a:stretch>
          </a:blipFill>
        </p:spPr>
        <p:txBody>
          <a:bodyPr wrap="none" lIns="0" tIns="0" rIns="0" bIns="0"/>
          <a:lstStyle>
            <a:lvl1pPr>
              <a:defRPr sz="200">
                <a:solidFill>
                  <a:schemeClr val="accent2"/>
                </a:solidFill>
              </a:defRPr>
            </a:lvl1pPr>
            <a:lvl2pPr>
              <a:defRPr>
                <a:noFill/>
              </a:defRPr>
            </a:lvl2pPr>
            <a:lvl3pPr>
              <a:defRPr>
                <a:noFill/>
              </a:defRPr>
            </a:lvl3pPr>
            <a:lvl4pPr>
              <a:defRPr>
                <a:noFill/>
              </a:defRPr>
            </a:lvl4pPr>
            <a:lvl5pPr>
              <a:defRPr>
                <a:noFill/>
              </a:defRPr>
            </a:lvl5pPr>
          </a:lstStyle>
          <a:p>
            <a:pPr lvl="0"/>
            <a:r>
              <a:rPr lang="en-US" dirty="0"/>
              <a:t> </a:t>
            </a:r>
          </a:p>
        </p:txBody>
      </p:sp>
    </p:spTree>
    <p:extLst>
      <p:ext uri="{BB962C8B-B14F-4D97-AF65-F5344CB8AC3E}">
        <p14:creationId xmlns:p14="http://schemas.microsoft.com/office/powerpoint/2010/main" val="91707021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A_Cover_Full Image, Partial Innovation Curve">
    <p:bg>
      <p:bgPr>
        <a:solidFill>
          <a:schemeClr val="bg1"/>
        </a:solidFill>
        <a:effectLst/>
      </p:bgPr>
    </p:bg>
    <p:spTree>
      <p:nvGrpSpPr>
        <p:cNvPr id="1" name=""/>
        <p:cNvGrpSpPr/>
        <p:nvPr/>
      </p:nvGrpSpPr>
      <p:grpSpPr>
        <a:xfrm>
          <a:off x="0" y="0"/>
          <a:ext cx="0" cy="0"/>
          <a:chOff x="0" y="0"/>
          <a:chExt cx="0" cy="0"/>
        </a:xfrm>
      </p:grpSpPr>
      <p:sp>
        <p:nvSpPr>
          <p:cNvPr id="6" name="Smart Navy SemiTrans Overlay">
            <a:extLst>
              <a:ext uri="{FF2B5EF4-FFF2-40B4-BE49-F238E27FC236}">
                <a16:creationId xmlns:a16="http://schemas.microsoft.com/office/drawing/2014/main" id="{39BA9756-44A4-AC93-1405-84B020B6F46B}"/>
              </a:ext>
            </a:extLst>
          </p:cNvPr>
          <p:cNvSpPr>
            <a:spLocks noGrp="1"/>
          </p:cNvSpPr>
          <p:nvPr>
            <p:ph type="body" sz="quarter" idx="16" hasCustomPrompt="1"/>
          </p:nvPr>
        </p:nvSpPr>
        <p:spPr bwMode="gray">
          <a:xfrm>
            <a:off x="0" y="0"/>
            <a:ext cx="12192000" cy="6857999"/>
          </a:xfrm>
          <a:prstGeom prst="rect">
            <a:avLst/>
          </a:prstGeom>
          <a:solidFill>
            <a:srgbClr val="050D24">
              <a:alpha val="57647"/>
            </a:srgbClr>
          </a:solidFill>
        </p:spPr>
        <p:txBody>
          <a:bodyPr/>
          <a:lstStyle>
            <a:lvl1pPr>
              <a:defRPr>
                <a:solidFill>
                  <a:schemeClr val="bg1"/>
                </a:solidFill>
              </a:defRPr>
            </a:lvl1pPr>
            <a:lvl2pPr marL="0" indent="0">
              <a:buNone/>
              <a:defRPr>
                <a:noFill/>
              </a:defRPr>
            </a:lvl2pPr>
            <a:lvl3pPr marL="216000" indent="0">
              <a:buFont typeface="Arial" panose="020B0604020202020204" pitchFamily="34" charset="0"/>
              <a:buNone/>
              <a:defRPr>
                <a:noFill/>
              </a:defRPr>
            </a:lvl3pPr>
            <a:lvl4pPr>
              <a:defRPr>
                <a:noFill/>
              </a:defRPr>
            </a:lvl4pPr>
            <a:lvl5pPr>
              <a:defRPr>
                <a:noFill/>
              </a:defRPr>
            </a:lvl5pPr>
          </a:lstStyle>
          <a:p>
            <a:pPr lvl="2"/>
            <a:r>
              <a:rPr lang="en-US" dirty="0"/>
              <a:t> </a:t>
            </a:r>
          </a:p>
        </p:txBody>
      </p:sp>
      <p:sp>
        <p:nvSpPr>
          <p:cNvPr id="7" name="Cover Photo Placeholder">
            <a:extLst>
              <a:ext uri="{FF2B5EF4-FFF2-40B4-BE49-F238E27FC236}">
                <a16:creationId xmlns:a16="http://schemas.microsoft.com/office/drawing/2014/main" id="{47AACDBA-727E-B7AC-B9F8-A809F3406830}"/>
              </a:ext>
              <a:ext uri="{C183D7F6-B498-43B3-948B-1728B52AA6E4}">
                <adec:decorative xmlns:adec="http://schemas.microsoft.com/office/drawing/2017/decorative" val="1"/>
              </a:ext>
            </a:extLst>
          </p:cNvPr>
          <p:cNvSpPr>
            <a:spLocks noGrp="1"/>
          </p:cNvSpPr>
          <p:nvPr>
            <p:ph type="pic" sz="quarter" idx="13" hasCustomPrompt="1"/>
          </p:nvPr>
        </p:nvSpPr>
        <p:spPr bwMode="gray">
          <a:xfrm>
            <a:off x="0" y="0"/>
            <a:ext cx="12192000" cy="6860241"/>
          </a:xfrm>
          <a:prstGeom prst="rect">
            <a:avLst/>
          </a:prstGeom>
          <a:noFill/>
        </p:spPr>
        <p:txBody>
          <a:bodyPr tIns="2743200" bIns="0" anchor="ctr"/>
          <a:lstStyle>
            <a:lvl1pPr marL="0" indent="0" algn="ctr">
              <a:buFontTx/>
              <a:buNone/>
              <a:defRPr sz="2400">
                <a:solidFill>
                  <a:srgbClr val="FF7A00"/>
                </a:solidFill>
                <a:latin typeface="+mn-lt"/>
              </a:defRPr>
            </a:lvl1pPr>
          </a:lstStyle>
          <a:p>
            <a:pPr marL="0" marR="0" lvl="0" indent="0" algn="ctr" defTabSz="914400" rtl="0" eaLnBrk="1" fontAlgn="auto" latinLnBrk="0" hangingPunct="1">
              <a:lnSpc>
                <a:spcPct val="100000"/>
              </a:lnSpc>
              <a:spcBef>
                <a:spcPts val="1000"/>
              </a:spcBef>
              <a:spcAft>
                <a:spcPts val="0"/>
              </a:spcAft>
              <a:buClrTx/>
              <a:buSzTx/>
              <a:buFontTx/>
              <a:buNone/>
              <a:tabLst/>
              <a:defRPr/>
            </a:pPr>
            <a:r>
              <a:rPr lang="en-US" dirty="0"/>
              <a:t>Click to add image. Then Reorder: Send to back</a:t>
            </a:r>
          </a:p>
        </p:txBody>
      </p:sp>
      <p:sp>
        <p:nvSpPr>
          <p:cNvPr id="12" name="Footer Placeholder 4">
            <a:extLst>
              <a:ext uri="{FF2B5EF4-FFF2-40B4-BE49-F238E27FC236}">
                <a16:creationId xmlns:a16="http://schemas.microsoft.com/office/drawing/2014/main" id="{EB69904B-F3B0-9924-1277-D5E10CC8F93D}"/>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1000">
                <a:solidFill>
                  <a:schemeClr val="tx1"/>
                </a:solidFill>
              </a:defRPr>
            </a:lvl1pPr>
          </a:lstStyle>
          <a:p>
            <a:r>
              <a:rPr lang="en-US" dirty="0"/>
              <a:t>© </a:t>
            </a:r>
            <a:fld id="{CAC54234-1FA8-405C-8808-D7CF2A79BFC4}" type="datetimeyyyy">
              <a:rPr lang="en-US" smtClean="0"/>
              <a:pPr/>
              <a:t>2024</a:t>
            </a:fld>
            <a:r>
              <a:rPr lang="en-US" dirty="0"/>
              <a:t> NTT DATA Business Solutions</a:t>
            </a:r>
          </a:p>
        </p:txBody>
      </p:sp>
      <p:sp>
        <p:nvSpPr>
          <p:cNvPr id="8" name="Innovation Curve">
            <a:extLst>
              <a:ext uri="{FF2B5EF4-FFF2-40B4-BE49-F238E27FC236}">
                <a16:creationId xmlns:a16="http://schemas.microsoft.com/office/drawing/2014/main" id="{F707DE12-3594-93EB-F056-2B2C43B24781}"/>
              </a:ext>
            </a:extLst>
          </p:cNvPr>
          <p:cNvSpPr>
            <a:spLocks noGrp="1"/>
          </p:cNvSpPr>
          <p:nvPr>
            <p:ph type="body" sz="quarter" idx="22" hasCustomPrompt="1"/>
          </p:nvPr>
        </p:nvSpPr>
        <p:spPr bwMode="gray">
          <a:xfrm>
            <a:off x="7637463" y="3175"/>
            <a:ext cx="4554537" cy="6856413"/>
          </a:xfrm>
          <a:blipFill>
            <a:blip r:embed="rId2"/>
            <a:stretch>
              <a:fillRect/>
            </a:stretch>
          </a:blipFill>
        </p:spPr>
        <p:txBody>
          <a:bodyPr/>
          <a:lstStyle>
            <a:lvl1pPr>
              <a:defRPr sz="200"/>
            </a:lvl1pPr>
          </a:lstStyle>
          <a:p>
            <a:pPr lvl="0"/>
            <a:r>
              <a:rPr lang="de-DE" dirty="0"/>
              <a:t>.  </a:t>
            </a:r>
          </a:p>
        </p:txBody>
      </p:sp>
      <p:sp>
        <p:nvSpPr>
          <p:cNvPr id="11" name="Date Placeholder 3">
            <a:extLst>
              <a:ext uri="{FF2B5EF4-FFF2-40B4-BE49-F238E27FC236}">
                <a16:creationId xmlns:a16="http://schemas.microsoft.com/office/drawing/2014/main" id="{612179AF-A82A-2C38-AA6E-ADD8AE770B11}"/>
              </a:ext>
            </a:extLst>
          </p:cNvPr>
          <p:cNvSpPr>
            <a:spLocks noGrp="1"/>
          </p:cNvSpPr>
          <p:nvPr>
            <p:ph type="dt" sz="half" idx="2"/>
          </p:nvPr>
        </p:nvSpPr>
        <p:spPr bwMode="gray">
          <a:xfrm>
            <a:off x="10898505" y="6563358"/>
            <a:ext cx="922020" cy="88901"/>
          </a:xfrm>
          <a:prstGeom prst="rect">
            <a:avLst/>
          </a:prstGeom>
          <a:ln>
            <a:noFill/>
          </a:ln>
        </p:spPr>
        <p:txBody>
          <a:bodyPr vert="horz" lIns="0" tIns="0" rIns="0" bIns="0" rtlCol="0" anchor="ctr">
            <a:noAutofit/>
          </a:bodyPr>
          <a:lstStyle>
            <a:lvl1pPr algn="r">
              <a:lnSpc>
                <a:spcPct val="100000"/>
              </a:lnSpc>
              <a:defRPr sz="1000">
                <a:solidFill>
                  <a:schemeClr val="tx1"/>
                </a:solidFill>
              </a:defRPr>
            </a:lvl1pPr>
          </a:lstStyle>
          <a:p>
            <a:fld id="{C1F63617-6116-4180-81B9-5A38E1E5ADB0}" type="datetime1">
              <a:rPr lang="en-US" smtClean="0"/>
              <a:t>5/29/2024</a:t>
            </a:fld>
            <a:endParaRPr lang="en-US" dirty="0"/>
          </a:p>
        </p:txBody>
      </p:sp>
      <p:sp>
        <p:nvSpPr>
          <p:cNvPr id="16" name="Title 1">
            <a:extLst>
              <a:ext uri="{FF2B5EF4-FFF2-40B4-BE49-F238E27FC236}">
                <a16:creationId xmlns:a16="http://schemas.microsoft.com/office/drawing/2014/main" id="{9C858A80-3045-093E-B563-A7492ACE92AF}"/>
              </a:ext>
            </a:extLst>
          </p:cNvPr>
          <p:cNvSpPr>
            <a:spLocks noGrp="1"/>
          </p:cNvSpPr>
          <p:nvPr>
            <p:ph type="ctrTitle" hasCustomPrompt="1"/>
          </p:nvPr>
        </p:nvSpPr>
        <p:spPr bwMode="gray">
          <a:xfrm>
            <a:off x="380048" y="2438400"/>
            <a:ext cx="6797992" cy="1371600"/>
          </a:xfrm>
        </p:spPr>
        <p:txBody>
          <a:bodyPr vert="horz" lIns="0" tIns="45720" rIns="0" bIns="45720" rtlCol="0" anchor="b">
            <a:noAutofit/>
          </a:bodyPr>
          <a:lstStyle>
            <a:lvl1pPr>
              <a:defRPr lang="en-GB" sz="4400" b="0" i="0" dirty="0">
                <a:solidFill>
                  <a:schemeClr val="tx1"/>
                </a:solidFill>
                <a:latin typeface="+mj-lt"/>
                <a:cs typeface="Times New Roman" panose="02020603050405020304" pitchFamily="18" charset="0"/>
              </a:defRPr>
            </a:lvl1pPr>
          </a:lstStyle>
          <a:p>
            <a:pPr lvl="0">
              <a:lnSpc>
                <a:spcPct val="100000"/>
              </a:lnSpc>
            </a:pPr>
            <a:r>
              <a:rPr lang="en-US" dirty="0"/>
              <a:t>Click to edit Master title Style</a:t>
            </a:r>
          </a:p>
        </p:txBody>
      </p:sp>
      <p:sp>
        <p:nvSpPr>
          <p:cNvPr id="17" name="Subtitle 2">
            <a:extLst>
              <a:ext uri="{FF2B5EF4-FFF2-40B4-BE49-F238E27FC236}">
                <a16:creationId xmlns:a16="http://schemas.microsoft.com/office/drawing/2014/main" id="{CAE6CB7E-3B40-11A3-1BAD-6A73DF9D83C7}"/>
              </a:ext>
            </a:extLst>
          </p:cNvPr>
          <p:cNvSpPr>
            <a:spLocks noGrp="1"/>
          </p:cNvSpPr>
          <p:nvPr>
            <p:ph type="subTitle" idx="1" hasCustomPrompt="1"/>
          </p:nvPr>
        </p:nvSpPr>
        <p:spPr bwMode="gray">
          <a:xfrm>
            <a:off x="380048" y="3810000"/>
            <a:ext cx="6797992" cy="353943"/>
          </a:xfrm>
          <a:prstGeom prst="rect">
            <a:avLst/>
          </a:prstGeom>
        </p:spPr>
        <p:txBody>
          <a:bodyPr wrap="square" lIns="0" tIns="45720" rIns="0">
            <a:spAutoFit/>
          </a:bodyPr>
          <a:lstStyle>
            <a:lvl1pPr>
              <a:spcBef>
                <a:spcPts val="0"/>
              </a:spcBef>
              <a:spcAft>
                <a:spcPts val="0"/>
              </a:spcAft>
              <a:defRPr lang="en-GB" sz="2000" b="0" i="0" dirty="0">
                <a:solidFill>
                  <a:schemeClr val="tx1"/>
                </a:solidFill>
                <a:latin typeface="+mn-lt"/>
                <a:cs typeface="Arial" panose="020B0604020202020204" pitchFamily="34" charset="0"/>
              </a:defRPr>
            </a:lvl1pPr>
          </a:lstStyle>
          <a:p>
            <a:pPr lvl="0">
              <a:lnSpc>
                <a:spcPct val="100000"/>
              </a:lnSpc>
              <a:spcBef>
                <a:spcPts val="1000"/>
              </a:spcBef>
              <a:buFont typeface="Arial" panose="020B0604020202020204" pitchFamily="34" charset="0"/>
            </a:pPr>
            <a:r>
              <a:rPr lang="en-US" dirty="0"/>
              <a:t>Click to edit Master subtitle style</a:t>
            </a:r>
          </a:p>
        </p:txBody>
      </p:sp>
      <p:sp>
        <p:nvSpPr>
          <p:cNvPr id="13" name="NTT DATA Global Logo" descr="NTT DATA Global Logo">
            <a:extLst>
              <a:ext uri="{FF2B5EF4-FFF2-40B4-BE49-F238E27FC236}">
                <a16:creationId xmlns:a16="http://schemas.microsoft.com/office/drawing/2014/main" id="{F1A70F1C-0C1D-4983-5A07-15932C342795}"/>
              </a:ext>
            </a:extLst>
          </p:cNvPr>
          <p:cNvSpPr>
            <a:spLocks noGrp="1"/>
          </p:cNvSpPr>
          <p:nvPr>
            <p:ph type="body" sz="quarter" idx="15" hasCustomPrompt="1"/>
          </p:nvPr>
        </p:nvSpPr>
        <p:spPr bwMode="gray">
          <a:xfrm>
            <a:off x="371475" y="320040"/>
            <a:ext cx="1959724" cy="400077"/>
          </a:xfrm>
          <a:prstGeom prst="rect">
            <a:avLst/>
          </a:prstGeom>
          <a:blipFill dpi="0" rotWithShape="1">
            <a:blip r:embed="rId3"/>
            <a:srcRect/>
            <a:stretch>
              <a:fillRect/>
            </a:stretch>
          </a:blipFill>
        </p:spPr>
        <p:txBody>
          <a:bodyPr wrap="none" lIns="0" tIns="0" rIns="0" bIns="0"/>
          <a:lstStyle>
            <a:lvl1pPr>
              <a:defRPr sz="200">
                <a:solidFill>
                  <a:schemeClr val="accent2"/>
                </a:solidFill>
              </a:defRPr>
            </a:lvl1pPr>
            <a:lvl2pPr>
              <a:defRPr>
                <a:noFill/>
              </a:defRPr>
            </a:lvl2pPr>
            <a:lvl3pPr>
              <a:defRPr>
                <a:noFill/>
              </a:defRPr>
            </a:lvl3pPr>
            <a:lvl4pPr>
              <a:defRPr>
                <a:noFill/>
              </a:defRPr>
            </a:lvl4pPr>
            <a:lvl5pPr>
              <a:defRPr>
                <a:noFill/>
              </a:defRPr>
            </a:lvl5pPr>
          </a:lstStyle>
          <a:p>
            <a:pPr lvl="0"/>
            <a:r>
              <a:rPr lang="en-US" dirty="0"/>
              <a:t> </a:t>
            </a:r>
          </a:p>
        </p:txBody>
      </p:sp>
      <p:sp>
        <p:nvSpPr>
          <p:cNvPr id="2" name="Info box">
            <a:extLst>
              <a:ext uri="{FF2B5EF4-FFF2-40B4-BE49-F238E27FC236}">
                <a16:creationId xmlns:a16="http://schemas.microsoft.com/office/drawing/2014/main" id="{FEFADB67-55CA-B657-EB4D-19C9E2824C84}"/>
              </a:ext>
            </a:extLst>
          </p:cNvPr>
          <p:cNvSpPr>
            <a:spLocks noGrp="1"/>
          </p:cNvSpPr>
          <p:nvPr>
            <p:ph sz="quarter" idx="18" hasCustomPrompt="1"/>
          </p:nvPr>
        </p:nvSpPr>
        <p:spPr bwMode="gray">
          <a:xfrm>
            <a:off x="371475" y="5875374"/>
            <a:ext cx="2737108" cy="395869"/>
          </a:xfrm>
          <a:prstGeom prst="rect">
            <a:avLst/>
          </a:prstGeom>
          <a:ln>
            <a:noFill/>
          </a:ln>
        </p:spPr>
        <p:txBody>
          <a:bodyPr wrap="square" lIns="0" tIns="36000" rIns="36000" bIns="36000">
            <a:spAutoFit/>
          </a:bodyPr>
          <a:lstStyle>
            <a:lvl1pPr>
              <a:lnSpc>
                <a:spcPct val="100000"/>
              </a:lnSpc>
              <a:spcBef>
                <a:spcPts val="0"/>
              </a:spcBef>
              <a:spcAft>
                <a:spcPts val="0"/>
              </a:spcAft>
              <a:defRPr sz="700">
                <a:solidFill>
                  <a:schemeClr val="tx1"/>
                </a:solidFill>
              </a:defRPr>
            </a:lvl1pPr>
          </a:lstStyle>
          <a:p>
            <a:pPr lvl="0"/>
            <a:r>
              <a:rPr lang="en-US" noProof="0" dirty="0"/>
              <a:t>Information Type:</a:t>
            </a:r>
            <a:br>
              <a:rPr lang="en-US" noProof="0" dirty="0"/>
            </a:br>
            <a:r>
              <a:rPr lang="en-US" noProof="0" dirty="0"/>
              <a:t>Company:  </a:t>
            </a:r>
            <a:br>
              <a:rPr lang="en-US" noProof="0" dirty="0"/>
            </a:br>
            <a:r>
              <a:rPr lang="en-US" noProof="0" dirty="0"/>
              <a:t>Information Owner:</a:t>
            </a:r>
          </a:p>
        </p:txBody>
      </p:sp>
    </p:spTree>
    <p:extLst>
      <p:ext uri="{BB962C8B-B14F-4D97-AF65-F5344CB8AC3E}">
        <p14:creationId xmlns:p14="http://schemas.microsoft.com/office/powerpoint/2010/main" val="87491194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A_Cover_Full Image Only">
    <p:bg>
      <p:bgPr>
        <a:solidFill>
          <a:schemeClr val="bg1"/>
        </a:solidFill>
        <a:effectLst/>
      </p:bgPr>
    </p:bg>
    <p:spTree>
      <p:nvGrpSpPr>
        <p:cNvPr id="1" name=""/>
        <p:cNvGrpSpPr/>
        <p:nvPr/>
      </p:nvGrpSpPr>
      <p:grpSpPr>
        <a:xfrm>
          <a:off x="0" y="0"/>
          <a:ext cx="0" cy="0"/>
          <a:chOff x="0" y="0"/>
          <a:chExt cx="0" cy="0"/>
        </a:xfrm>
      </p:grpSpPr>
      <p:sp>
        <p:nvSpPr>
          <p:cNvPr id="6" name="Smart Navy SemiTrans Overlay">
            <a:extLst>
              <a:ext uri="{FF2B5EF4-FFF2-40B4-BE49-F238E27FC236}">
                <a16:creationId xmlns:a16="http://schemas.microsoft.com/office/drawing/2014/main" id="{39BA9756-44A4-AC93-1405-84B020B6F46B}"/>
              </a:ext>
            </a:extLst>
          </p:cNvPr>
          <p:cNvSpPr>
            <a:spLocks noGrp="1"/>
          </p:cNvSpPr>
          <p:nvPr>
            <p:ph type="body" sz="quarter" idx="16" hasCustomPrompt="1"/>
          </p:nvPr>
        </p:nvSpPr>
        <p:spPr bwMode="gray">
          <a:xfrm>
            <a:off x="0" y="0"/>
            <a:ext cx="12192000" cy="6857999"/>
          </a:xfrm>
          <a:prstGeom prst="rect">
            <a:avLst/>
          </a:prstGeom>
          <a:solidFill>
            <a:srgbClr val="050D24">
              <a:alpha val="57647"/>
            </a:srgbClr>
          </a:solidFill>
        </p:spPr>
        <p:txBody>
          <a:bodyPr/>
          <a:lstStyle>
            <a:lvl1pPr>
              <a:defRPr>
                <a:solidFill>
                  <a:schemeClr val="bg1"/>
                </a:solidFill>
              </a:defRPr>
            </a:lvl1pPr>
            <a:lvl2pPr marL="0" indent="0">
              <a:buNone/>
              <a:defRPr>
                <a:noFill/>
              </a:defRPr>
            </a:lvl2pPr>
            <a:lvl3pPr marL="216000" indent="0">
              <a:buFont typeface="Arial" panose="020B0604020202020204" pitchFamily="34" charset="0"/>
              <a:buNone/>
              <a:defRPr>
                <a:noFill/>
              </a:defRPr>
            </a:lvl3pPr>
            <a:lvl4pPr>
              <a:defRPr>
                <a:noFill/>
              </a:defRPr>
            </a:lvl4pPr>
            <a:lvl5pPr>
              <a:defRPr>
                <a:noFill/>
              </a:defRPr>
            </a:lvl5pPr>
          </a:lstStyle>
          <a:p>
            <a:pPr lvl="2"/>
            <a:r>
              <a:rPr lang="en-US" dirty="0"/>
              <a:t> </a:t>
            </a:r>
          </a:p>
        </p:txBody>
      </p:sp>
      <p:sp>
        <p:nvSpPr>
          <p:cNvPr id="7" name="Cover Photo Placeholder">
            <a:extLst>
              <a:ext uri="{FF2B5EF4-FFF2-40B4-BE49-F238E27FC236}">
                <a16:creationId xmlns:a16="http://schemas.microsoft.com/office/drawing/2014/main" id="{47AACDBA-727E-B7AC-B9F8-A809F3406830}"/>
              </a:ext>
              <a:ext uri="{C183D7F6-B498-43B3-948B-1728B52AA6E4}">
                <adec:decorative xmlns:adec="http://schemas.microsoft.com/office/drawing/2017/decorative" val="1"/>
              </a:ext>
            </a:extLst>
          </p:cNvPr>
          <p:cNvSpPr>
            <a:spLocks noGrp="1"/>
          </p:cNvSpPr>
          <p:nvPr>
            <p:ph type="pic" sz="quarter" idx="13" hasCustomPrompt="1"/>
          </p:nvPr>
        </p:nvSpPr>
        <p:spPr bwMode="gray">
          <a:xfrm>
            <a:off x="0" y="0"/>
            <a:ext cx="12192000" cy="6860241"/>
          </a:xfrm>
          <a:prstGeom prst="rect">
            <a:avLst/>
          </a:prstGeom>
          <a:noFill/>
        </p:spPr>
        <p:txBody>
          <a:bodyPr tIns="2743200" bIns="0" anchor="ctr"/>
          <a:lstStyle>
            <a:lvl1pPr marL="0" indent="0" algn="ctr">
              <a:buFontTx/>
              <a:buNone/>
              <a:defRPr sz="2400">
                <a:solidFill>
                  <a:srgbClr val="FF7A00"/>
                </a:solidFill>
                <a:latin typeface="+mn-lt"/>
              </a:defRPr>
            </a:lvl1pPr>
          </a:lstStyle>
          <a:p>
            <a:pPr marL="0" marR="0" lvl="0" indent="0" algn="ctr" defTabSz="914400" rtl="0" eaLnBrk="1" fontAlgn="auto" latinLnBrk="0" hangingPunct="1">
              <a:lnSpc>
                <a:spcPct val="100000"/>
              </a:lnSpc>
              <a:spcBef>
                <a:spcPts val="1000"/>
              </a:spcBef>
              <a:spcAft>
                <a:spcPts val="0"/>
              </a:spcAft>
              <a:buClrTx/>
              <a:buSzTx/>
              <a:buFontTx/>
              <a:buNone/>
              <a:tabLst/>
              <a:defRPr/>
            </a:pPr>
            <a:r>
              <a:rPr lang="en-US" dirty="0"/>
              <a:t>Click to add image. Then Reorder: Send to back</a:t>
            </a:r>
          </a:p>
        </p:txBody>
      </p:sp>
      <p:sp>
        <p:nvSpPr>
          <p:cNvPr id="16" name="Title 1">
            <a:extLst>
              <a:ext uri="{FF2B5EF4-FFF2-40B4-BE49-F238E27FC236}">
                <a16:creationId xmlns:a16="http://schemas.microsoft.com/office/drawing/2014/main" id="{9C858A80-3045-093E-B563-A7492ACE92AF}"/>
              </a:ext>
            </a:extLst>
          </p:cNvPr>
          <p:cNvSpPr>
            <a:spLocks noGrp="1"/>
          </p:cNvSpPr>
          <p:nvPr>
            <p:ph type="ctrTitle" hasCustomPrompt="1"/>
          </p:nvPr>
        </p:nvSpPr>
        <p:spPr bwMode="gray">
          <a:xfrm>
            <a:off x="380047" y="2438400"/>
            <a:ext cx="11440477" cy="1371600"/>
          </a:xfrm>
        </p:spPr>
        <p:txBody>
          <a:bodyPr vert="horz" lIns="0" tIns="45720" rIns="0" bIns="45720" rtlCol="0" anchor="b">
            <a:noAutofit/>
          </a:bodyPr>
          <a:lstStyle>
            <a:lvl1pPr>
              <a:defRPr lang="en-GB" sz="4400" b="0" i="0" dirty="0">
                <a:solidFill>
                  <a:schemeClr val="tx1"/>
                </a:solidFill>
                <a:latin typeface="+mj-lt"/>
                <a:cs typeface="Times New Roman" panose="02020603050405020304" pitchFamily="18" charset="0"/>
              </a:defRPr>
            </a:lvl1pPr>
          </a:lstStyle>
          <a:p>
            <a:pPr lvl="0">
              <a:lnSpc>
                <a:spcPct val="100000"/>
              </a:lnSpc>
            </a:pPr>
            <a:r>
              <a:rPr lang="en-US" dirty="0"/>
              <a:t>Click to edit Master title Style</a:t>
            </a:r>
          </a:p>
        </p:txBody>
      </p:sp>
      <p:sp>
        <p:nvSpPr>
          <p:cNvPr id="17" name="Subtitle 2">
            <a:extLst>
              <a:ext uri="{FF2B5EF4-FFF2-40B4-BE49-F238E27FC236}">
                <a16:creationId xmlns:a16="http://schemas.microsoft.com/office/drawing/2014/main" id="{CAE6CB7E-3B40-11A3-1BAD-6A73DF9D83C7}"/>
              </a:ext>
            </a:extLst>
          </p:cNvPr>
          <p:cNvSpPr>
            <a:spLocks noGrp="1"/>
          </p:cNvSpPr>
          <p:nvPr>
            <p:ph type="subTitle" idx="1" hasCustomPrompt="1"/>
          </p:nvPr>
        </p:nvSpPr>
        <p:spPr bwMode="gray">
          <a:xfrm>
            <a:off x="380047" y="3810000"/>
            <a:ext cx="11440477" cy="353943"/>
          </a:xfrm>
          <a:prstGeom prst="rect">
            <a:avLst/>
          </a:prstGeom>
        </p:spPr>
        <p:txBody>
          <a:bodyPr wrap="square" lIns="0" tIns="45720" rIns="0">
            <a:spAutoFit/>
          </a:bodyPr>
          <a:lstStyle>
            <a:lvl1pPr>
              <a:spcBef>
                <a:spcPts val="0"/>
              </a:spcBef>
              <a:spcAft>
                <a:spcPts val="0"/>
              </a:spcAft>
              <a:defRPr lang="en-GB" sz="2000" b="0" i="0" dirty="0">
                <a:solidFill>
                  <a:schemeClr val="tx1"/>
                </a:solidFill>
                <a:latin typeface="+mn-lt"/>
                <a:cs typeface="Arial" panose="020B0604020202020204" pitchFamily="34" charset="0"/>
              </a:defRPr>
            </a:lvl1pPr>
          </a:lstStyle>
          <a:p>
            <a:pPr lvl="0">
              <a:lnSpc>
                <a:spcPct val="100000"/>
              </a:lnSpc>
              <a:spcBef>
                <a:spcPts val="1000"/>
              </a:spcBef>
              <a:buFont typeface="Arial" panose="020B0604020202020204" pitchFamily="34" charset="0"/>
            </a:pPr>
            <a:r>
              <a:rPr lang="en-US" dirty="0"/>
              <a:t>Click to edit Master subtitle style</a:t>
            </a:r>
          </a:p>
        </p:txBody>
      </p:sp>
      <p:sp>
        <p:nvSpPr>
          <p:cNvPr id="8" name="Date Placeholder 3">
            <a:extLst>
              <a:ext uri="{FF2B5EF4-FFF2-40B4-BE49-F238E27FC236}">
                <a16:creationId xmlns:a16="http://schemas.microsoft.com/office/drawing/2014/main" id="{3FF38E4A-7B13-70A1-52C6-61A780336E87}"/>
              </a:ext>
            </a:extLst>
          </p:cNvPr>
          <p:cNvSpPr>
            <a:spLocks noGrp="1"/>
          </p:cNvSpPr>
          <p:nvPr>
            <p:ph type="dt" sz="half" idx="2"/>
          </p:nvPr>
        </p:nvSpPr>
        <p:spPr bwMode="gray">
          <a:xfrm>
            <a:off x="10898505" y="6563358"/>
            <a:ext cx="922020" cy="88901"/>
          </a:xfrm>
          <a:prstGeom prst="rect">
            <a:avLst/>
          </a:prstGeom>
          <a:ln>
            <a:noFill/>
          </a:ln>
        </p:spPr>
        <p:txBody>
          <a:bodyPr vert="horz" lIns="0" tIns="0" rIns="0" bIns="0" rtlCol="0" anchor="ctr">
            <a:noAutofit/>
          </a:bodyPr>
          <a:lstStyle>
            <a:lvl1pPr algn="r">
              <a:lnSpc>
                <a:spcPct val="100000"/>
              </a:lnSpc>
              <a:defRPr sz="1000">
                <a:solidFill>
                  <a:schemeClr val="tx1"/>
                </a:solidFill>
              </a:defRPr>
            </a:lvl1pPr>
          </a:lstStyle>
          <a:p>
            <a:fld id="{A90B7FC5-94F7-4B05-A1B4-E014DA15FA08}" type="datetime1">
              <a:rPr lang="en-US" smtClean="0"/>
              <a:t>5/29/2024</a:t>
            </a:fld>
            <a:endParaRPr lang="en-US" dirty="0"/>
          </a:p>
        </p:txBody>
      </p:sp>
      <p:sp>
        <p:nvSpPr>
          <p:cNvPr id="9" name="Footer Placeholder 4">
            <a:extLst>
              <a:ext uri="{FF2B5EF4-FFF2-40B4-BE49-F238E27FC236}">
                <a16:creationId xmlns:a16="http://schemas.microsoft.com/office/drawing/2014/main" id="{A3B868D7-8467-2439-DEEF-BBA9DFE908B8}"/>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1000">
                <a:solidFill>
                  <a:schemeClr val="tx1"/>
                </a:solidFill>
              </a:defRPr>
            </a:lvl1pPr>
          </a:lstStyle>
          <a:p>
            <a:r>
              <a:rPr lang="en-US" dirty="0"/>
              <a:t>© </a:t>
            </a:r>
            <a:fld id="{90C8C838-69F1-4A88-83C8-69278B6E8531}" type="datetimeyyyy">
              <a:rPr lang="en-US" smtClean="0"/>
              <a:pPr/>
              <a:t>2024</a:t>
            </a:fld>
            <a:r>
              <a:rPr lang="en-US" dirty="0"/>
              <a:t> NTT DATA Business Solutions</a:t>
            </a:r>
          </a:p>
        </p:txBody>
      </p:sp>
      <p:sp>
        <p:nvSpPr>
          <p:cNvPr id="11" name="NTT DATA Global Logo" descr="NTT DATA Global Logo">
            <a:extLst>
              <a:ext uri="{FF2B5EF4-FFF2-40B4-BE49-F238E27FC236}">
                <a16:creationId xmlns:a16="http://schemas.microsoft.com/office/drawing/2014/main" id="{A2A24C7A-90C2-A7EA-697B-7A559561F657}"/>
              </a:ext>
            </a:extLst>
          </p:cNvPr>
          <p:cNvSpPr>
            <a:spLocks noGrp="1"/>
          </p:cNvSpPr>
          <p:nvPr>
            <p:ph type="body" sz="quarter" idx="15" hasCustomPrompt="1"/>
          </p:nvPr>
        </p:nvSpPr>
        <p:spPr bwMode="gray">
          <a:xfrm>
            <a:off x="371475" y="320040"/>
            <a:ext cx="1959724" cy="400077"/>
          </a:xfrm>
          <a:prstGeom prst="rect">
            <a:avLst/>
          </a:prstGeom>
          <a:blipFill dpi="0" rotWithShape="1">
            <a:blip r:embed="rId2"/>
            <a:srcRect/>
            <a:stretch>
              <a:fillRect/>
            </a:stretch>
          </a:blipFill>
        </p:spPr>
        <p:txBody>
          <a:bodyPr wrap="none" lIns="0" tIns="0" rIns="0" bIns="0"/>
          <a:lstStyle>
            <a:lvl1pPr>
              <a:defRPr sz="200">
                <a:solidFill>
                  <a:schemeClr val="accent2"/>
                </a:solidFill>
              </a:defRPr>
            </a:lvl1pPr>
            <a:lvl2pPr>
              <a:defRPr>
                <a:noFill/>
              </a:defRPr>
            </a:lvl2pPr>
            <a:lvl3pPr>
              <a:defRPr>
                <a:noFill/>
              </a:defRPr>
            </a:lvl3pPr>
            <a:lvl4pPr>
              <a:defRPr>
                <a:noFill/>
              </a:defRPr>
            </a:lvl4pPr>
            <a:lvl5pPr>
              <a:defRPr>
                <a:noFill/>
              </a:defRPr>
            </a:lvl5pPr>
          </a:lstStyle>
          <a:p>
            <a:pPr lvl="0"/>
            <a:r>
              <a:rPr lang="en-US" dirty="0"/>
              <a:t> </a:t>
            </a:r>
          </a:p>
        </p:txBody>
      </p:sp>
      <p:sp>
        <p:nvSpPr>
          <p:cNvPr id="4" name="Info box">
            <a:extLst>
              <a:ext uri="{FF2B5EF4-FFF2-40B4-BE49-F238E27FC236}">
                <a16:creationId xmlns:a16="http://schemas.microsoft.com/office/drawing/2014/main" id="{4E601763-0A29-584B-E5B8-0EC4B769B754}"/>
              </a:ext>
            </a:extLst>
          </p:cNvPr>
          <p:cNvSpPr>
            <a:spLocks noGrp="1"/>
          </p:cNvSpPr>
          <p:nvPr>
            <p:ph sz="quarter" idx="18" hasCustomPrompt="1"/>
          </p:nvPr>
        </p:nvSpPr>
        <p:spPr bwMode="gray">
          <a:xfrm>
            <a:off x="10176832" y="333376"/>
            <a:ext cx="1868023" cy="395869"/>
          </a:xfrm>
          <a:prstGeom prst="rect">
            <a:avLst/>
          </a:prstGeom>
          <a:ln>
            <a:noFill/>
          </a:ln>
        </p:spPr>
        <p:txBody>
          <a:bodyPr wrap="square" lIns="36000" tIns="36000" rIns="36000" bIns="36000">
            <a:spAutoFit/>
          </a:bodyPr>
          <a:lstStyle>
            <a:lvl1pPr>
              <a:lnSpc>
                <a:spcPct val="100000"/>
              </a:lnSpc>
              <a:spcBef>
                <a:spcPts val="0"/>
              </a:spcBef>
              <a:spcAft>
                <a:spcPts val="0"/>
              </a:spcAft>
              <a:defRPr sz="700">
                <a:solidFill>
                  <a:schemeClr val="tx1"/>
                </a:solidFill>
              </a:defRPr>
            </a:lvl1pPr>
          </a:lstStyle>
          <a:p>
            <a:pPr lvl="0"/>
            <a:r>
              <a:rPr lang="en-US" noProof="0" dirty="0"/>
              <a:t>Information Type:</a:t>
            </a:r>
            <a:br>
              <a:rPr lang="en-US" noProof="0" dirty="0"/>
            </a:br>
            <a:r>
              <a:rPr lang="en-US" noProof="0" dirty="0"/>
              <a:t>Company:  </a:t>
            </a:r>
            <a:br>
              <a:rPr lang="en-US" noProof="0" dirty="0"/>
            </a:br>
            <a:r>
              <a:rPr lang="en-US" noProof="0" dirty="0"/>
              <a:t>Information Owner:</a:t>
            </a:r>
          </a:p>
        </p:txBody>
      </p:sp>
    </p:spTree>
    <p:extLst>
      <p:ext uri="{BB962C8B-B14F-4D97-AF65-F5344CB8AC3E}">
        <p14:creationId xmlns:p14="http://schemas.microsoft.com/office/powerpoint/2010/main" val="247993551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A_Cover_Dark_Image Bottom">
    <p:bg>
      <p:bgPr>
        <a:solidFill>
          <a:schemeClr val="bg1"/>
        </a:solidFill>
        <a:effectLst/>
      </p:bgPr>
    </p:bg>
    <p:spTree>
      <p:nvGrpSpPr>
        <p:cNvPr id="1" name=""/>
        <p:cNvGrpSpPr/>
        <p:nvPr/>
      </p:nvGrpSpPr>
      <p:grpSpPr>
        <a:xfrm>
          <a:off x="0" y="0"/>
          <a:ext cx="0" cy="0"/>
          <a:chOff x="0" y="0"/>
          <a:chExt cx="0" cy="0"/>
        </a:xfrm>
      </p:grpSpPr>
      <p:sp>
        <p:nvSpPr>
          <p:cNvPr id="2" name="Smart Navy SemiTrans Overlay">
            <a:extLst>
              <a:ext uri="{FF2B5EF4-FFF2-40B4-BE49-F238E27FC236}">
                <a16:creationId xmlns:a16="http://schemas.microsoft.com/office/drawing/2014/main" id="{814008A9-48D1-A825-2133-305473A22B10}"/>
              </a:ext>
            </a:extLst>
          </p:cNvPr>
          <p:cNvSpPr>
            <a:spLocks noGrp="1"/>
          </p:cNvSpPr>
          <p:nvPr>
            <p:ph type="body" sz="quarter" idx="25" hasCustomPrompt="1"/>
          </p:nvPr>
        </p:nvSpPr>
        <p:spPr bwMode="blackGray">
          <a:xfrm>
            <a:off x="0" y="3348318"/>
            <a:ext cx="12192000" cy="3509682"/>
          </a:xfrm>
          <a:prstGeom prst="rect">
            <a:avLst/>
          </a:prstGeom>
          <a:solidFill>
            <a:srgbClr val="050D24">
              <a:alpha val="57647"/>
            </a:srgbClr>
          </a:solidFill>
        </p:spPr>
        <p:txBody>
          <a:bodyPr/>
          <a:lstStyle>
            <a:lvl1pPr>
              <a:defRPr>
                <a:solidFill>
                  <a:schemeClr val="bg1"/>
                </a:solidFill>
              </a:defRPr>
            </a:lvl1pPr>
            <a:lvl2pPr marL="0" indent="0">
              <a:buNone/>
              <a:defRPr>
                <a:noFill/>
              </a:defRPr>
            </a:lvl2pPr>
            <a:lvl3pPr marL="216000" indent="0">
              <a:buFont typeface="Arial" panose="020B0604020202020204" pitchFamily="34" charset="0"/>
              <a:buNone/>
              <a:defRPr>
                <a:noFill/>
              </a:defRPr>
            </a:lvl3pPr>
            <a:lvl4pPr>
              <a:defRPr>
                <a:noFill/>
              </a:defRPr>
            </a:lvl4pPr>
            <a:lvl5pPr>
              <a:defRPr>
                <a:noFill/>
              </a:defRPr>
            </a:lvl5pPr>
          </a:lstStyle>
          <a:p>
            <a:pPr lvl="2"/>
            <a:r>
              <a:rPr lang="en-US"/>
              <a:t> </a:t>
            </a:r>
          </a:p>
        </p:txBody>
      </p:sp>
      <p:sp>
        <p:nvSpPr>
          <p:cNvPr id="6" name="Picture Placeholder 4">
            <a:extLst>
              <a:ext uri="{FF2B5EF4-FFF2-40B4-BE49-F238E27FC236}">
                <a16:creationId xmlns:a16="http://schemas.microsoft.com/office/drawing/2014/main" id="{64ED725C-5701-90B3-92A2-BAE98517DD4F}"/>
              </a:ext>
            </a:extLst>
          </p:cNvPr>
          <p:cNvSpPr>
            <a:spLocks noGrp="1"/>
          </p:cNvSpPr>
          <p:nvPr>
            <p:ph type="pic" sz="quarter" idx="13" hasCustomPrompt="1"/>
          </p:nvPr>
        </p:nvSpPr>
        <p:spPr bwMode="blackGray">
          <a:xfrm>
            <a:off x="0" y="3348318"/>
            <a:ext cx="12192000" cy="3509682"/>
          </a:xfrm>
          <a:prstGeom prst="rect">
            <a:avLst/>
          </a:prstGeom>
          <a:solidFill>
            <a:schemeClr val="accent6">
              <a:lumMod val="60000"/>
              <a:lumOff val="40000"/>
            </a:schemeClr>
          </a:solidFill>
        </p:spPr>
        <p:txBody>
          <a:bodyPr lIns="0" tIns="0" rIns="0" bIns="0" anchor="ctr"/>
          <a:lstStyle>
            <a:lvl1pPr marL="0" indent="0" algn="ctr">
              <a:buFontTx/>
              <a:buNone/>
              <a:defRPr sz="2400">
                <a:solidFill>
                  <a:schemeClr val="tx2"/>
                </a:solidFill>
                <a:latin typeface="+mn-lt"/>
              </a:defRPr>
            </a:lvl1pPr>
          </a:lstStyle>
          <a:p>
            <a:pPr marL="0" marR="0" lvl="0" indent="0" algn="ctr" defTabSz="914400" rtl="0" eaLnBrk="1" fontAlgn="auto" latinLnBrk="0" hangingPunct="1">
              <a:lnSpc>
                <a:spcPct val="100000"/>
              </a:lnSpc>
              <a:spcBef>
                <a:spcPts val="1000"/>
              </a:spcBef>
              <a:spcAft>
                <a:spcPts val="0"/>
              </a:spcAft>
              <a:buClrTx/>
              <a:buSzTx/>
              <a:buFontTx/>
              <a:buNone/>
              <a:tabLst/>
              <a:defRPr/>
            </a:pPr>
            <a:r>
              <a:rPr lang="en-US" dirty="0"/>
              <a:t>Click to add image.</a:t>
            </a:r>
            <a:br>
              <a:rPr lang="en-US" dirty="0"/>
            </a:br>
            <a:r>
              <a:rPr lang="en-US" dirty="0"/>
              <a:t>Then Reorder: Send to back</a:t>
            </a:r>
          </a:p>
        </p:txBody>
      </p:sp>
      <p:sp>
        <p:nvSpPr>
          <p:cNvPr id="9" name="SubTitle">
            <a:extLst>
              <a:ext uri="{FF2B5EF4-FFF2-40B4-BE49-F238E27FC236}">
                <a16:creationId xmlns:a16="http://schemas.microsoft.com/office/drawing/2014/main" id="{F84AF061-2BD7-B395-13B3-8F8BF417226F}"/>
              </a:ext>
            </a:extLst>
          </p:cNvPr>
          <p:cNvSpPr>
            <a:spLocks noGrp="1"/>
          </p:cNvSpPr>
          <p:nvPr>
            <p:ph type="body" sz="quarter" idx="16" hasCustomPrompt="1"/>
          </p:nvPr>
        </p:nvSpPr>
        <p:spPr bwMode="blackGray">
          <a:xfrm>
            <a:off x="371475" y="2096604"/>
            <a:ext cx="11449049" cy="609600"/>
          </a:xfrm>
          <a:prstGeom prst="rect">
            <a:avLst/>
          </a:prstGeom>
        </p:spPr>
        <p:txBody>
          <a:bodyPr lIns="0" rIns="0"/>
          <a:lstStyle>
            <a:lvl1pPr marL="0" indent="0">
              <a:lnSpc>
                <a:spcPct val="100000"/>
              </a:lnSpc>
              <a:spcAft>
                <a:spcPts val="0"/>
              </a:spcAft>
              <a:buFont typeface="Arial" panose="020B0604020202020204" pitchFamily="34" charset="0"/>
              <a:buNone/>
              <a:defRPr sz="2000">
                <a:solidFill>
                  <a:schemeClr val="tx1"/>
                </a:solidFill>
              </a:defRPr>
            </a:lvl1pPr>
            <a:lvl2pPr marL="457200" indent="0">
              <a:buFont typeface="Arial" panose="020B0604020202020204" pitchFamily="34" charset="0"/>
              <a:buNone/>
              <a:defRPr/>
            </a:lvl2pPr>
            <a:lvl3pPr marL="914400" indent="0">
              <a:buNone/>
              <a:defRPr/>
            </a:lvl3pPr>
            <a:lvl4pPr marL="1371600" indent="0">
              <a:buNone/>
              <a:defRPr/>
            </a:lvl4pPr>
            <a:lvl5pPr marL="1828800" indent="0">
              <a:buNone/>
              <a:defRPr/>
            </a:lvl5pPr>
          </a:lstStyle>
          <a:p>
            <a:pPr lvl="0"/>
            <a:r>
              <a:rPr lang="en-US" dirty="0"/>
              <a:t>Click to enter the subtitle text</a:t>
            </a:r>
          </a:p>
        </p:txBody>
      </p:sp>
      <p:sp>
        <p:nvSpPr>
          <p:cNvPr id="7" name="MainTitle">
            <a:extLst>
              <a:ext uri="{FF2B5EF4-FFF2-40B4-BE49-F238E27FC236}">
                <a16:creationId xmlns:a16="http://schemas.microsoft.com/office/drawing/2014/main" id="{6B8D68FD-3EFC-86B8-83A6-942558B1B307}"/>
              </a:ext>
            </a:extLst>
          </p:cNvPr>
          <p:cNvSpPr>
            <a:spLocks noGrp="1"/>
          </p:cNvSpPr>
          <p:nvPr>
            <p:ph type="title" hasCustomPrompt="1"/>
          </p:nvPr>
        </p:nvSpPr>
        <p:spPr bwMode="blackGray">
          <a:xfrm>
            <a:off x="371475" y="1412875"/>
            <a:ext cx="11449050" cy="651610"/>
          </a:xfrm>
        </p:spPr>
        <p:txBody>
          <a:bodyPr/>
          <a:lstStyle>
            <a:lvl1pPr>
              <a:defRPr sz="4400" b="0">
                <a:solidFill>
                  <a:schemeClr val="tx1"/>
                </a:solidFill>
              </a:defRPr>
            </a:lvl1pPr>
          </a:lstStyle>
          <a:p>
            <a:r>
              <a:rPr lang="en-US" dirty="0"/>
              <a:t>Click to edit title</a:t>
            </a:r>
          </a:p>
        </p:txBody>
      </p:sp>
      <p:sp>
        <p:nvSpPr>
          <p:cNvPr id="10" name="Date Placeholder 3">
            <a:extLst>
              <a:ext uri="{FF2B5EF4-FFF2-40B4-BE49-F238E27FC236}">
                <a16:creationId xmlns:a16="http://schemas.microsoft.com/office/drawing/2014/main" id="{C245BFAB-6256-BF35-C9F5-6D558800765A}"/>
              </a:ext>
            </a:extLst>
          </p:cNvPr>
          <p:cNvSpPr>
            <a:spLocks noGrp="1"/>
          </p:cNvSpPr>
          <p:nvPr>
            <p:ph type="dt" sz="half" idx="2"/>
          </p:nvPr>
        </p:nvSpPr>
        <p:spPr bwMode="blackGray">
          <a:xfrm>
            <a:off x="11031855" y="3147301"/>
            <a:ext cx="788669" cy="88901"/>
          </a:xfrm>
          <a:prstGeom prst="rect">
            <a:avLst/>
          </a:prstGeom>
          <a:ln>
            <a:noFill/>
          </a:ln>
        </p:spPr>
        <p:txBody>
          <a:bodyPr vert="horz" lIns="0" tIns="0" rIns="0" bIns="0" rtlCol="0" anchor="ctr">
            <a:noAutofit/>
          </a:bodyPr>
          <a:lstStyle>
            <a:lvl1pPr algn="r">
              <a:lnSpc>
                <a:spcPct val="100000"/>
              </a:lnSpc>
              <a:defRPr sz="1000">
                <a:solidFill>
                  <a:schemeClr val="tx1"/>
                </a:solidFill>
              </a:defRPr>
            </a:lvl1pPr>
          </a:lstStyle>
          <a:p>
            <a:fld id="{568EAFB9-D5F6-4ECB-8701-BE3A6EB65491}" type="datetime1">
              <a:rPr lang="en-US" smtClean="0"/>
              <a:t>5/29/2024</a:t>
            </a:fld>
            <a:endParaRPr lang="en-US" dirty="0"/>
          </a:p>
        </p:txBody>
      </p:sp>
      <p:sp>
        <p:nvSpPr>
          <p:cNvPr id="15" name="Footer Placeholder 4">
            <a:extLst>
              <a:ext uri="{FF2B5EF4-FFF2-40B4-BE49-F238E27FC236}">
                <a16:creationId xmlns:a16="http://schemas.microsoft.com/office/drawing/2014/main" id="{F45B6080-7233-0809-75A8-E904530DE071}"/>
              </a:ext>
            </a:extLst>
          </p:cNvPr>
          <p:cNvSpPr>
            <a:spLocks noGrp="1"/>
          </p:cNvSpPr>
          <p:nvPr>
            <p:ph type="ftr" sz="quarter" idx="3"/>
          </p:nvPr>
        </p:nvSpPr>
        <p:spPr bwMode="blackGray">
          <a:xfrm>
            <a:off x="371475" y="3147301"/>
            <a:ext cx="5716905" cy="88901"/>
          </a:xfrm>
          <a:prstGeom prst="rect">
            <a:avLst/>
          </a:prstGeom>
          <a:ln>
            <a:noFill/>
          </a:ln>
        </p:spPr>
        <p:txBody>
          <a:bodyPr vert="horz" lIns="0" tIns="0" rIns="0" bIns="0" rtlCol="0" anchor="ctr">
            <a:noAutofit/>
          </a:bodyPr>
          <a:lstStyle>
            <a:lvl1pPr algn="l">
              <a:lnSpc>
                <a:spcPct val="100000"/>
              </a:lnSpc>
              <a:defRPr sz="1000">
                <a:solidFill>
                  <a:schemeClr val="tx1"/>
                </a:solidFill>
              </a:defRPr>
            </a:lvl1pPr>
          </a:lstStyle>
          <a:p>
            <a:r>
              <a:rPr lang="en-US" dirty="0"/>
              <a:t>© </a:t>
            </a:r>
            <a:fld id="{597FD9C0-2C0D-4EB7-8F4A-D7A85431A400}" type="datetimeyyyy">
              <a:rPr lang="en-US" smtClean="0"/>
              <a:pPr/>
              <a:t>2024</a:t>
            </a:fld>
            <a:r>
              <a:rPr lang="en-US" dirty="0"/>
              <a:t> NTT DATA Business Solutions</a:t>
            </a:r>
          </a:p>
        </p:txBody>
      </p:sp>
      <p:sp>
        <p:nvSpPr>
          <p:cNvPr id="5" name="Innovation Curve Over v02">
            <a:extLst>
              <a:ext uri="{FF2B5EF4-FFF2-40B4-BE49-F238E27FC236}">
                <a16:creationId xmlns:a16="http://schemas.microsoft.com/office/drawing/2014/main" id="{7A6AA644-177D-9E4C-8A3F-250C66632BB5}"/>
              </a:ext>
            </a:extLst>
          </p:cNvPr>
          <p:cNvSpPr>
            <a:spLocks noGrp="1"/>
          </p:cNvSpPr>
          <p:nvPr>
            <p:ph type="body" sz="quarter" idx="24" hasCustomPrompt="1"/>
          </p:nvPr>
        </p:nvSpPr>
        <p:spPr bwMode="blackGray">
          <a:xfrm>
            <a:off x="9067800" y="3733800"/>
            <a:ext cx="2752725" cy="2743200"/>
          </a:xfrm>
          <a:blipFill>
            <a:blip r:embed="rId2"/>
            <a:stretch>
              <a:fillRect/>
            </a:stretch>
          </a:blipFill>
        </p:spPr>
        <p:txBody>
          <a:bodyPr/>
          <a:lstStyle>
            <a:lvl1pPr>
              <a:defRPr sz="200"/>
            </a:lvl1pPr>
            <a:lvl2pPr>
              <a:defRPr sz="200"/>
            </a:lvl2pPr>
            <a:lvl3pPr>
              <a:defRPr sz="200"/>
            </a:lvl3pPr>
            <a:lvl4pPr>
              <a:defRPr sz="200"/>
            </a:lvl4pPr>
            <a:lvl5pPr>
              <a:defRPr sz="200"/>
            </a:lvl5pPr>
          </a:lstStyle>
          <a:p>
            <a:pPr lvl="0"/>
            <a:r>
              <a:rPr lang="de-DE" dirty="0"/>
              <a:t>.    </a:t>
            </a:r>
          </a:p>
        </p:txBody>
      </p:sp>
      <p:sp>
        <p:nvSpPr>
          <p:cNvPr id="14" name="NTT DATA Global Logo" descr="NTT DATA Global Logo">
            <a:extLst>
              <a:ext uri="{FF2B5EF4-FFF2-40B4-BE49-F238E27FC236}">
                <a16:creationId xmlns:a16="http://schemas.microsoft.com/office/drawing/2014/main" id="{94BFDE7A-6BFD-69BD-47EF-32959BB94847}"/>
              </a:ext>
            </a:extLst>
          </p:cNvPr>
          <p:cNvSpPr>
            <a:spLocks noGrp="1"/>
          </p:cNvSpPr>
          <p:nvPr>
            <p:ph type="body" sz="quarter" idx="15" hasCustomPrompt="1"/>
          </p:nvPr>
        </p:nvSpPr>
        <p:spPr bwMode="blackGray">
          <a:xfrm>
            <a:off x="371475" y="320040"/>
            <a:ext cx="1959724" cy="400077"/>
          </a:xfrm>
          <a:prstGeom prst="rect">
            <a:avLst/>
          </a:prstGeom>
          <a:blipFill dpi="0" rotWithShape="1">
            <a:blip r:embed="rId3"/>
            <a:srcRect/>
            <a:stretch>
              <a:fillRect/>
            </a:stretch>
          </a:blipFill>
        </p:spPr>
        <p:txBody>
          <a:bodyPr wrap="none" lIns="0" tIns="0" rIns="0" bIns="0"/>
          <a:lstStyle>
            <a:lvl1pPr>
              <a:defRPr sz="200">
                <a:solidFill>
                  <a:schemeClr val="tx1"/>
                </a:solidFill>
              </a:defRPr>
            </a:lvl1pPr>
            <a:lvl2pPr>
              <a:defRPr>
                <a:noFill/>
              </a:defRPr>
            </a:lvl2pPr>
            <a:lvl3pPr>
              <a:defRPr>
                <a:noFill/>
              </a:defRPr>
            </a:lvl3pPr>
            <a:lvl4pPr>
              <a:defRPr>
                <a:noFill/>
              </a:defRPr>
            </a:lvl4pPr>
            <a:lvl5pPr>
              <a:defRPr>
                <a:noFill/>
              </a:defRPr>
            </a:lvl5pPr>
          </a:lstStyle>
          <a:p>
            <a:pPr lvl="0"/>
            <a:r>
              <a:rPr lang="en-US" dirty="0"/>
              <a:t> </a:t>
            </a:r>
          </a:p>
        </p:txBody>
      </p:sp>
      <p:sp>
        <p:nvSpPr>
          <p:cNvPr id="8" name="Info box">
            <a:extLst>
              <a:ext uri="{FF2B5EF4-FFF2-40B4-BE49-F238E27FC236}">
                <a16:creationId xmlns:a16="http://schemas.microsoft.com/office/drawing/2014/main" id="{AE1EAEE1-83E0-EC11-9F89-70F17E559B64}"/>
              </a:ext>
            </a:extLst>
          </p:cNvPr>
          <p:cNvSpPr>
            <a:spLocks noGrp="1"/>
          </p:cNvSpPr>
          <p:nvPr>
            <p:ph sz="quarter" idx="18" hasCustomPrompt="1"/>
          </p:nvPr>
        </p:nvSpPr>
        <p:spPr bwMode="blackGray">
          <a:xfrm>
            <a:off x="10176832" y="333376"/>
            <a:ext cx="1868023" cy="395869"/>
          </a:xfrm>
          <a:prstGeom prst="rect">
            <a:avLst/>
          </a:prstGeom>
          <a:ln>
            <a:noFill/>
          </a:ln>
        </p:spPr>
        <p:txBody>
          <a:bodyPr wrap="square" lIns="36000" tIns="36000" rIns="36000" bIns="36000">
            <a:spAutoFit/>
          </a:bodyPr>
          <a:lstStyle>
            <a:lvl1pPr>
              <a:lnSpc>
                <a:spcPct val="100000"/>
              </a:lnSpc>
              <a:spcBef>
                <a:spcPts val="0"/>
              </a:spcBef>
              <a:spcAft>
                <a:spcPts val="0"/>
              </a:spcAft>
              <a:defRPr sz="700">
                <a:solidFill>
                  <a:schemeClr val="tx1"/>
                </a:solidFill>
              </a:defRPr>
            </a:lvl1pPr>
          </a:lstStyle>
          <a:p>
            <a:pPr lvl="0"/>
            <a:r>
              <a:rPr lang="en-US" noProof="0" dirty="0"/>
              <a:t>Information Type:</a:t>
            </a:r>
            <a:br>
              <a:rPr lang="en-US" noProof="0" dirty="0"/>
            </a:br>
            <a:r>
              <a:rPr lang="en-US" noProof="0" dirty="0"/>
              <a:t>Company:  </a:t>
            </a:r>
            <a:br>
              <a:rPr lang="en-US" noProof="0" dirty="0"/>
            </a:br>
            <a:r>
              <a:rPr lang="en-US" noProof="0" dirty="0"/>
              <a:t>Information Owner:</a:t>
            </a:r>
          </a:p>
        </p:txBody>
      </p:sp>
    </p:spTree>
    <p:extLst>
      <p:ext uri="{BB962C8B-B14F-4D97-AF65-F5344CB8AC3E}">
        <p14:creationId xmlns:p14="http://schemas.microsoft.com/office/powerpoint/2010/main" val="263202536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B_Divider_Image Left Dark">
    <p:bg bwMode="gray">
      <p:bgPr>
        <a:solidFill>
          <a:schemeClr val="bg1"/>
        </a:solidFill>
        <a:effectLst/>
      </p:bgPr>
    </p:bg>
    <p:spTree>
      <p:nvGrpSpPr>
        <p:cNvPr id="1" name=""/>
        <p:cNvGrpSpPr/>
        <p:nvPr/>
      </p:nvGrpSpPr>
      <p:grpSpPr>
        <a:xfrm>
          <a:off x="0" y="0"/>
          <a:ext cx="0" cy="0"/>
          <a:chOff x="0" y="0"/>
          <a:chExt cx="0" cy="0"/>
        </a:xfrm>
      </p:grpSpPr>
      <p:sp>
        <p:nvSpPr>
          <p:cNvPr id="14" name="Title">
            <a:extLst>
              <a:ext uri="{FF2B5EF4-FFF2-40B4-BE49-F238E27FC236}">
                <a16:creationId xmlns:a16="http://schemas.microsoft.com/office/drawing/2014/main" id="{597D1B3A-E1F6-AFF4-3A3F-A37A17CBCB29}"/>
              </a:ext>
            </a:extLst>
          </p:cNvPr>
          <p:cNvSpPr>
            <a:spLocks noGrp="1"/>
          </p:cNvSpPr>
          <p:nvPr>
            <p:ph type="title" hasCustomPrompt="1"/>
          </p:nvPr>
        </p:nvSpPr>
        <p:spPr bwMode="gray">
          <a:xfrm>
            <a:off x="4495800" y="2286000"/>
            <a:ext cx="7315200" cy="3951288"/>
          </a:xfrm>
        </p:spPr>
        <p:txBody>
          <a:bodyPr/>
          <a:lstStyle>
            <a:lvl1pPr>
              <a:defRPr sz="4800">
                <a:solidFill>
                  <a:schemeClr val="tx1"/>
                </a:solidFill>
              </a:defRPr>
            </a:lvl1pPr>
          </a:lstStyle>
          <a:p>
            <a:r>
              <a:rPr lang="en-US" dirty="0"/>
              <a:t>Divider Page Text</a:t>
            </a:r>
          </a:p>
        </p:txBody>
      </p:sp>
      <p:sp>
        <p:nvSpPr>
          <p:cNvPr id="15" name="Section Number">
            <a:extLst>
              <a:ext uri="{FF2B5EF4-FFF2-40B4-BE49-F238E27FC236}">
                <a16:creationId xmlns:a16="http://schemas.microsoft.com/office/drawing/2014/main" id="{353938DB-D71F-BCC9-253A-E90421933DD0}"/>
              </a:ext>
            </a:extLst>
          </p:cNvPr>
          <p:cNvSpPr>
            <a:spLocks noGrp="1"/>
          </p:cNvSpPr>
          <p:nvPr>
            <p:ph type="body" sz="quarter" idx="13" hasCustomPrompt="1"/>
          </p:nvPr>
        </p:nvSpPr>
        <p:spPr bwMode="gray">
          <a:xfrm>
            <a:off x="4495800" y="685800"/>
            <a:ext cx="7315200" cy="1447800"/>
          </a:xfrm>
          <a:prstGeom prst="rect">
            <a:avLst/>
          </a:prstGeom>
        </p:spPr>
        <p:txBody>
          <a:bodyPr lIns="0" tIns="45720" rIns="0"/>
          <a:lstStyle>
            <a:lvl1pPr>
              <a:defRPr lang="en-US" sz="9600" b="1" dirty="0" smtClean="0">
                <a:solidFill>
                  <a:schemeClr val="accent1"/>
                </a:solidFill>
              </a:defRPr>
            </a:lvl1pPr>
          </a:lstStyle>
          <a:p>
            <a:pPr lvl="0">
              <a:lnSpc>
                <a:spcPct val="100000"/>
              </a:lnSpc>
            </a:pPr>
            <a:r>
              <a:rPr lang="en-US" dirty="0"/>
              <a:t>#</a:t>
            </a:r>
          </a:p>
        </p:txBody>
      </p:sp>
      <p:sp>
        <p:nvSpPr>
          <p:cNvPr id="16" name="Picture Placeholder 4">
            <a:extLst>
              <a:ext uri="{FF2B5EF4-FFF2-40B4-BE49-F238E27FC236}">
                <a16:creationId xmlns:a16="http://schemas.microsoft.com/office/drawing/2014/main" id="{CBAA2EA5-06E3-8691-22FA-AE783265C861}"/>
              </a:ext>
            </a:extLst>
          </p:cNvPr>
          <p:cNvSpPr>
            <a:spLocks noGrp="1"/>
          </p:cNvSpPr>
          <p:nvPr>
            <p:ph type="pic" sz="quarter" idx="12" hasCustomPrompt="1"/>
          </p:nvPr>
        </p:nvSpPr>
        <p:spPr bwMode="gray">
          <a:xfrm>
            <a:off x="0" y="0"/>
            <a:ext cx="4038600" cy="6858000"/>
          </a:xfrm>
          <a:prstGeom prst="rect">
            <a:avLst/>
          </a:prstGeom>
          <a:solidFill>
            <a:schemeClr val="accent6"/>
          </a:solidFill>
        </p:spPr>
        <p:txBody>
          <a:bodyPr tIns="2743200"/>
          <a:lstStyle>
            <a:lvl1pPr marL="0" indent="0" algn="ctr">
              <a:buNone/>
              <a:defRPr sz="2000">
                <a:solidFill>
                  <a:schemeClr val="bg1"/>
                </a:solidFill>
              </a:defRPr>
            </a:lvl1pPr>
          </a:lstStyle>
          <a:p>
            <a:r>
              <a:rPr lang="en-US" dirty="0"/>
              <a:t>Click to add picture</a:t>
            </a:r>
          </a:p>
        </p:txBody>
      </p:sp>
      <p:sp>
        <p:nvSpPr>
          <p:cNvPr id="6" name="Text Placeholder 5">
            <a:extLst>
              <a:ext uri="{FF2B5EF4-FFF2-40B4-BE49-F238E27FC236}">
                <a16:creationId xmlns:a16="http://schemas.microsoft.com/office/drawing/2014/main" id="{84E201FA-14DE-26F5-5B59-34540918F7C3}"/>
              </a:ext>
            </a:extLst>
          </p:cNvPr>
          <p:cNvSpPr>
            <a:spLocks noGrp="1"/>
          </p:cNvSpPr>
          <p:nvPr>
            <p:ph type="body" sz="quarter" idx="27" hasCustomPrompt="1"/>
          </p:nvPr>
        </p:nvSpPr>
        <p:spPr bwMode="gray">
          <a:xfrm>
            <a:off x="0" y="5202000"/>
            <a:ext cx="4038600" cy="1656000"/>
          </a:xfrm>
          <a:prstGeom prst="rect">
            <a:avLst/>
          </a:prstGeom>
          <a:gradFill>
            <a:gsLst>
              <a:gs pos="0">
                <a:schemeClr val="bg1"/>
              </a:gs>
              <a:gs pos="80000">
                <a:schemeClr val="bg1">
                  <a:alpha val="0"/>
                </a:schemeClr>
              </a:gs>
            </a:gsLst>
            <a:lin ang="16200000" scaled="1"/>
          </a:gradFill>
        </p:spPr>
        <p:txBody>
          <a:bodyPr vert="horz" wrap="square" lIns="0" tIns="0" rIns="0" bIns="0" rtlCol="0">
            <a:noAutofit/>
          </a:bodyPr>
          <a:lstStyle>
            <a:lvl1pPr>
              <a:defRPr lang="en-US" sz="100" dirty="0"/>
            </a:lvl1pPr>
          </a:lstStyle>
          <a:p>
            <a:pPr lvl="0"/>
            <a:r>
              <a:rPr lang="en-US" dirty="0"/>
              <a:t> </a:t>
            </a:r>
          </a:p>
        </p:txBody>
      </p:sp>
      <p:sp>
        <p:nvSpPr>
          <p:cNvPr id="3" name="Slide Number Placeholder 5">
            <a:extLst>
              <a:ext uri="{FF2B5EF4-FFF2-40B4-BE49-F238E27FC236}">
                <a16:creationId xmlns:a16="http://schemas.microsoft.com/office/drawing/2014/main" id="{B6615A63-B90D-3E21-FFCC-8BD272C8F67E}"/>
              </a:ext>
            </a:extLst>
          </p:cNvPr>
          <p:cNvSpPr>
            <a:spLocks noGrp="1"/>
          </p:cNvSpPr>
          <p:nvPr>
            <p:ph type="sldNum" sz="quarter" idx="4"/>
          </p:nvPr>
        </p:nvSpPr>
        <p:spPr bwMode="gray">
          <a:xfrm>
            <a:off x="7777162"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tx1"/>
                </a:solidFill>
              </a:defRPr>
            </a:lvl1pPr>
          </a:lstStyle>
          <a:p>
            <a:fld id="{13CE6DAF-806F-404B-BC68-339BFCB57E5C}" type="slidenum">
              <a:rPr lang="en-US" smtClean="0"/>
              <a:pPr/>
              <a:t>‹#›</a:t>
            </a:fld>
            <a:endParaRPr lang="en-US" dirty="0"/>
          </a:p>
        </p:txBody>
      </p:sp>
      <p:sp>
        <p:nvSpPr>
          <p:cNvPr id="4" name="Footer Placeholder 4">
            <a:extLst>
              <a:ext uri="{FF2B5EF4-FFF2-40B4-BE49-F238E27FC236}">
                <a16:creationId xmlns:a16="http://schemas.microsoft.com/office/drawing/2014/main" id="{75F0D2DC-FE73-D4FE-FDBD-22395D919787}"/>
              </a:ext>
            </a:extLst>
          </p:cNvPr>
          <p:cNvSpPr>
            <a:spLocks noGrp="1"/>
          </p:cNvSpPr>
          <p:nvPr>
            <p:ph type="ftr" sz="quarter" idx="3"/>
          </p:nvPr>
        </p:nvSpPr>
        <p:spPr bwMode="gray">
          <a:xfrm>
            <a:off x="4495800" y="6563358"/>
            <a:ext cx="3202940" cy="88901"/>
          </a:xfrm>
          <a:prstGeom prst="rect">
            <a:avLst/>
          </a:prstGeom>
          <a:ln>
            <a:noFill/>
          </a:ln>
        </p:spPr>
        <p:txBody>
          <a:bodyPr vert="horz" lIns="0" tIns="0" rIns="0" bIns="0" rtlCol="0" anchor="ctr">
            <a:noAutofit/>
          </a:bodyPr>
          <a:lstStyle>
            <a:lvl1pPr algn="l">
              <a:lnSpc>
                <a:spcPct val="100000"/>
              </a:lnSpc>
              <a:defRPr sz="800">
                <a:solidFill>
                  <a:schemeClr val="tx1"/>
                </a:solidFill>
              </a:defRPr>
            </a:lvl1pPr>
          </a:lstStyle>
          <a:p>
            <a:r>
              <a:rPr lang="en-US" dirty="0"/>
              <a:t>© </a:t>
            </a:r>
            <a:fld id="{74C9FC40-9B76-46DD-95D1-6E3BA225020E}" type="datetimeyyyy">
              <a:rPr lang="en-US" smtClean="0"/>
              <a:pPr/>
              <a:t>2024</a:t>
            </a:fld>
            <a:r>
              <a:rPr lang="en-US" dirty="0"/>
              <a:t> NTT DATA Business Solutions</a:t>
            </a:r>
          </a:p>
        </p:txBody>
      </p:sp>
    </p:spTree>
    <p:extLst>
      <p:ext uri="{BB962C8B-B14F-4D97-AF65-F5344CB8AC3E}">
        <p14:creationId xmlns:p14="http://schemas.microsoft.com/office/powerpoint/2010/main" val="275386427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B_Divider_InnovationCurve on Right Dark">
    <p:bg bwMode="gray">
      <p:bgPr>
        <a:solidFill>
          <a:schemeClr val="bg1"/>
        </a:solidFill>
        <a:effectLst/>
      </p:bgPr>
    </p:bg>
    <p:spTree>
      <p:nvGrpSpPr>
        <p:cNvPr id="1" name=""/>
        <p:cNvGrpSpPr/>
        <p:nvPr/>
      </p:nvGrpSpPr>
      <p:grpSpPr>
        <a:xfrm>
          <a:off x="0" y="0"/>
          <a:ext cx="0" cy="0"/>
          <a:chOff x="0" y="0"/>
          <a:chExt cx="0" cy="0"/>
        </a:xfrm>
      </p:grpSpPr>
      <p:sp>
        <p:nvSpPr>
          <p:cNvPr id="14" name="Title">
            <a:extLst>
              <a:ext uri="{FF2B5EF4-FFF2-40B4-BE49-F238E27FC236}">
                <a16:creationId xmlns:a16="http://schemas.microsoft.com/office/drawing/2014/main" id="{597D1B3A-E1F6-AFF4-3A3F-A37A17CBCB29}"/>
              </a:ext>
            </a:extLst>
          </p:cNvPr>
          <p:cNvSpPr>
            <a:spLocks noGrp="1"/>
          </p:cNvSpPr>
          <p:nvPr>
            <p:ph type="title" hasCustomPrompt="1"/>
          </p:nvPr>
        </p:nvSpPr>
        <p:spPr bwMode="gray">
          <a:xfrm>
            <a:off x="371475" y="2286000"/>
            <a:ext cx="7315200" cy="3886200"/>
          </a:xfrm>
        </p:spPr>
        <p:txBody>
          <a:bodyPr/>
          <a:lstStyle>
            <a:lvl1pPr>
              <a:defRPr sz="4000">
                <a:solidFill>
                  <a:schemeClr val="tx1"/>
                </a:solidFill>
              </a:defRPr>
            </a:lvl1pPr>
          </a:lstStyle>
          <a:p>
            <a:r>
              <a:rPr lang="en-US" dirty="0"/>
              <a:t>Divider Page</a:t>
            </a:r>
          </a:p>
        </p:txBody>
      </p:sp>
      <p:sp>
        <p:nvSpPr>
          <p:cNvPr id="15" name="Section Number">
            <a:extLst>
              <a:ext uri="{FF2B5EF4-FFF2-40B4-BE49-F238E27FC236}">
                <a16:creationId xmlns:a16="http://schemas.microsoft.com/office/drawing/2014/main" id="{353938DB-D71F-BCC9-253A-E90421933DD0}"/>
              </a:ext>
            </a:extLst>
          </p:cNvPr>
          <p:cNvSpPr>
            <a:spLocks noGrp="1"/>
          </p:cNvSpPr>
          <p:nvPr>
            <p:ph type="body" sz="quarter" idx="13" hasCustomPrompt="1"/>
          </p:nvPr>
        </p:nvSpPr>
        <p:spPr bwMode="gray">
          <a:xfrm>
            <a:off x="371475" y="685800"/>
            <a:ext cx="7315200" cy="1447800"/>
          </a:xfrm>
          <a:prstGeom prst="rect">
            <a:avLst/>
          </a:prstGeom>
        </p:spPr>
        <p:txBody>
          <a:bodyPr lIns="0" tIns="45720" rIns="0"/>
          <a:lstStyle>
            <a:lvl1pPr>
              <a:defRPr lang="en-US" sz="9600" b="1" dirty="0" smtClean="0">
                <a:solidFill>
                  <a:schemeClr val="accent1"/>
                </a:solidFill>
              </a:defRPr>
            </a:lvl1pPr>
          </a:lstStyle>
          <a:p>
            <a:pPr lvl="0">
              <a:lnSpc>
                <a:spcPct val="100000"/>
              </a:lnSpc>
            </a:pPr>
            <a:r>
              <a:rPr lang="en-US" dirty="0"/>
              <a:t>#</a:t>
            </a:r>
          </a:p>
        </p:txBody>
      </p:sp>
      <p:sp>
        <p:nvSpPr>
          <p:cNvPr id="4" name="Footer Placeholder 4">
            <a:extLst>
              <a:ext uri="{FF2B5EF4-FFF2-40B4-BE49-F238E27FC236}">
                <a16:creationId xmlns:a16="http://schemas.microsoft.com/office/drawing/2014/main" id="{07D78CB3-8E2A-426A-73F0-19178ABAAB0D}"/>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tx1"/>
                </a:solidFill>
              </a:defRPr>
            </a:lvl1pPr>
          </a:lstStyle>
          <a:p>
            <a:r>
              <a:rPr lang="en-US" dirty="0"/>
              <a:t>© </a:t>
            </a:r>
            <a:fld id="{B38796B9-378E-46D3-8667-FEEF528FDDEC}" type="datetimeyyyy">
              <a:rPr lang="en-US" smtClean="0"/>
              <a:pPr/>
              <a:t>2024</a:t>
            </a:fld>
            <a:r>
              <a:rPr lang="en-US" dirty="0"/>
              <a:t> NTT DATA Business Solutions</a:t>
            </a:r>
            <a:endParaRPr lang="pt-BR" dirty="0"/>
          </a:p>
        </p:txBody>
      </p:sp>
      <p:sp>
        <p:nvSpPr>
          <p:cNvPr id="5" name="Slide Number Placeholder 5">
            <a:extLst>
              <a:ext uri="{FF2B5EF4-FFF2-40B4-BE49-F238E27FC236}">
                <a16:creationId xmlns:a16="http://schemas.microsoft.com/office/drawing/2014/main" id="{90D19329-B7C0-CE48-A2F3-05D87FD03717}"/>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tx1"/>
                </a:solidFill>
              </a:defRPr>
            </a:lvl1pPr>
          </a:lstStyle>
          <a:p>
            <a:fld id="{13CE6DAF-806F-404B-BC68-339BFCB57E5C}" type="slidenum">
              <a:rPr lang="en-US" smtClean="0"/>
              <a:pPr/>
              <a:t>‹#›</a:t>
            </a:fld>
            <a:endParaRPr lang="en-US" dirty="0"/>
          </a:p>
        </p:txBody>
      </p:sp>
      <p:pic>
        <p:nvPicPr>
          <p:cNvPr id="8" name="Innovation Curve">
            <a:extLst>
              <a:ext uri="{FF2B5EF4-FFF2-40B4-BE49-F238E27FC236}">
                <a16:creationId xmlns:a16="http://schemas.microsoft.com/office/drawing/2014/main" id="{8FAD0C94-F295-1BA4-75E9-C0403855E0F0}"/>
              </a:ext>
            </a:extLst>
          </p:cNvPr>
          <p:cNvPicPr>
            <a:picLocks noChangeAspect="1"/>
          </p:cNvPicPr>
          <p:nvPr userDrawn="1"/>
        </p:nvPicPr>
        <p:blipFill>
          <a:blip r:embed="rId2"/>
          <a:stretch>
            <a:fillRect/>
          </a:stretch>
        </p:blipFill>
        <p:spPr bwMode="gray">
          <a:xfrm>
            <a:off x="7940970" y="2281852"/>
            <a:ext cx="3879556" cy="3890348"/>
          </a:xfrm>
          <a:prstGeom prst="rect">
            <a:avLst/>
          </a:prstGeom>
        </p:spPr>
      </p:pic>
    </p:spTree>
    <p:extLst>
      <p:ext uri="{BB962C8B-B14F-4D97-AF65-F5344CB8AC3E}">
        <p14:creationId xmlns:p14="http://schemas.microsoft.com/office/powerpoint/2010/main" val="22452153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B_Divider_Innovation Curve Image Left Dark">
    <p:bg bwMode="gray">
      <p:bgPr>
        <a:solidFill>
          <a:schemeClr val="bg1"/>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A725B5FD-E0E9-1E4B-5EFE-D46E0910A6CB}"/>
              </a:ext>
            </a:extLst>
          </p:cNvPr>
          <p:cNvSpPr>
            <a:spLocks noGrp="1"/>
          </p:cNvSpPr>
          <p:nvPr>
            <p:ph type="title" hasCustomPrompt="1"/>
          </p:nvPr>
        </p:nvSpPr>
        <p:spPr bwMode="gray">
          <a:xfrm>
            <a:off x="4495800" y="2433116"/>
            <a:ext cx="7315200" cy="3739084"/>
          </a:xfrm>
        </p:spPr>
        <p:txBody>
          <a:bodyPr/>
          <a:lstStyle>
            <a:lvl1pPr>
              <a:defRPr sz="4000">
                <a:solidFill>
                  <a:schemeClr val="tx1"/>
                </a:solidFill>
              </a:defRPr>
            </a:lvl1pPr>
          </a:lstStyle>
          <a:p>
            <a:r>
              <a:rPr lang="en-US" dirty="0"/>
              <a:t>Divider Page</a:t>
            </a:r>
          </a:p>
        </p:txBody>
      </p:sp>
      <p:sp>
        <p:nvSpPr>
          <p:cNvPr id="12" name="Section Number">
            <a:extLst>
              <a:ext uri="{FF2B5EF4-FFF2-40B4-BE49-F238E27FC236}">
                <a16:creationId xmlns:a16="http://schemas.microsoft.com/office/drawing/2014/main" id="{4337322C-F1A6-A8D5-2662-80C365ECE1C8}"/>
              </a:ext>
            </a:extLst>
          </p:cNvPr>
          <p:cNvSpPr>
            <a:spLocks noGrp="1"/>
          </p:cNvSpPr>
          <p:nvPr>
            <p:ph type="body" sz="quarter" idx="12" hasCustomPrompt="1"/>
          </p:nvPr>
        </p:nvSpPr>
        <p:spPr bwMode="gray">
          <a:xfrm>
            <a:off x="4495800" y="685800"/>
            <a:ext cx="7315200" cy="1447800"/>
          </a:xfrm>
          <a:prstGeom prst="rect">
            <a:avLst/>
          </a:prstGeom>
        </p:spPr>
        <p:txBody>
          <a:bodyPr lIns="0" tIns="45720" rIns="0"/>
          <a:lstStyle>
            <a:lvl1pPr>
              <a:defRPr lang="en-US" sz="9600" b="1" dirty="0" smtClean="0">
                <a:solidFill>
                  <a:schemeClr val="accent1"/>
                </a:solidFill>
              </a:defRPr>
            </a:lvl1pPr>
          </a:lstStyle>
          <a:p>
            <a:pPr lvl="0">
              <a:lnSpc>
                <a:spcPct val="100000"/>
              </a:lnSpc>
            </a:pPr>
            <a:r>
              <a:rPr lang="en-US" dirty="0"/>
              <a:t>#</a:t>
            </a:r>
          </a:p>
        </p:txBody>
      </p:sp>
      <p:sp>
        <p:nvSpPr>
          <p:cNvPr id="11" name="Footer Placeholder 4">
            <a:extLst>
              <a:ext uri="{FF2B5EF4-FFF2-40B4-BE49-F238E27FC236}">
                <a16:creationId xmlns:a16="http://schemas.microsoft.com/office/drawing/2014/main" id="{8795E080-1F31-4238-044C-F377C0E2532A}"/>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tx1"/>
                </a:solidFill>
              </a:defRPr>
            </a:lvl1pPr>
          </a:lstStyle>
          <a:p>
            <a:r>
              <a:rPr lang="en-US" dirty="0"/>
              <a:t>© </a:t>
            </a:r>
            <a:fld id="{9668DDF2-5539-4C64-B51E-45328E8C8100}" type="datetimeyyyy">
              <a:rPr lang="en-US" smtClean="0"/>
              <a:pPr/>
              <a:t>2024</a:t>
            </a:fld>
            <a:r>
              <a:rPr lang="en-US" dirty="0"/>
              <a:t> NTT DATA Business Solutions</a:t>
            </a:r>
          </a:p>
        </p:txBody>
      </p:sp>
      <p:sp>
        <p:nvSpPr>
          <p:cNvPr id="13" name="Slide Number Placeholder 5">
            <a:extLst>
              <a:ext uri="{FF2B5EF4-FFF2-40B4-BE49-F238E27FC236}">
                <a16:creationId xmlns:a16="http://schemas.microsoft.com/office/drawing/2014/main" id="{5ACFAEF6-C002-CEF8-D12E-35B10EFF2EE1}"/>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tx1"/>
                </a:solidFill>
              </a:defRPr>
            </a:lvl1pPr>
          </a:lstStyle>
          <a:p>
            <a:fld id="{13CE6DAF-806F-404B-BC68-339BFCB57E5C}" type="slidenum">
              <a:rPr lang="en-US" smtClean="0"/>
              <a:pPr/>
              <a:t>‹#›</a:t>
            </a:fld>
            <a:endParaRPr lang="en-US" dirty="0"/>
          </a:p>
        </p:txBody>
      </p:sp>
      <p:pic>
        <p:nvPicPr>
          <p:cNvPr id="3" name="Picture 6">
            <a:extLst>
              <a:ext uri="{FF2B5EF4-FFF2-40B4-BE49-F238E27FC236}">
                <a16:creationId xmlns:a16="http://schemas.microsoft.com/office/drawing/2014/main" id="{B2FCF57D-17C6-2F3A-C1B3-1679B62BF96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gray">
          <a:xfrm>
            <a:off x="394575" y="2447060"/>
            <a:ext cx="3718800" cy="3718800"/>
          </a:xfrm>
          <a:prstGeom prst="rect">
            <a:avLst/>
          </a:prstGeom>
        </p:spPr>
      </p:pic>
      <p:sp>
        <p:nvSpPr>
          <p:cNvPr id="4" name="Picture Placeholder 9">
            <a:extLst>
              <a:ext uri="{FF2B5EF4-FFF2-40B4-BE49-F238E27FC236}">
                <a16:creationId xmlns:a16="http://schemas.microsoft.com/office/drawing/2014/main" id="{DA704BD6-71C6-D230-9A15-8A46EC1807B4}"/>
              </a:ext>
            </a:extLst>
          </p:cNvPr>
          <p:cNvSpPr>
            <a:spLocks noGrp="1"/>
          </p:cNvSpPr>
          <p:nvPr>
            <p:ph type="pic" sz="quarter" idx="17" hasCustomPrompt="1"/>
          </p:nvPr>
        </p:nvSpPr>
        <p:spPr bwMode="gray">
          <a:xfrm>
            <a:off x="371475" y="2447060"/>
            <a:ext cx="3718800" cy="3718800"/>
          </a:xfrm>
          <a:custGeom>
            <a:avLst/>
            <a:gdLst>
              <a:gd name="connsiteX0" fmla="*/ 1704548 w 5267271"/>
              <a:gd name="connsiteY0" fmla="*/ 0 h 5272719"/>
              <a:gd name="connsiteX1" fmla="*/ 3527745 w 5267271"/>
              <a:gd name="connsiteY1" fmla="*/ 1774521 h 5272719"/>
              <a:gd name="connsiteX2" fmla="*/ 5267271 w 5267271"/>
              <a:gd name="connsiteY2" fmla="*/ 5269498 h 5272719"/>
              <a:gd name="connsiteX3" fmla="*/ 3509088 w 5267271"/>
              <a:gd name="connsiteY3" fmla="*/ 5269044 h 5272719"/>
              <a:gd name="connsiteX4" fmla="*/ 1794302 w 5267271"/>
              <a:gd name="connsiteY4" fmla="*/ 1858626 h 5272719"/>
              <a:gd name="connsiteX5" fmla="*/ 1794667 w 5267271"/>
              <a:gd name="connsiteY5" fmla="*/ 5270472 h 5272719"/>
              <a:gd name="connsiteX6" fmla="*/ 0 w 5267271"/>
              <a:gd name="connsiteY6" fmla="*/ 5272719 h 5272719"/>
              <a:gd name="connsiteX7" fmla="*/ 3384 w 5267271"/>
              <a:gd name="connsiteY7" fmla="*/ 1714773 h 5272719"/>
              <a:gd name="connsiteX8" fmla="*/ 569360 w 5267271"/>
              <a:gd name="connsiteY8" fmla="*/ 333790 h 5272719"/>
              <a:gd name="connsiteX9" fmla="*/ 1704548 w 5267271"/>
              <a:gd name="connsiteY9" fmla="*/ 0 h 5272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67271" h="5272719">
                <a:moveTo>
                  <a:pt x="1704548" y="0"/>
                </a:moveTo>
                <a:cubicBezTo>
                  <a:pt x="2442328" y="19929"/>
                  <a:pt x="2925708" y="438914"/>
                  <a:pt x="3527745" y="1774521"/>
                </a:cubicBezTo>
                <a:lnTo>
                  <a:pt x="5267271" y="5269498"/>
                </a:lnTo>
                <a:lnTo>
                  <a:pt x="3509088" y="5269044"/>
                </a:lnTo>
                <a:cubicBezTo>
                  <a:pt x="2932089" y="4085847"/>
                  <a:pt x="2376159" y="3052885"/>
                  <a:pt x="1794302" y="1858626"/>
                </a:cubicBezTo>
                <a:cubicBezTo>
                  <a:pt x="1800510" y="2806405"/>
                  <a:pt x="1797959" y="3550976"/>
                  <a:pt x="1794667" y="5270472"/>
                </a:cubicBezTo>
                <a:lnTo>
                  <a:pt x="0" y="5272719"/>
                </a:lnTo>
                <a:cubicBezTo>
                  <a:pt x="6041" y="3933998"/>
                  <a:pt x="-2660" y="3106972"/>
                  <a:pt x="3384" y="1714773"/>
                </a:cubicBezTo>
                <a:cubicBezTo>
                  <a:pt x="20552" y="931022"/>
                  <a:pt x="285832" y="562108"/>
                  <a:pt x="569360" y="333790"/>
                </a:cubicBezTo>
                <a:cubicBezTo>
                  <a:pt x="852888" y="105472"/>
                  <a:pt x="1272212" y="9538"/>
                  <a:pt x="1704548" y="0"/>
                </a:cubicBezTo>
                <a:close/>
              </a:path>
            </a:pathLst>
          </a:custGeom>
          <a:solidFill>
            <a:schemeClr val="accent6"/>
          </a:solidFill>
          <a:ln w="12700">
            <a:noFill/>
          </a:ln>
          <a:effectLst/>
        </p:spPr>
        <p:txBody>
          <a:bodyPr wrap="none" lIns="0" tIns="1371600" rIns="0" anchor="t">
            <a:noAutofit/>
          </a:bodyPr>
          <a:lstStyle>
            <a:lvl1pPr marL="0" indent="0" algn="ctr">
              <a:buFontTx/>
              <a:buNone/>
              <a:defRPr sz="1100">
                <a:solidFill>
                  <a:schemeClr val="tx1"/>
                </a:solidFill>
              </a:defRPr>
            </a:lvl1pPr>
          </a:lstStyle>
          <a:p>
            <a:r>
              <a:rPr lang="en-US" dirty="0"/>
              <a:t> </a:t>
            </a:r>
          </a:p>
        </p:txBody>
      </p:sp>
    </p:spTree>
    <p:extLst>
      <p:ext uri="{BB962C8B-B14F-4D97-AF65-F5344CB8AC3E}">
        <p14:creationId xmlns:p14="http://schemas.microsoft.com/office/powerpoint/2010/main" val="372322815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_Title Only">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0C3BB7C-B4A7-41A4-8C5A-903570B6070B}"/>
              </a:ext>
            </a:extLst>
          </p:cNvPr>
          <p:cNvSpPr>
            <a:spLocks noGrp="1"/>
          </p:cNvSpPr>
          <p:nvPr>
            <p:ph type="title" hasCustomPrompt="1"/>
          </p:nvPr>
        </p:nvSpPr>
        <p:spPr bwMode="gray"/>
        <p:txBody>
          <a:bodyPr vert="horz"/>
          <a:lstStyle/>
          <a:p>
            <a:r>
              <a:rPr lang="en-US" dirty="0"/>
              <a:t>Click to edit Master title style</a:t>
            </a:r>
          </a:p>
        </p:txBody>
      </p:sp>
      <p:sp>
        <p:nvSpPr>
          <p:cNvPr id="10" name="Footer Placeholder 4">
            <a:extLst>
              <a:ext uri="{FF2B5EF4-FFF2-40B4-BE49-F238E27FC236}">
                <a16:creationId xmlns:a16="http://schemas.microsoft.com/office/drawing/2014/main" id="{A9C53063-1F58-BE27-2E94-7E00DE772613}"/>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tx1"/>
                </a:solidFill>
              </a:defRPr>
            </a:lvl1pPr>
          </a:lstStyle>
          <a:p>
            <a:r>
              <a:rPr lang="en-US" dirty="0"/>
              <a:t>© </a:t>
            </a:r>
            <a:fld id="{BD10386A-F078-491A-8D58-536D4066CAE5}" type="datetimeyyyy">
              <a:rPr lang="en-US" smtClean="0"/>
              <a:pPr/>
              <a:t>2024</a:t>
            </a:fld>
            <a:r>
              <a:rPr lang="en-US" dirty="0"/>
              <a:t> NTT DATA Business Solutions</a:t>
            </a:r>
          </a:p>
        </p:txBody>
      </p:sp>
      <p:sp>
        <p:nvSpPr>
          <p:cNvPr id="11" name="Slide Number Placeholder 5">
            <a:extLst>
              <a:ext uri="{FF2B5EF4-FFF2-40B4-BE49-F238E27FC236}">
                <a16:creationId xmlns:a16="http://schemas.microsoft.com/office/drawing/2014/main" id="{AF1EE05E-1EF3-FA88-09CC-87DB6B58184B}"/>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tx1"/>
                </a:solidFill>
              </a:defRPr>
            </a:lvl1pPr>
          </a:lstStyle>
          <a:p>
            <a:fld id="{13CE6DAF-806F-404B-BC68-339BFCB57E5C}" type="slidenum">
              <a:rPr lang="en-US" smtClean="0"/>
              <a:pPr/>
              <a:t>‹#›</a:t>
            </a:fld>
            <a:endParaRPr lang="en-US" dirty="0"/>
          </a:p>
        </p:txBody>
      </p:sp>
    </p:spTree>
    <p:extLst>
      <p:ext uri="{BB962C8B-B14F-4D97-AF65-F5344CB8AC3E}">
        <p14:creationId xmlns:p14="http://schemas.microsoft.com/office/powerpoint/2010/main" val="216012281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C_Title and On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E855BA-9D9E-490E-B438-6BCC818F8EFF}"/>
              </a:ext>
            </a:extLst>
          </p:cNvPr>
          <p:cNvSpPr>
            <a:spLocks noGrp="1"/>
          </p:cNvSpPr>
          <p:nvPr>
            <p:ph type="title" hasCustomPrompt="1"/>
          </p:nvPr>
        </p:nvSpPr>
        <p:spPr bwMode="gray"/>
        <p:txBody>
          <a:bodyPr vert="horz"/>
          <a:lstStyle/>
          <a:p>
            <a:r>
              <a:rPr lang="en-US" noProof="0" dirty="0"/>
              <a:t>Click to edit Master title style</a:t>
            </a:r>
          </a:p>
        </p:txBody>
      </p:sp>
      <p:sp>
        <p:nvSpPr>
          <p:cNvPr id="3" name="Content Placeholder 2">
            <a:extLst>
              <a:ext uri="{FF2B5EF4-FFF2-40B4-BE49-F238E27FC236}">
                <a16:creationId xmlns:a16="http://schemas.microsoft.com/office/drawing/2014/main" id="{B382B3CA-EBF0-4324-BDE2-B14D144F1B71}"/>
              </a:ext>
            </a:extLst>
          </p:cNvPr>
          <p:cNvSpPr>
            <a:spLocks noGrp="1"/>
          </p:cNvSpPr>
          <p:nvPr>
            <p:ph idx="1" hasCustomPrompt="1"/>
          </p:nvPr>
        </p:nvSpPr>
        <p:spPr bwMode="gray">
          <a:xfrm>
            <a:off x="371475" y="1412875"/>
            <a:ext cx="11449050" cy="4824413"/>
          </a:xfrm>
          <a:prstGeom prst="rect">
            <a:avLst/>
          </a:prstGeom>
        </p:spPr>
        <p:txBody>
          <a:bodyPr/>
          <a:lstStyle>
            <a:lvl5pPr>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9" name="Footer Placeholder 4">
            <a:extLst>
              <a:ext uri="{FF2B5EF4-FFF2-40B4-BE49-F238E27FC236}">
                <a16:creationId xmlns:a16="http://schemas.microsoft.com/office/drawing/2014/main" id="{DB4CF512-82E1-2689-F640-DDFFDD4CD971}"/>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tx1"/>
                </a:solidFill>
              </a:defRPr>
            </a:lvl1pPr>
          </a:lstStyle>
          <a:p>
            <a:r>
              <a:rPr lang="en-US" dirty="0"/>
              <a:t>© </a:t>
            </a:r>
            <a:fld id="{CDFA3239-C15A-474F-8375-EAFB75B7CFEF}" type="datetimeyyyy">
              <a:rPr lang="en-US" smtClean="0"/>
              <a:pPr/>
              <a:t>2024</a:t>
            </a:fld>
            <a:r>
              <a:rPr lang="en-US" dirty="0"/>
              <a:t> NTT DATA Business Solutions</a:t>
            </a:r>
          </a:p>
        </p:txBody>
      </p:sp>
      <p:sp>
        <p:nvSpPr>
          <p:cNvPr id="10" name="Slide Number Placeholder 5">
            <a:extLst>
              <a:ext uri="{FF2B5EF4-FFF2-40B4-BE49-F238E27FC236}">
                <a16:creationId xmlns:a16="http://schemas.microsoft.com/office/drawing/2014/main" id="{C19ED1C7-0FF1-008B-4E0C-83259A7B61F3}"/>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tx1"/>
                </a:solidFill>
              </a:defRPr>
            </a:lvl1pPr>
          </a:lstStyle>
          <a:p>
            <a:fld id="{13CE6DAF-806F-404B-BC68-339BFCB57E5C}" type="slidenum">
              <a:rPr lang="en-US" smtClean="0"/>
              <a:pPr/>
              <a:t>‹#›</a:t>
            </a:fld>
            <a:endParaRPr lang="en-US" dirty="0"/>
          </a:p>
        </p:txBody>
      </p:sp>
    </p:spTree>
    <p:extLst>
      <p:ext uri="{BB962C8B-B14F-4D97-AF65-F5344CB8AC3E}">
        <p14:creationId xmlns:p14="http://schemas.microsoft.com/office/powerpoint/2010/main" val="372414246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C_Title and Two Conte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E855BA-9D9E-490E-B438-6BCC818F8EFF}"/>
              </a:ext>
            </a:extLst>
          </p:cNvPr>
          <p:cNvSpPr>
            <a:spLocks noGrp="1"/>
          </p:cNvSpPr>
          <p:nvPr>
            <p:ph type="title" hasCustomPrompt="1"/>
          </p:nvPr>
        </p:nvSpPr>
        <p:spPr bwMode="gray"/>
        <p:txBody>
          <a:bodyPr vert="horz"/>
          <a:lstStyle/>
          <a:p>
            <a:r>
              <a:rPr lang="en-US" noProof="0" dirty="0"/>
              <a:t>Click to edit Master title style</a:t>
            </a:r>
          </a:p>
        </p:txBody>
      </p:sp>
      <p:sp>
        <p:nvSpPr>
          <p:cNvPr id="3" name="Content Placeholder 2">
            <a:extLst>
              <a:ext uri="{FF2B5EF4-FFF2-40B4-BE49-F238E27FC236}">
                <a16:creationId xmlns:a16="http://schemas.microsoft.com/office/drawing/2014/main" id="{B382B3CA-EBF0-4324-BDE2-B14D144F1B71}"/>
              </a:ext>
            </a:extLst>
          </p:cNvPr>
          <p:cNvSpPr>
            <a:spLocks noGrp="1"/>
          </p:cNvSpPr>
          <p:nvPr>
            <p:ph idx="1" hasCustomPrompt="1"/>
          </p:nvPr>
        </p:nvSpPr>
        <p:spPr bwMode="gray">
          <a:xfrm>
            <a:off x="371475" y="1412875"/>
            <a:ext cx="5507850" cy="4824413"/>
          </a:xfrm>
          <a:prstGeom prst="rect">
            <a:avLst/>
          </a:prstGeom>
        </p:spPr>
        <p:txBody>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7" name="Content Placeholder 2">
            <a:extLst>
              <a:ext uri="{FF2B5EF4-FFF2-40B4-BE49-F238E27FC236}">
                <a16:creationId xmlns:a16="http://schemas.microsoft.com/office/drawing/2014/main" id="{29A13345-D8EA-438A-8BA9-E88672B7CBE9}"/>
              </a:ext>
            </a:extLst>
          </p:cNvPr>
          <p:cNvSpPr>
            <a:spLocks noGrp="1"/>
          </p:cNvSpPr>
          <p:nvPr>
            <p:ph idx="13" hasCustomPrompt="1"/>
          </p:nvPr>
        </p:nvSpPr>
        <p:spPr bwMode="gray">
          <a:xfrm>
            <a:off x="6311325" y="1412875"/>
            <a:ext cx="5507850" cy="4824413"/>
          </a:xfrm>
          <a:prstGeom prst="rect">
            <a:avLst/>
          </a:prstGeom>
        </p:spPr>
        <p:txBody>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0" name="Footer Placeholder 4">
            <a:extLst>
              <a:ext uri="{FF2B5EF4-FFF2-40B4-BE49-F238E27FC236}">
                <a16:creationId xmlns:a16="http://schemas.microsoft.com/office/drawing/2014/main" id="{AFAE869D-BCA2-8F0B-47CA-6CBB5796213E}"/>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tx1"/>
                </a:solidFill>
              </a:defRPr>
            </a:lvl1pPr>
          </a:lstStyle>
          <a:p>
            <a:r>
              <a:rPr lang="en-US" dirty="0"/>
              <a:t>© </a:t>
            </a:r>
            <a:fld id="{F7E5354F-5D5C-4EBE-9D03-4D1B78390218}" type="datetimeyyyy">
              <a:rPr lang="en-US" smtClean="0"/>
              <a:pPr/>
              <a:t>2024</a:t>
            </a:fld>
            <a:r>
              <a:rPr lang="en-US" dirty="0"/>
              <a:t> NTT DATA Business Solutions</a:t>
            </a:r>
          </a:p>
        </p:txBody>
      </p:sp>
      <p:sp>
        <p:nvSpPr>
          <p:cNvPr id="11" name="Slide Number Placeholder 5">
            <a:extLst>
              <a:ext uri="{FF2B5EF4-FFF2-40B4-BE49-F238E27FC236}">
                <a16:creationId xmlns:a16="http://schemas.microsoft.com/office/drawing/2014/main" id="{C28F0063-4C19-496F-6F87-6795DABB8C1B}"/>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tx1"/>
                </a:solidFill>
              </a:defRPr>
            </a:lvl1pPr>
          </a:lstStyle>
          <a:p>
            <a:fld id="{13CE6DAF-806F-404B-BC68-339BFCB57E5C}" type="slidenum">
              <a:rPr lang="en-US" smtClean="0"/>
              <a:pPr/>
              <a:t>‹#›</a:t>
            </a:fld>
            <a:endParaRPr lang="en-US" dirty="0"/>
          </a:p>
        </p:txBody>
      </p:sp>
    </p:spTree>
    <p:extLst>
      <p:ext uri="{BB962C8B-B14F-4D97-AF65-F5344CB8AC3E}">
        <p14:creationId xmlns:p14="http://schemas.microsoft.com/office/powerpoint/2010/main" val="13622517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_Title and Three Conte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E855BA-9D9E-490E-B438-6BCC818F8EFF}"/>
              </a:ext>
            </a:extLst>
          </p:cNvPr>
          <p:cNvSpPr>
            <a:spLocks noGrp="1"/>
          </p:cNvSpPr>
          <p:nvPr>
            <p:ph type="title" hasCustomPrompt="1"/>
          </p:nvPr>
        </p:nvSpPr>
        <p:spPr bwMode="gray">
          <a:xfrm>
            <a:off x="371475" y="333375"/>
            <a:ext cx="11449050" cy="792000"/>
          </a:xfrm>
        </p:spPr>
        <p:txBody>
          <a:bodyPr vert="horz"/>
          <a:lstStyle/>
          <a:p>
            <a:r>
              <a:rPr lang="en-US" dirty="0"/>
              <a:t>Click to edit Master title style</a:t>
            </a:r>
          </a:p>
        </p:txBody>
      </p:sp>
      <p:sp>
        <p:nvSpPr>
          <p:cNvPr id="3" name="Content Placeholder 2">
            <a:extLst>
              <a:ext uri="{FF2B5EF4-FFF2-40B4-BE49-F238E27FC236}">
                <a16:creationId xmlns:a16="http://schemas.microsoft.com/office/drawing/2014/main" id="{B382B3CA-EBF0-4324-BDE2-B14D144F1B71}"/>
              </a:ext>
            </a:extLst>
          </p:cNvPr>
          <p:cNvSpPr>
            <a:spLocks noGrp="1"/>
          </p:cNvSpPr>
          <p:nvPr>
            <p:ph idx="1" hasCustomPrompt="1"/>
          </p:nvPr>
        </p:nvSpPr>
        <p:spPr bwMode="gray">
          <a:xfrm>
            <a:off x="371475" y="1412875"/>
            <a:ext cx="3657600" cy="4824413"/>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er Placeholder 4">
            <a:extLst>
              <a:ext uri="{FF2B5EF4-FFF2-40B4-BE49-F238E27FC236}">
                <a16:creationId xmlns:a16="http://schemas.microsoft.com/office/drawing/2014/main" id="{AFAE869D-BCA2-8F0B-47CA-6CBB5796213E}"/>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tx1"/>
                </a:solidFill>
              </a:defRPr>
            </a:lvl1pPr>
          </a:lstStyle>
          <a:p>
            <a:r>
              <a:rPr lang="en-US" dirty="0"/>
              <a:t>© </a:t>
            </a:r>
            <a:fld id="{EE027318-DC80-495D-AFAF-E18878B6633C}" type="datetimeyyyy">
              <a:rPr lang="en-US" smtClean="0"/>
              <a:pPr/>
              <a:t>2024</a:t>
            </a:fld>
            <a:r>
              <a:rPr lang="en-US" dirty="0"/>
              <a:t> NTT DATA Business Solutions</a:t>
            </a:r>
          </a:p>
        </p:txBody>
      </p:sp>
      <p:sp>
        <p:nvSpPr>
          <p:cNvPr id="11" name="Slide Number Placeholder 5">
            <a:extLst>
              <a:ext uri="{FF2B5EF4-FFF2-40B4-BE49-F238E27FC236}">
                <a16:creationId xmlns:a16="http://schemas.microsoft.com/office/drawing/2014/main" id="{C28F0063-4C19-496F-6F87-6795DABB8C1B}"/>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tx1"/>
                </a:solidFill>
              </a:defRPr>
            </a:lvl1pPr>
          </a:lstStyle>
          <a:p>
            <a:fld id="{13CE6DAF-806F-404B-BC68-339BFCB57E5C}" type="slidenum">
              <a:rPr lang="en-US" smtClean="0"/>
              <a:pPr/>
              <a:t>‹#›</a:t>
            </a:fld>
            <a:endParaRPr lang="en-US" dirty="0"/>
          </a:p>
        </p:txBody>
      </p:sp>
      <p:sp>
        <p:nvSpPr>
          <p:cNvPr id="16" name="Content Placeholder 2">
            <a:extLst>
              <a:ext uri="{FF2B5EF4-FFF2-40B4-BE49-F238E27FC236}">
                <a16:creationId xmlns:a16="http://schemas.microsoft.com/office/drawing/2014/main" id="{326BC249-E151-BB39-D3D5-813D011EC4DE}"/>
              </a:ext>
            </a:extLst>
          </p:cNvPr>
          <p:cNvSpPr>
            <a:spLocks noGrp="1"/>
          </p:cNvSpPr>
          <p:nvPr>
            <p:ph idx="24" hasCustomPrompt="1"/>
          </p:nvPr>
        </p:nvSpPr>
        <p:spPr bwMode="gray">
          <a:xfrm>
            <a:off x="4267200" y="1412875"/>
            <a:ext cx="3657600" cy="4824413"/>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a:extLst>
              <a:ext uri="{FF2B5EF4-FFF2-40B4-BE49-F238E27FC236}">
                <a16:creationId xmlns:a16="http://schemas.microsoft.com/office/drawing/2014/main" id="{CAB7751F-4652-AD3B-A81E-E9DD7E8ECF31}"/>
              </a:ext>
            </a:extLst>
          </p:cNvPr>
          <p:cNvSpPr>
            <a:spLocks noGrp="1"/>
          </p:cNvSpPr>
          <p:nvPr>
            <p:ph idx="25" hasCustomPrompt="1"/>
          </p:nvPr>
        </p:nvSpPr>
        <p:spPr bwMode="gray">
          <a:xfrm>
            <a:off x="8162925" y="1412875"/>
            <a:ext cx="3657600" cy="4824413"/>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6141113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_Title Subtitle Bod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E855BA-9D9E-490E-B438-6BCC818F8EFF}"/>
              </a:ext>
            </a:extLst>
          </p:cNvPr>
          <p:cNvSpPr>
            <a:spLocks noGrp="1"/>
          </p:cNvSpPr>
          <p:nvPr>
            <p:ph type="title" hasCustomPrompt="1"/>
          </p:nvPr>
        </p:nvSpPr>
        <p:spPr bwMode="gray">
          <a:xfrm>
            <a:off x="371475" y="333375"/>
            <a:ext cx="11449050" cy="332399"/>
          </a:xfrm>
        </p:spPr>
        <p:txBody>
          <a:bodyPr vert="horz">
            <a:spAutoFit/>
          </a:bodyPr>
          <a:lstStyle/>
          <a:p>
            <a:r>
              <a:rPr lang="en-US" dirty="0"/>
              <a:t>Click to edit Master title style</a:t>
            </a:r>
          </a:p>
        </p:txBody>
      </p:sp>
      <p:sp>
        <p:nvSpPr>
          <p:cNvPr id="3" name="Content Placeholder 2">
            <a:extLst>
              <a:ext uri="{FF2B5EF4-FFF2-40B4-BE49-F238E27FC236}">
                <a16:creationId xmlns:a16="http://schemas.microsoft.com/office/drawing/2014/main" id="{B382B3CA-EBF0-4324-BDE2-B14D144F1B71}"/>
              </a:ext>
            </a:extLst>
          </p:cNvPr>
          <p:cNvSpPr>
            <a:spLocks noGrp="1"/>
          </p:cNvSpPr>
          <p:nvPr>
            <p:ph idx="1" hasCustomPrompt="1"/>
          </p:nvPr>
        </p:nvSpPr>
        <p:spPr bwMode="gray">
          <a:xfrm>
            <a:off x="371474" y="1412875"/>
            <a:ext cx="11449049" cy="4824413"/>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er Placeholder 4">
            <a:extLst>
              <a:ext uri="{FF2B5EF4-FFF2-40B4-BE49-F238E27FC236}">
                <a16:creationId xmlns:a16="http://schemas.microsoft.com/office/drawing/2014/main" id="{AFAE869D-BCA2-8F0B-47CA-6CBB5796213E}"/>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tx1"/>
                </a:solidFill>
              </a:defRPr>
            </a:lvl1pPr>
          </a:lstStyle>
          <a:p>
            <a:r>
              <a:rPr lang="en-US" dirty="0"/>
              <a:t>© </a:t>
            </a:r>
            <a:fld id="{06D38E7A-A406-43F6-B835-86F3B8D8FEF7}" type="datetimeyyyy">
              <a:rPr lang="en-US" smtClean="0"/>
              <a:pPr/>
              <a:t>2024</a:t>
            </a:fld>
            <a:r>
              <a:rPr lang="en-US" dirty="0"/>
              <a:t> NTT DATA Business Solutions</a:t>
            </a:r>
          </a:p>
        </p:txBody>
      </p:sp>
      <p:sp>
        <p:nvSpPr>
          <p:cNvPr id="11" name="Slide Number Placeholder 5">
            <a:extLst>
              <a:ext uri="{FF2B5EF4-FFF2-40B4-BE49-F238E27FC236}">
                <a16:creationId xmlns:a16="http://schemas.microsoft.com/office/drawing/2014/main" id="{C28F0063-4C19-496F-6F87-6795DABB8C1B}"/>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tx1"/>
                </a:solidFill>
              </a:defRPr>
            </a:lvl1pPr>
          </a:lstStyle>
          <a:p>
            <a:fld id="{13CE6DAF-806F-404B-BC68-339BFCB57E5C}" type="slidenum">
              <a:rPr lang="en-US" smtClean="0"/>
              <a:pPr/>
              <a:t>‹#›</a:t>
            </a:fld>
            <a:endParaRPr lang="en-US" dirty="0"/>
          </a:p>
        </p:txBody>
      </p:sp>
      <p:sp>
        <p:nvSpPr>
          <p:cNvPr id="4" name="Text Placeholder 6">
            <a:extLst>
              <a:ext uri="{FF2B5EF4-FFF2-40B4-BE49-F238E27FC236}">
                <a16:creationId xmlns:a16="http://schemas.microsoft.com/office/drawing/2014/main" id="{9E5DDFBC-BBD8-FCF3-FDD5-BDAF7615B10F}"/>
              </a:ext>
            </a:extLst>
          </p:cNvPr>
          <p:cNvSpPr>
            <a:spLocks noGrp="1"/>
          </p:cNvSpPr>
          <p:nvPr>
            <p:ph type="body" sz="quarter" idx="14" hasCustomPrompt="1"/>
          </p:nvPr>
        </p:nvSpPr>
        <p:spPr bwMode="gray">
          <a:xfrm>
            <a:off x="371475" y="728663"/>
            <a:ext cx="11449050" cy="288000"/>
          </a:xfrm>
          <a:prstGeom prst="rect">
            <a:avLst/>
          </a:prstGeom>
        </p:spPr>
        <p:txBody>
          <a:bodyPr/>
          <a:lstStyle>
            <a:lvl1pPr>
              <a:lnSpc>
                <a:spcPct val="100000"/>
              </a:lnSpc>
              <a:spcBef>
                <a:spcPts val="0"/>
              </a:spcBef>
              <a:defRPr sz="1800">
                <a:solidFill>
                  <a:schemeClr val="accent1"/>
                </a:solidFill>
              </a:defRPr>
            </a:lvl1pPr>
            <a:lvl2pPr>
              <a:defRPr sz="2000"/>
            </a:lvl2pPr>
            <a:lvl3pPr>
              <a:defRPr sz="2000"/>
            </a:lvl3pPr>
            <a:lvl4pPr>
              <a:defRPr sz="2000"/>
            </a:lvl4pPr>
            <a:lvl5pPr>
              <a:defRPr sz="2000"/>
            </a:lvl5pPr>
          </a:lstStyle>
          <a:p>
            <a:pPr lvl="0"/>
            <a:r>
              <a:rPr lang="en-US" dirty="0"/>
              <a:t>Click to edit Master text styles</a:t>
            </a:r>
          </a:p>
        </p:txBody>
      </p:sp>
    </p:spTree>
    <p:extLst>
      <p:ext uri="{BB962C8B-B14F-4D97-AF65-F5344CB8AC3E}">
        <p14:creationId xmlns:p14="http://schemas.microsoft.com/office/powerpoint/2010/main" val="113831083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C_Blank_Dark">
    <p:bg bwMode="gray">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0972958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_Blank_Dark with footer">
    <p:bg>
      <p:bgPr>
        <a:solidFill>
          <a:schemeClr val="bg1"/>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BB093E97-7B76-EAE6-8B05-F60EEDCE94B8}"/>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tx1"/>
                </a:solidFill>
              </a:defRPr>
            </a:lvl1pPr>
          </a:lstStyle>
          <a:p>
            <a:r>
              <a:rPr lang="en-US" dirty="0"/>
              <a:t>© </a:t>
            </a:r>
            <a:fld id="{15873F1B-5874-42D0-A696-0B3215E0D373}" type="datetimeyyyy">
              <a:rPr lang="en-US" smtClean="0"/>
              <a:pPr/>
              <a:t>2024</a:t>
            </a:fld>
            <a:r>
              <a:rPr lang="en-US" dirty="0"/>
              <a:t> NTT DATA Business Solutions</a:t>
            </a:r>
          </a:p>
        </p:txBody>
      </p:sp>
      <p:sp>
        <p:nvSpPr>
          <p:cNvPr id="4" name="Slide Number Placeholder 5">
            <a:extLst>
              <a:ext uri="{FF2B5EF4-FFF2-40B4-BE49-F238E27FC236}">
                <a16:creationId xmlns:a16="http://schemas.microsoft.com/office/drawing/2014/main" id="{DC15EF50-5A96-90F8-F18A-9D8143A4FF0D}"/>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tx1"/>
                </a:solidFill>
              </a:defRPr>
            </a:lvl1pPr>
          </a:lstStyle>
          <a:p>
            <a:fld id="{13CE6DAF-806F-404B-BC68-339BFCB57E5C}" type="slidenum">
              <a:rPr lang="en-US" smtClean="0"/>
              <a:pPr/>
              <a:t>‹#›</a:t>
            </a:fld>
            <a:endParaRPr lang="en-US" dirty="0"/>
          </a:p>
        </p:txBody>
      </p:sp>
    </p:spTree>
    <p:extLst>
      <p:ext uri="{BB962C8B-B14F-4D97-AF65-F5344CB8AC3E}">
        <p14:creationId xmlns:p14="http://schemas.microsoft.com/office/powerpoint/2010/main" val="375137950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C_Picture Full Dark">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8CCAE21C-42ED-4CFD-A1E1-FE234323EC4E}"/>
              </a:ext>
            </a:extLst>
          </p:cNvPr>
          <p:cNvSpPr>
            <a:spLocks noGrp="1"/>
          </p:cNvSpPr>
          <p:nvPr>
            <p:ph type="body" sz="quarter" idx="14" hasCustomPrompt="1"/>
          </p:nvPr>
        </p:nvSpPr>
        <p:spPr bwMode="gray">
          <a:xfrm>
            <a:off x="0" y="5194300"/>
            <a:ext cx="12192000" cy="1663700"/>
          </a:xfrm>
          <a:prstGeom prst="rect">
            <a:avLst/>
          </a:prstGeom>
          <a:gradFill>
            <a:gsLst>
              <a:gs pos="0">
                <a:schemeClr val="bg1"/>
              </a:gs>
              <a:gs pos="80000">
                <a:schemeClr val="bg1">
                  <a:alpha val="0"/>
                </a:schemeClr>
              </a:gs>
            </a:gsLst>
            <a:lin ang="16200000" scaled="1"/>
          </a:gradFill>
        </p:spPr>
        <p:txBody>
          <a:bodyPr vert="horz" wrap="square" lIns="0" tIns="0" rIns="0" bIns="0" rtlCol="0">
            <a:noAutofit/>
          </a:bodyPr>
          <a:lstStyle>
            <a:lvl1pPr>
              <a:defRPr lang="en-US" sz="100" dirty="0"/>
            </a:lvl1pPr>
          </a:lstStyle>
          <a:p>
            <a:pPr lvl="0"/>
            <a:r>
              <a:rPr lang="en-US" dirty="0"/>
              <a:t>.</a:t>
            </a:r>
          </a:p>
        </p:txBody>
      </p:sp>
      <p:sp>
        <p:nvSpPr>
          <p:cNvPr id="7" name="Picture Placeholder 6">
            <a:extLst>
              <a:ext uri="{FF2B5EF4-FFF2-40B4-BE49-F238E27FC236}">
                <a16:creationId xmlns:a16="http://schemas.microsoft.com/office/drawing/2014/main" id="{40077599-73C2-4B77-944D-C34B64F408E3}"/>
              </a:ext>
            </a:extLst>
          </p:cNvPr>
          <p:cNvSpPr>
            <a:spLocks noGrp="1"/>
          </p:cNvSpPr>
          <p:nvPr>
            <p:ph type="pic" sz="quarter" idx="13" hasCustomPrompt="1"/>
          </p:nvPr>
        </p:nvSpPr>
        <p:spPr bwMode="gray">
          <a:xfrm>
            <a:off x="0" y="0"/>
            <a:ext cx="12192000" cy="6858000"/>
          </a:xfrm>
          <a:prstGeom prst="rect">
            <a:avLst/>
          </a:prstGeom>
          <a:noFill/>
        </p:spPr>
        <p:txBody>
          <a:bodyPr anchor="ctr" anchorCtr="0"/>
          <a:lstStyle>
            <a:lvl1pPr algn="ctr">
              <a:defRPr sz="2000">
                <a:solidFill>
                  <a:schemeClr val="tx1"/>
                </a:solidFill>
              </a:defRPr>
            </a:lvl1pPr>
          </a:lstStyle>
          <a:p>
            <a:r>
              <a:rPr lang="en-US" dirty="0"/>
              <a:t>Click to add picture</a:t>
            </a:r>
          </a:p>
        </p:txBody>
      </p:sp>
      <p:sp>
        <p:nvSpPr>
          <p:cNvPr id="13" name="Footer Placeholder 4">
            <a:extLst>
              <a:ext uri="{FF2B5EF4-FFF2-40B4-BE49-F238E27FC236}">
                <a16:creationId xmlns:a16="http://schemas.microsoft.com/office/drawing/2014/main" id="{55F7F56A-370B-17D8-1574-704076541262}"/>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tx1"/>
                </a:solidFill>
              </a:defRPr>
            </a:lvl1pPr>
          </a:lstStyle>
          <a:p>
            <a:r>
              <a:rPr lang="en-US" dirty="0"/>
              <a:t>© </a:t>
            </a:r>
            <a:fld id="{06627D29-01CA-45AE-AA96-E5F5F8B65171}" type="datetimeyyyy">
              <a:rPr lang="en-US" smtClean="0"/>
              <a:pPr/>
              <a:t>2024</a:t>
            </a:fld>
            <a:r>
              <a:rPr lang="en-US" dirty="0"/>
              <a:t> NTT DATA Business Solutions</a:t>
            </a:r>
          </a:p>
        </p:txBody>
      </p:sp>
      <p:sp>
        <p:nvSpPr>
          <p:cNvPr id="14" name="Slide Number Placeholder 5">
            <a:extLst>
              <a:ext uri="{FF2B5EF4-FFF2-40B4-BE49-F238E27FC236}">
                <a16:creationId xmlns:a16="http://schemas.microsoft.com/office/drawing/2014/main" id="{7E04D86C-67F3-2898-A9B9-7C78B586F281}"/>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tx1"/>
                </a:solidFill>
              </a:defRPr>
            </a:lvl1pPr>
          </a:lstStyle>
          <a:p>
            <a:fld id="{13CE6DAF-806F-404B-BC68-339BFCB57E5C}" type="slidenum">
              <a:rPr lang="en-US" smtClean="0"/>
              <a:pPr/>
              <a:t>‹#›</a:t>
            </a:fld>
            <a:endParaRPr lang="en-US" dirty="0"/>
          </a:p>
        </p:txBody>
      </p:sp>
      <p:sp>
        <p:nvSpPr>
          <p:cNvPr id="2" name="Title 1">
            <a:extLst>
              <a:ext uri="{FF2B5EF4-FFF2-40B4-BE49-F238E27FC236}">
                <a16:creationId xmlns:a16="http://schemas.microsoft.com/office/drawing/2014/main" id="{08473574-5E40-4F4B-82BD-ECFABA52E2E4}"/>
              </a:ext>
            </a:extLst>
          </p:cNvPr>
          <p:cNvSpPr>
            <a:spLocks noGrp="1"/>
          </p:cNvSpPr>
          <p:nvPr>
            <p:ph type="title" hasCustomPrompt="1"/>
          </p:nvPr>
        </p:nvSpPr>
        <p:spPr bwMode="gray"/>
        <p:txBody>
          <a:bodyPr vert="horz"/>
          <a:lstStyle/>
          <a:p>
            <a:r>
              <a:rPr lang="en-US" dirty="0"/>
              <a:t>Click to edit Master title style</a:t>
            </a:r>
          </a:p>
        </p:txBody>
      </p:sp>
      <p:sp>
        <p:nvSpPr>
          <p:cNvPr id="3" name="NTT DATA Global Logo" descr="NTT DATA Global Logo">
            <a:extLst>
              <a:ext uri="{FF2B5EF4-FFF2-40B4-BE49-F238E27FC236}">
                <a16:creationId xmlns:a16="http://schemas.microsoft.com/office/drawing/2014/main" id="{5AC7748B-57B0-6A46-ED50-8FBD40E607A6}"/>
              </a:ext>
            </a:extLst>
          </p:cNvPr>
          <p:cNvSpPr txBox="1">
            <a:spLocks noChangeAspect="1"/>
          </p:cNvSpPr>
          <p:nvPr userDrawn="1"/>
        </p:nvSpPr>
        <p:spPr bwMode="gray">
          <a:xfrm>
            <a:off x="10531725" y="6449437"/>
            <a:ext cx="1288800" cy="263108"/>
          </a:xfrm>
          <a:prstGeom prst="rect">
            <a:avLst/>
          </a:prstGeom>
          <a:blipFill dpi="0" rotWithShape="1">
            <a:blip r:embed="rId2"/>
            <a:srcRect/>
            <a:stretch>
              <a:fillRect/>
            </a:stretch>
          </a:blipFill>
        </p:spPr>
        <p:txBody>
          <a:bodyPr wrap="none" lIns="0" tIns="0" rIns="0" bIns="0"/>
          <a:lstStyle>
            <a:lvl1pPr marL="0" indent="0" algn="l" defTabSz="914400" rtl="0" eaLnBrk="1" latinLnBrk="0" hangingPunct="1">
              <a:lnSpc>
                <a:spcPct val="100000"/>
              </a:lnSpc>
              <a:spcBef>
                <a:spcPts val="0"/>
              </a:spcBef>
              <a:spcAft>
                <a:spcPts val="600"/>
              </a:spcAft>
              <a:buFontTx/>
              <a:buNone/>
              <a:defRPr lang="en-US" sz="200" kern="1200">
                <a:solidFill>
                  <a:schemeClr val="accent2"/>
                </a:solidFill>
                <a:latin typeface="+mn-lt"/>
                <a:ea typeface="+mn-ea"/>
                <a:cs typeface="+mn-cs"/>
              </a:defRPr>
            </a:lvl1pPr>
            <a:lvl2pPr marL="285750" indent="-285750" algn="l" defTabSz="914400" rtl="0" eaLnBrk="1" latinLnBrk="0" hangingPunct="1">
              <a:lnSpc>
                <a:spcPct val="100000"/>
              </a:lnSpc>
              <a:spcBef>
                <a:spcPts val="500"/>
              </a:spcBef>
              <a:buClr>
                <a:schemeClr val="bg1"/>
              </a:buClr>
              <a:buFont typeface="Arial" panose="020B0604020202020204" pitchFamily="34" charset="0"/>
              <a:buChar char="•"/>
              <a:defRPr lang="en-US" sz="1800" kern="1200">
                <a:noFill/>
                <a:latin typeface="+mn-lt"/>
                <a:ea typeface="+mn-ea"/>
                <a:cs typeface="+mn-cs"/>
              </a:defRPr>
            </a:lvl2pPr>
            <a:lvl3pPr marL="536575" indent="-268288" algn="l" defTabSz="914400" rtl="0" eaLnBrk="1" latinLnBrk="0" hangingPunct="1">
              <a:lnSpc>
                <a:spcPct val="100000"/>
              </a:lnSpc>
              <a:spcBef>
                <a:spcPts val="500"/>
              </a:spcBef>
              <a:buClr>
                <a:schemeClr val="bg1"/>
              </a:buClr>
              <a:buFont typeface="Arial" panose="020B0604020202020204" pitchFamily="34" charset="0"/>
              <a:buChar char="»"/>
              <a:defRPr lang="en-US" sz="1600" kern="1200">
                <a:noFill/>
                <a:latin typeface="+mn-lt"/>
                <a:ea typeface="+mn-ea"/>
                <a:cs typeface="+mn-cs"/>
              </a:defRPr>
            </a:lvl3pPr>
            <a:lvl4pPr marL="804863" indent="-268288" algn="l" defTabSz="914400" rtl="0" eaLnBrk="1" latinLnBrk="0" hangingPunct="1">
              <a:lnSpc>
                <a:spcPct val="100000"/>
              </a:lnSpc>
              <a:spcBef>
                <a:spcPts val="500"/>
              </a:spcBef>
              <a:buClr>
                <a:schemeClr val="bg1"/>
              </a:buClr>
              <a:buFont typeface="Arial" panose="020B0604020202020204" pitchFamily="34" charset="0"/>
              <a:buChar char="•"/>
              <a:defRPr lang="en-US" sz="1600" kern="1200">
                <a:noFill/>
                <a:latin typeface="+mn-lt"/>
                <a:ea typeface="+mn-ea"/>
                <a:cs typeface="+mn-cs"/>
              </a:defRPr>
            </a:lvl4pPr>
            <a:lvl5pPr marL="1077913" indent="-273050" algn="l" defTabSz="914400" rtl="0" eaLnBrk="1" latinLnBrk="0" hangingPunct="1">
              <a:lnSpc>
                <a:spcPct val="100000"/>
              </a:lnSpc>
              <a:spcBef>
                <a:spcPts val="500"/>
              </a:spcBef>
              <a:buClr>
                <a:schemeClr val="bg1"/>
              </a:buClr>
              <a:buFont typeface="Arial" panose="020B0604020202020204" pitchFamily="34" charset="0"/>
              <a:buChar char="»"/>
              <a:defRPr lang="en-US" sz="1600" kern="1200">
                <a:noFill/>
                <a:latin typeface="+mn-lt"/>
                <a:ea typeface="+mn-ea"/>
                <a:cs typeface="+mn-cs"/>
              </a:defRPr>
            </a:lvl5pPr>
            <a:lvl6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6pPr>
            <a:lvl7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7pPr>
            <a:lvl8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8pPr>
            <a:lvl9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9pPr>
          </a:lstStyle>
          <a:p>
            <a:r>
              <a:rPr lang="en-DE"/>
              <a:t> </a:t>
            </a:r>
            <a:endParaRPr lang="en-DE" dirty="0"/>
          </a:p>
        </p:txBody>
      </p:sp>
    </p:spTree>
    <p:extLst>
      <p:ext uri="{BB962C8B-B14F-4D97-AF65-F5344CB8AC3E}">
        <p14:creationId xmlns:p14="http://schemas.microsoft.com/office/powerpoint/2010/main" val="318923779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C_Picture Right Dark">
    <p:spTree>
      <p:nvGrpSpPr>
        <p:cNvPr id="1" name=""/>
        <p:cNvGrpSpPr/>
        <p:nvPr/>
      </p:nvGrpSpPr>
      <p:grpSpPr>
        <a:xfrm>
          <a:off x="0" y="0"/>
          <a:ext cx="0" cy="0"/>
          <a:chOff x="0" y="0"/>
          <a:chExt cx="0" cy="0"/>
        </a:xfrm>
      </p:grpSpPr>
      <p:sp>
        <p:nvSpPr>
          <p:cNvPr id="13" name="Picture Placeholder 4">
            <a:extLst>
              <a:ext uri="{FF2B5EF4-FFF2-40B4-BE49-F238E27FC236}">
                <a16:creationId xmlns:a16="http://schemas.microsoft.com/office/drawing/2014/main" id="{318A9578-38C1-F618-D2D6-E94DBB278B98}"/>
              </a:ext>
            </a:extLst>
          </p:cNvPr>
          <p:cNvSpPr>
            <a:spLocks noGrp="1"/>
          </p:cNvSpPr>
          <p:nvPr>
            <p:ph type="pic" sz="quarter" idx="28" hasCustomPrompt="1"/>
          </p:nvPr>
        </p:nvSpPr>
        <p:spPr bwMode="gray">
          <a:xfrm>
            <a:off x="8153400" y="0"/>
            <a:ext cx="4038600" cy="6858000"/>
          </a:xfrm>
          <a:prstGeom prst="rect">
            <a:avLst/>
          </a:prstGeom>
          <a:solidFill>
            <a:schemeClr val="accent6"/>
          </a:solidFill>
        </p:spPr>
        <p:txBody>
          <a:bodyPr tIns="2743200"/>
          <a:lstStyle>
            <a:lvl1pPr marL="0" indent="0" algn="ctr">
              <a:buNone/>
              <a:defRPr sz="2000">
                <a:solidFill>
                  <a:schemeClr val="bg1"/>
                </a:solidFill>
              </a:defRPr>
            </a:lvl1pPr>
          </a:lstStyle>
          <a:p>
            <a:r>
              <a:rPr lang="en-US" dirty="0"/>
              <a:t>Click to add picture</a:t>
            </a:r>
          </a:p>
        </p:txBody>
      </p:sp>
      <p:sp>
        <p:nvSpPr>
          <p:cNvPr id="14" name="Text Placeholder 5">
            <a:extLst>
              <a:ext uri="{FF2B5EF4-FFF2-40B4-BE49-F238E27FC236}">
                <a16:creationId xmlns:a16="http://schemas.microsoft.com/office/drawing/2014/main" id="{B6E0CB35-CBF9-AFA5-830C-F4D86F088977}"/>
              </a:ext>
            </a:extLst>
          </p:cNvPr>
          <p:cNvSpPr>
            <a:spLocks noGrp="1"/>
          </p:cNvSpPr>
          <p:nvPr>
            <p:ph type="body" sz="quarter" idx="29" hasCustomPrompt="1"/>
          </p:nvPr>
        </p:nvSpPr>
        <p:spPr bwMode="gray">
          <a:xfrm>
            <a:off x="8153400" y="5202000"/>
            <a:ext cx="4038600" cy="1656000"/>
          </a:xfrm>
          <a:prstGeom prst="rect">
            <a:avLst/>
          </a:prstGeom>
          <a:gradFill>
            <a:gsLst>
              <a:gs pos="0">
                <a:schemeClr val="bg1"/>
              </a:gs>
              <a:gs pos="80000">
                <a:schemeClr val="bg1">
                  <a:alpha val="0"/>
                </a:schemeClr>
              </a:gs>
            </a:gsLst>
            <a:lin ang="16200000" scaled="1"/>
          </a:gradFill>
        </p:spPr>
        <p:txBody>
          <a:bodyPr vert="horz" wrap="square" lIns="0" tIns="0" rIns="0" bIns="0" rtlCol="0">
            <a:noAutofit/>
          </a:bodyPr>
          <a:lstStyle>
            <a:lvl1pPr>
              <a:defRPr lang="en-US" sz="100" dirty="0"/>
            </a:lvl1pPr>
          </a:lstStyle>
          <a:p>
            <a:pPr lvl="0"/>
            <a:r>
              <a:rPr lang="en-US" dirty="0"/>
              <a:t> </a:t>
            </a:r>
          </a:p>
        </p:txBody>
      </p:sp>
      <p:sp>
        <p:nvSpPr>
          <p:cNvPr id="6" name="Title 5">
            <a:extLst>
              <a:ext uri="{FF2B5EF4-FFF2-40B4-BE49-F238E27FC236}">
                <a16:creationId xmlns:a16="http://schemas.microsoft.com/office/drawing/2014/main" id="{07792201-616E-4C9D-B2C5-4900CE58E947}"/>
              </a:ext>
            </a:extLst>
          </p:cNvPr>
          <p:cNvSpPr>
            <a:spLocks noGrp="1"/>
          </p:cNvSpPr>
          <p:nvPr>
            <p:ph type="title" hasCustomPrompt="1"/>
          </p:nvPr>
        </p:nvSpPr>
        <p:spPr bwMode="gray"/>
        <p:txBody>
          <a:bodyPr vert="horz"/>
          <a:lstStyle/>
          <a:p>
            <a:r>
              <a:rPr lang="en-US" dirty="0"/>
              <a:t>Click to edit Master title style</a:t>
            </a:r>
          </a:p>
        </p:txBody>
      </p:sp>
      <p:sp>
        <p:nvSpPr>
          <p:cNvPr id="4" name="Footer Placeholder 4">
            <a:extLst>
              <a:ext uri="{FF2B5EF4-FFF2-40B4-BE49-F238E27FC236}">
                <a16:creationId xmlns:a16="http://schemas.microsoft.com/office/drawing/2014/main" id="{CE3B8E11-1E99-8E14-7DC2-2A5585E8FA2F}"/>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tx1"/>
                </a:solidFill>
              </a:defRPr>
            </a:lvl1pPr>
          </a:lstStyle>
          <a:p>
            <a:r>
              <a:rPr lang="en-US" dirty="0"/>
              <a:t>© </a:t>
            </a:r>
            <a:fld id="{CAA83344-56E8-47BE-A4E0-E587B2A68A28}" type="datetimeyyyy">
              <a:rPr lang="en-US" smtClean="0"/>
              <a:pPr/>
              <a:t>2024</a:t>
            </a:fld>
            <a:r>
              <a:rPr lang="en-US" dirty="0"/>
              <a:t> NTT DATA Business Solutions</a:t>
            </a:r>
          </a:p>
        </p:txBody>
      </p:sp>
      <p:sp>
        <p:nvSpPr>
          <p:cNvPr id="5" name="Slide Number Placeholder 5">
            <a:extLst>
              <a:ext uri="{FF2B5EF4-FFF2-40B4-BE49-F238E27FC236}">
                <a16:creationId xmlns:a16="http://schemas.microsoft.com/office/drawing/2014/main" id="{C894E80A-235B-AC62-CD2D-E4D54353CE6C}"/>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tx1"/>
                </a:solidFill>
              </a:defRPr>
            </a:lvl1pPr>
          </a:lstStyle>
          <a:p>
            <a:fld id="{13CE6DAF-806F-404B-BC68-339BFCB57E5C}" type="slidenum">
              <a:rPr lang="en-US" smtClean="0"/>
              <a:pPr/>
              <a:t>‹#›</a:t>
            </a:fld>
            <a:endParaRPr lang="en-US" dirty="0"/>
          </a:p>
        </p:txBody>
      </p:sp>
      <p:sp>
        <p:nvSpPr>
          <p:cNvPr id="3" name="Textplatzhalter 6">
            <a:extLst>
              <a:ext uri="{FF2B5EF4-FFF2-40B4-BE49-F238E27FC236}">
                <a16:creationId xmlns:a16="http://schemas.microsoft.com/office/drawing/2014/main" id="{04FE43F0-9475-52DB-0AB8-607E056B6CF5}"/>
              </a:ext>
            </a:extLst>
          </p:cNvPr>
          <p:cNvSpPr>
            <a:spLocks noGrp="1"/>
          </p:cNvSpPr>
          <p:nvPr>
            <p:ph type="body" sz="quarter" idx="30" hasCustomPrompt="1"/>
          </p:nvPr>
        </p:nvSpPr>
        <p:spPr bwMode="gray">
          <a:xfrm>
            <a:off x="10531725" y="6449745"/>
            <a:ext cx="1288800" cy="262800"/>
          </a:xfrm>
          <a:blipFill>
            <a:blip r:embed="rId2"/>
            <a:stretch>
              <a:fillRect/>
            </a:stretch>
          </a:blipFill>
        </p:spPr>
        <p:txBody>
          <a:bodyPr/>
          <a:lstStyle>
            <a:lvl1pPr>
              <a:defRPr/>
            </a:lvl1pPr>
          </a:lstStyle>
          <a:p>
            <a:pPr lvl="0"/>
            <a:r>
              <a:rPr lang="de-DE" dirty="0"/>
              <a:t> </a:t>
            </a:r>
            <a:endParaRPr lang="en-GB" dirty="0"/>
          </a:p>
        </p:txBody>
      </p:sp>
    </p:spTree>
    <p:extLst>
      <p:ext uri="{BB962C8B-B14F-4D97-AF65-F5344CB8AC3E}">
        <p14:creationId xmlns:p14="http://schemas.microsoft.com/office/powerpoint/2010/main" val="4101554715"/>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_Picture Left Dark">
    <p:spTree>
      <p:nvGrpSpPr>
        <p:cNvPr id="1" name=""/>
        <p:cNvGrpSpPr/>
        <p:nvPr/>
      </p:nvGrpSpPr>
      <p:grpSpPr>
        <a:xfrm>
          <a:off x="0" y="0"/>
          <a:ext cx="0" cy="0"/>
          <a:chOff x="0" y="0"/>
          <a:chExt cx="0" cy="0"/>
        </a:xfrm>
      </p:grpSpPr>
      <p:sp>
        <p:nvSpPr>
          <p:cNvPr id="8" name="Picture Placeholder 4">
            <a:extLst>
              <a:ext uri="{FF2B5EF4-FFF2-40B4-BE49-F238E27FC236}">
                <a16:creationId xmlns:a16="http://schemas.microsoft.com/office/drawing/2014/main" id="{7F7A191D-6071-E779-7F2E-34886D0882B7}"/>
              </a:ext>
            </a:extLst>
          </p:cNvPr>
          <p:cNvSpPr>
            <a:spLocks noGrp="1"/>
          </p:cNvSpPr>
          <p:nvPr>
            <p:ph type="pic" sz="quarter" idx="12" hasCustomPrompt="1"/>
          </p:nvPr>
        </p:nvSpPr>
        <p:spPr bwMode="gray">
          <a:xfrm>
            <a:off x="0" y="0"/>
            <a:ext cx="4038600" cy="6858000"/>
          </a:xfrm>
          <a:prstGeom prst="rect">
            <a:avLst/>
          </a:prstGeom>
          <a:solidFill>
            <a:schemeClr val="accent6"/>
          </a:solidFill>
        </p:spPr>
        <p:txBody>
          <a:bodyPr tIns="2743200"/>
          <a:lstStyle>
            <a:lvl1pPr marL="0" indent="0" algn="ctr">
              <a:buNone/>
              <a:defRPr sz="2000">
                <a:solidFill>
                  <a:schemeClr val="bg1"/>
                </a:solidFill>
              </a:defRPr>
            </a:lvl1pPr>
          </a:lstStyle>
          <a:p>
            <a:r>
              <a:rPr lang="en-US" dirty="0"/>
              <a:t>Click to add picture</a:t>
            </a:r>
          </a:p>
        </p:txBody>
      </p:sp>
      <p:sp>
        <p:nvSpPr>
          <p:cNvPr id="11" name="Text Placeholder 5">
            <a:extLst>
              <a:ext uri="{FF2B5EF4-FFF2-40B4-BE49-F238E27FC236}">
                <a16:creationId xmlns:a16="http://schemas.microsoft.com/office/drawing/2014/main" id="{A5DF90C5-2F99-EF32-CBEA-23287BDE2447}"/>
              </a:ext>
            </a:extLst>
          </p:cNvPr>
          <p:cNvSpPr>
            <a:spLocks noGrp="1"/>
          </p:cNvSpPr>
          <p:nvPr>
            <p:ph type="body" sz="quarter" idx="27" hasCustomPrompt="1"/>
          </p:nvPr>
        </p:nvSpPr>
        <p:spPr bwMode="gray">
          <a:xfrm>
            <a:off x="0" y="5202000"/>
            <a:ext cx="4038600" cy="1656000"/>
          </a:xfrm>
          <a:prstGeom prst="rect">
            <a:avLst/>
          </a:prstGeom>
          <a:gradFill>
            <a:gsLst>
              <a:gs pos="0">
                <a:schemeClr val="bg1"/>
              </a:gs>
              <a:gs pos="80000">
                <a:schemeClr val="bg1">
                  <a:alpha val="0"/>
                </a:schemeClr>
              </a:gs>
            </a:gsLst>
            <a:lin ang="16200000" scaled="1"/>
          </a:gradFill>
        </p:spPr>
        <p:txBody>
          <a:bodyPr vert="horz" wrap="square" lIns="0" tIns="0" rIns="0" bIns="0" rtlCol="0">
            <a:noAutofit/>
          </a:bodyPr>
          <a:lstStyle>
            <a:lvl1pPr>
              <a:defRPr lang="en-US" sz="100" dirty="0"/>
            </a:lvl1pPr>
          </a:lstStyle>
          <a:p>
            <a:pPr lvl="0"/>
            <a:r>
              <a:rPr lang="en-US" dirty="0"/>
              <a:t> </a:t>
            </a:r>
          </a:p>
        </p:txBody>
      </p:sp>
      <p:sp>
        <p:nvSpPr>
          <p:cNvPr id="9" name="Slide Number Placeholder 5">
            <a:extLst>
              <a:ext uri="{FF2B5EF4-FFF2-40B4-BE49-F238E27FC236}">
                <a16:creationId xmlns:a16="http://schemas.microsoft.com/office/drawing/2014/main" id="{66B71A8E-A74B-23B8-28AD-0C986AB97272}"/>
              </a:ext>
            </a:extLst>
          </p:cNvPr>
          <p:cNvSpPr>
            <a:spLocks noGrp="1"/>
          </p:cNvSpPr>
          <p:nvPr>
            <p:ph type="sldNum" sz="quarter" idx="4"/>
          </p:nvPr>
        </p:nvSpPr>
        <p:spPr bwMode="gray">
          <a:xfrm>
            <a:off x="7777162"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tx1"/>
                </a:solidFill>
              </a:defRPr>
            </a:lvl1pPr>
          </a:lstStyle>
          <a:p>
            <a:fld id="{13CE6DAF-806F-404B-BC68-339BFCB57E5C}" type="slidenum">
              <a:rPr lang="en-US" smtClean="0"/>
              <a:pPr/>
              <a:t>‹#›</a:t>
            </a:fld>
            <a:endParaRPr lang="en-US" dirty="0"/>
          </a:p>
        </p:txBody>
      </p:sp>
      <p:sp>
        <p:nvSpPr>
          <p:cNvPr id="13" name="Footer Placeholder 4">
            <a:extLst>
              <a:ext uri="{FF2B5EF4-FFF2-40B4-BE49-F238E27FC236}">
                <a16:creationId xmlns:a16="http://schemas.microsoft.com/office/drawing/2014/main" id="{74F142D3-5E2E-9408-9D9E-9CA5030073C1}"/>
              </a:ext>
            </a:extLst>
          </p:cNvPr>
          <p:cNvSpPr>
            <a:spLocks noGrp="1"/>
          </p:cNvSpPr>
          <p:nvPr>
            <p:ph type="ftr" sz="quarter" idx="3"/>
          </p:nvPr>
        </p:nvSpPr>
        <p:spPr bwMode="gray">
          <a:xfrm>
            <a:off x="4495800" y="6563358"/>
            <a:ext cx="3202940" cy="88901"/>
          </a:xfrm>
          <a:prstGeom prst="rect">
            <a:avLst/>
          </a:prstGeom>
          <a:ln>
            <a:noFill/>
          </a:ln>
        </p:spPr>
        <p:txBody>
          <a:bodyPr vert="horz" lIns="0" tIns="0" rIns="0" bIns="0" rtlCol="0" anchor="ctr">
            <a:noAutofit/>
          </a:bodyPr>
          <a:lstStyle>
            <a:lvl1pPr algn="l">
              <a:lnSpc>
                <a:spcPct val="100000"/>
              </a:lnSpc>
              <a:defRPr sz="800">
                <a:solidFill>
                  <a:schemeClr val="tx1"/>
                </a:solidFill>
              </a:defRPr>
            </a:lvl1pPr>
          </a:lstStyle>
          <a:p>
            <a:r>
              <a:rPr lang="en-US" dirty="0"/>
              <a:t>© </a:t>
            </a:r>
            <a:fld id="{AD7FA85E-D215-4505-A5E0-BBBC93189A0A}" type="datetimeyyyy">
              <a:rPr lang="en-US" smtClean="0"/>
              <a:pPr/>
              <a:t>2024</a:t>
            </a:fld>
            <a:r>
              <a:rPr lang="en-US" dirty="0"/>
              <a:t> NTT DATA Business Solutions</a:t>
            </a:r>
          </a:p>
        </p:txBody>
      </p:sp>
      <p:sp>
        <p:nvSpPr>
          <p:cNvPr id="14" name="Title 5">
            <a:extLst>
              <a:ext uri="{FF2B5EF4-FFF2-40B4-BE49-F238E27FC236}">
                <a16:creationId xmlns:a16="http://schemas.microsoft.com/office/drawing/2014/main" id="{5D998802-8F7B-9A10-0DF7-61FBFD6E1226}"/>
              </a:ext>
            </a:extLst>
          </p:cNvPr>
          <p:cNvSpPr>
            <a:spLocks noGrp="1"/>
          </p:cNvSpPr>
          <p:nvPr>
            <p:ph type="title" hasCustomPrompt="1"/>
          </p:nvPr>
        </p:nvSpPr>
        <p:spPr bwMode="gray">
          <a:xfrm>
            <a:off x="4495799" y="333375"/>
            <a:ext cx="7324725" cy="792000"/>
          </a:xfrm>
        </p:spPr>
        <p:txBody>
          <a:bodyPr vert="horz"/>
          <a:lstStyle/>
          <a:p>
            <a:r>
              <a:rPr lang="en-US" dirty="0"/>
              <a:t>Click to edit Master title style</a:t>
            </a:r>
          </a:p>
        </p:txBody>
      </p:sp>
    </p:spTree>
    <p:extLst>
      <p:ext uri="{BB962C8B-B14F-4D97-AF65-F5344CB8AC3E}">
        <p14:creationId xmlns:p14="http://schemas.microsoft.com/office/powerpoint/2010/main" val="3682777102"/>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_Picture Bottom Dark">
    <p:bg>
      <p:bgPr>
        <a:solidFill>
          <a:schemeClr val="bg1"/>
        </a:solidFill>
        <a:effectLst/>
      </p:bgPr>
    </p:bg>
    <p:spTree>
      <p:nvGrpSpPr>
        <p:cNvPr id="1" name=""/>
        <p:cNvGrpSpPr/>
        <p:nvPr/>
      </p:nvGrpSpPr>
      <p:grpSpPr>
        <a:xfrm>
          <a:off x="0" y="0"/>
          <a:ext cx="0" cy="0"/>
          <a:chOff x="0" y="0"/>
          <a:chExt cx="0" cy="0"/>
        </a:xfrm>
      </p:grpSpPr>
      <p:sp>
        <p:nvSpPr>
          <p:cNvPr id="4" name="Picture Placeholder 4">
            <a:extLst>
              <a:ext uri="{FF2B5EF4-FFF2-40B4-BE49-F238E27FC236}">
                <a16:creationId xmlns:a16="http://schemas.microsoft.com/office/drawing/2014/main" id="{9D6E3DA0-BCD2-8707-7E1B-E56623F855B7}"/>
              </a:ext>
            </a:extLst>
          </p:cNvPr>
          <p:cNvSpPr>
            <a:spLocks noGrp="1"/>
          </p:cNvSpPr>
          <p:nvPr>
            <p:ph type="pic" sz="quarter" idx="13" hasCustomPrompt="1"/>
          </p:nvPr>
        </p:nvSpPr>
        <p:spPr bwMode="gray">
          <a:xfrm>
            <a:off x="0" y="3352800"/>
            <a:ext cx="12192000" cy="3509682"/>
          </a:xfrm>
          <a:prstGeom prst="rect">
            <a:avLst/>
          </a:prstGeom>
          <a:solidFill>
            <a:schemeClr val="accent6">
              <a:lumMod val="60000"/>
              <a:lumOff val="40000"/>
            </a:schemeClr>
          </a:solidFill>
        </p:spPr>
        <p:txBody>
          <a:bodyPr lIns="0" tIns="0" rIns="0" bIns="0" anchor="ctr"/>
          <a:lstStyle>
            <a:lvl1pPr marL="0" indent="0" algn="ctr">
              <a:buFontTx/>
              <a:buNone/>
              <a:defRPr sz="2400">
                <a:solidFill>
                  <a:schemeClr val="tx2"/>
                </a:solidFill>
                <a:latin typeface="+mn-lt"/>
              </a:defRPr>
            </a:lvl1pPr>
          </a:lstStyle>
          <a:p>
            <a:pPr marL="0" marR="0" lvl="0" indent="0" algn="ctr" defTabSz="914400" rtl="0" eaLnBrk="1" fontAlgn="auto" latinLnBrk="0" hangingPunct="1">
              <a:lnSpc>
                <a:spcPct val="100000"/>
              </a:lnSpc>
              <a:spcBef>
                <a:spcPts val="1000"/>
              </a:spcBef>
              <a:spcAft>
                <a:spcPts val="0"/>
              </a:spcAft>
              <a:buClrTx/>
              <a:buSzTx/>
              <a:buFontTx/>
              <a:buNone/>
              <a:tabLst/>
              <a:defRPr/>
            </a:pPr>
            <a:r>
              <a:rPr lang="en-US" dirty="0"/>
              <a:t>Click to add image.</a:t>
            </a:r>
            <a:br>
              <a:rPr lang="en-US" dirty="0"/>
            </a:br>
            <a:r>
              <a:rPr lang="en-US" dirty="0"/>
              <a:t>Then Reorder: Send to back</a:t>
            </a:r>
          </a:p>
        </p:txBody>
      </p:sp>
      <p:sp>
        <p:nvSpPr>
          <p:cNvPr id="5" name="Text Placeholder 5">
            <a:extLst>
              <a:ext uri="{FF2B5EF4-FFF2-40B4-BE49-F238E27FC236}">
                <a16:creationId xmlns:a16="http://schemas.microsoft.com/office/drawing/2014/main" id="{1FC868B2-987D-36AF-7388-FCE1616A30DD}"/>
              </a:ext>
            </a:extLst>
          </p:cNvPr>
          <p:cNvSpPr>
            <a:spLocks noGrp="1"/>
          </p:cNvSpPr>
          <p:nvPr>
            <p:ph type="body" sz="quarter" idx="27" hasCustomPrompt="1"/>
          </p:nvPr>
        </p:nvSpPr>
        <p:spPr bwMode="gray">
          <a:xfrm>
            <a:off x="0" y="5202000"/>
            <a:ext cx="12192000" cy="1656000"/>
          </a:xfrm>
          <a:gradFill>
            <a:gsLst>
              <a:gs pos="0">
                <a:schemeClr val="bg1"/>
              </a:gs>
              <a:gs pos="80000">
                <a:schemeClr val="bg1">
                  <a:alpha val="0"/>
                </a:schemeClr>
              </a:gs>
            </a:gsLst>
            <a:lin ang="16200000" scaled="1"/>
          </a:gradFill>
        </p:spPr>
        <p:txBody>
          <a:bodyPr vert="horz" wrap="square" lIns="0" tIns="0" rIns="0" bIns="0" rtlCol="0">
            <a:noAutofit/>
          </a:bodyPr>
          <a:lstStyle>
            <a:lvl1pPr>
              <a:defRPr lang="en-US" sz="100" dirty="0">
                <a:solidFill>
                  <a:schemeClr val="bg1"/>
                </a:solidFill>
              </a:defRPr>
            </a:lvl1pPr>
          </a:lstStyle>
          <a:p>
            <a:pPr lvl="0"/>
            <a:r>
              <a:rPr lang="en-US" dirty="0"/>
              <a:t> </a:t>
            </a:r>
          </a:p>
        </p:txBody>
      </p:sp>
      <p:sp>
        <p:nvSpPr>
          <p:cNvPr id="10" name="Footer Placeholder 4">
            <a:extLst>
              <a:ext uri="{FF2B5EF4-FFF2-40B4-BE49-F238E27FC236}">
                <a16:creationId xmlns:a16="http://schemas.microsoft.com/office/drawing/2014/main" id="{87A8D542-4123-5D52-32A8-5A10FF2E7D6F}"/>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tx1"/>
                </a:solidFill>
              </a:defRPr>
            </a:lvl1pPr>
          </a:lstStyle>
          <a:p>
            <a:r>
              <a:rPr lang="en-US" dirty="0"/>
              <a:t>© </a:t>
            </a:r>
            <a:fld id="{0478FDE9-A584-42E0-91CD-13D17EDA1F93}" type="datetimeyyyy">
              <a:rPr lang="en-US" smtClean="0"/>
              <a:pPr/>
              <a:t>2024</a:t>
            </a:fld>
            <a:r>
              <a:rPr lang="en-US" dirty="0"/>
              <a:t> NTT DATA Business Solutions</a:t>
            </a:r>
          </a:p>
        </p:txBody>
      </p:sp>
      <p:sp>
        <p:nvSpPr>
          <p:cNvPr id="15" name="Slide Number Placeholder 5">
            <a:extLst>
              <a:ext uri="{FF2B5EF4-FFF2-40B4-BE49-F238E27FC236}">
                <a16:creationId xmlns:a16="http://schemas.microsoft.com/office/drawing/2014/main" id="{3F919FBB-9A4E-7FAD-B0F2-5D660792C32E}"/>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tx1"/>
                </a:solidFill>
              </a:defRPr>
            </a:lvl1pPr>
          </a:lstStyle>
          <a:p>
            <a:fld id="{13CE6DAF-806F-404B-BC68-339BFCB57E5C}" type="slidenum">
              <a:rPr lang="en-US" smtClean="0"/>
              <a:pPr/>
              <a:t>‹#›</a:t>
            </a:fld>
            <a:endParaRPr lang="en-US" dirty="0"/>
          </a:p>
        </p:txBody>
      </p:sp>
      <p:sp>
        <p:nvSpPr>
          <p:cNvPr id="18" name="Title 5">
            <a:extLst>
              <a:ext uri="{FF2B5EF4-FFF2-40B4-BE49-F238E27FC236}">
                <a16:creationId xmlns:a16="http://schemas.microsoft.com/office/drawing/2014/main" id="{685F5729-4D42-77C1-FCC6-A3E027B0D91F}"/>
              </a:ext>
            </a:extLst>
          </p:cNvPr>
          <p:cNvSpPr>
            <a:spLocks noGrp="1"/>
          </p:cNvSpPr>
          <p:nvPr>
            <p:ph type="title" hasCustomPrompt="1"/>
          </p:nvPr>
        </p:nvSpPr>
        <p:spPr bwMode="gray">
          <a:xfrm>
            <a:off x="371475" y="333375"/>
            <a:ext cx="11449050" cy="792000"/>
          </a:xfrm>
        </p:spPr>
        <p:txBody>
          <a:bodyPr vert="horz"/>
          <a:lstStyle/>
          <a:p>
            <a:r>
              <a:rPr lang="en-US" dirty="0"/>
              <a:t>Click to edit Master title style</a:t>
            </a:r>
          </a:p>
        </p:txBody>
      </p:sp>
      <p:sp>
        <p:nvSpPr>
          <p:cNvPr id="3" name="Textplatzhalter 6">
            <a:extLst>
              <a:ext uri="{FF2B5EF4-FFF2-40B4-BE49-F238E27FC236}">
                <a16:creationId xmlns:a16="http://schemas.microsoft.com/office/drawing/2014/main" id="{C20AB549-57A1-AE9C-6237-51C9E313364C}"/>
              </a:ext>
            </a:extLst>
          </p:cNvPr>
          <p:cNvSpPr>
            <a:spLocks noGrp="1"/>
          </p:cNvSpPr>
          <p:nvPr>
            <p:ph type="body" sz="quarter" idx="30" hasCustomPrompt="1"/>
          </p:nvPr>
        </p:nvSpPr>
        <p:spPr bwMode="gray">
          <a:xfrm>
            <a:off x="10531725" y="6449745"/>
            <a:ext cx="1288800" cy="262800"/>
          </a:xfrm>
          <a:blipFill>
            <a:blip r:embed="rId2"/>
            <a:stretch>
              <a:fillRect/>
            </a:stretch>
          </a:blipFill>
        </p:spPr>
        <p:txBody>
          <a:bodyPr/>
          <a:lstStyle>
            <a:lvl1pPr>
              <a:defRPr/>
            </a:lvl1pPr>
          </a:lstStyle>
          <a:p>
            <a:pPr lvl="0"/>
            <a:r>
              <a:rPr lang="de-DE" dirty="0"/>
              <a:t> </a:t>
            </a:r>
            <a:endParaRPr lang="en-GB" dirty="0"/>
          </a:p>
        </p:txBody>
      </p:sp>
    </p:spTree>
    <p:extLst>
      <p:ext uri="{BB962C8B-B14F-4D97-AF65-F5344CB8AC3E}">
        <p14:creationId xmlns:p14="http://schemas.microsoft.com/office/powerpoint/2010/main" val="393219644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_Picture Three Dark">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2799AD32-EACB-40FD-ACFA-9178E8D00357}"/>
              </a:ext>
            </a:extLst>
          </p:cNvPr>
          <p:cNvSpPr>
            <a:spLocks noGrp="1"/>
          </p:cNvSpPr>
          <p:nvPr>
            <p:ph type="pic" sz="quarter" idx="13" hasCustomPrompt="1"/>
          </p:nvPr>
        </p:nvSpPr>
        <p:spPr bwMode="gray">
          <a:xfrm>
            <a:off x="1" y="1412875"/>
            <a:ext cx="4015999" cy="2772000"/>
          </a:xfrm>
          <a:prstGeom prst="rect">
            <a:avLst/>
          </a:prstGeom>
          <a:solidFill>
            <a:schemeClr val="accent6"/>
          </a:solidFill>
        </p:spPr>
        <p:txBody>
          <a:bodyPr anchor="ctr" anchorCtr="0"/>
          <a:lstStyle>
            <a:lvl1pPr algn="ctr">
              <a:defRPr sz="2000">
                <a:solidFill>
                  <a:schemeClr val="bg1"/>
                </a:solidFill>
              </a:defRPr>
            </a:lvl1pPr>
          </a:lstStyle>
          <a:p>
            <a:r>
              <a:rPr lang="en-US" dirty="0"/>
              <a:t>Click icon to add picture</a:t>
            </a:r>
          </a:p>
        </p:txBody>
      </p:sp>
      <p:sp>
        <p:nvSpPr>
          <p:cNvPr id="8" name="Picture Placeholder 6">
            <a:extLst>
              <a:ext uri="{FF2B5EF4-FFF2-40B4-BE49-F238E27FC236}">
                <a16:creationId xmlns:a16="http://schemas.microsoft.com/office/drawing/2014/main" id="{C73D5620-2B8C-49E1-ADF3-9ADE2BF3BA3C}"/>
              </a:ext>
            </a:extLst>
          </p:cNvPr>
          <p:cNvSpPr>
            <a:spLocks noGrp="1"/>
          </p:cNvSpPr>
          <p:nvPr>
            <p:ph type="pic" sz="quarter" idx="14" hasCustomPrompt="1"/>
          </p:nvPr>
        </p:nvSpPr>
        <p:spPr bwMode="gray">
          <a:xfrm>
            <a:off x="4088000" y="1412875"/>
            <a:ext cx="4015999" cy="2772000"/>
          </a:xfrm>
          <a:prstGeom prst="rect">
            <a:avLst/>
          </a:prstGeom>
          <a:solidFill>
            <a:schemeClr val="accent6"/>
          </a:solidFill>
        </p:spPr>
        <p:txBody>
          <a:bodyPr anchor="ctr" anchorCtr="0"/>
          <a:lstStyle>
            <a:lvl1pPr algn="ctr">
              <a:defRPr sz="2000">
                <a:solidFill>
                  <a:schemeClr val="bg1"/>
                </a:solidFill>
              </a:defRPr>
            </a:lvl1pPr>
          </a:lstStyle>
          <a:p>
            <a:r>
              <a:rPr lang="en-US" dirty="0"/>
              <a:t>Click icon to add picture</a:t>
            </a:r>
          </a:p>
        </p:txBody>
      </p:sp>
      <p:sp>
        <p:nvSpPr>
          <p:cNvPr id="9" name="Picture Placeholder 6">
            <a:extLst>
              <a:ext uri="{FF2B5EF4-FFF2-40B4-BE49-F238E27FC236}">
                <a16:creationId xmlns:a16="http://schemas.microsoft.com/office/drawing/2014/main" id="{A31D45D1-5334-4DD5-8154-DAD52B3C3972}"/>
              </a:ext>
            </a:extLst>
          </p:cNvPr>
          <p:cNvSpPr>
            <a:spLocks noGrp="1"/>
          </p:cNvSpPr>
          <p:nvPr>
            <p:ph type="pic" sz="quarter" idx="15" hasCustomPrompt="1"/>
          </p:nvPr>
        </p:nvSpPr>
        <p:spPr bwMode="gray">
          <a:xfrm>
            <a:off x="8175999" y="1412875"/>
            <a:ext cx="4015999" cy="2772000"/>
          </a:xfrm>
          <a:prstGeom prst="rect">
            <a:avLst/>
          </a:prstGeom>
          <a:solidFill>
            <a:schemeClr val="accent6"/>
          </a:solidFill>
        </p:spPr>
        <p:txBody>
          <a:bodyPr anchor="ctr" anchorCtr="0"/>
          <a:lstStyle>
            <a:lvl1pPr algn="ctr">
              <a:defRPr sz="2000">
                <a:solidFill>
                  <a:schemeClr val="bg1"/>
                </a:solidFill>
              </a:defRPr>
            </a:lvl1pPr>
          </a:lstStyle>
          <a:p>
            <a:r>
              <a:rPr lang="en-US" dirty="0"/>
              <a:t>Click icon to add picture</a:t>
            </a:r>
          </a:p>
        </p:txBody>
      </p:sp>
      <p:sp>
        <p:nvSpPr>
          <p:cNvPr id="6" name="Title 5">
            <a:extLst>
              <a:ext uri="{FF2B5EF4-FFF2-40B4-BE49-F238E27FC236}">
                <a16:creationId xmlns:a16="http://schemas.microsoft.com/office/drawing/2014/main" id="{07792201-616E-4C9D-B2C5-4900CE58E947}"/>
              </a:ext>
            </a:extLst>
          </p:cNvPr>
          <p:cNvSpPr>
            <a:spLocks noGrp="1"/>
          </p:cNvSpPr>
          <p:nvPr>
            <p:ph type="title" hasCustomPrompt="1"/>
          </p:nvPr>
        </p:nvSpPr>
        <p:spPr bwMode="gray">
          <a:xfrm>
            <a:off x="371475" y="333375"/>
            <a:ext cx="11449050" cy="792000"/>
          </a:xfrm>
        </p:spPr>
        <p:txBody>
          <a:bodyPr vert="horz"/>
          <a:lstStyle/>
          <a:p>
            <a:r>
              <a:rPr lang="en-US" dirty="0"/>
              <a:t>Click to edit Master title style</a:t>
            </a:r>
          </a:p>
        </p:txBody>
      </p:sp>
      <p:sp>
        <p:nvSpPr>
          <p:cNvPr id="4" name="Footer Placeholder 4">
            <a:extLst>
              <a:ext uri="{FF2B5EF4-FFF2-40B4-BE49-F238E27FC236}">
                <a16:creationId xmlns:a16="http://schemas.microsoft.com/office/drawing/2014/main" id="{CE3B8E11-1E99-8E14-7DC2-2A5585E8FA2F}"/>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tx1"/>
                </a:solidFill>
              </a:defRPr>
            </a:lvl1pPr>
          </a:lstStyle>
          <a:p>
            <a:r>
              <a:rPr lang="en-US" dirty="0"/>
              <a:t>© </a:t>
            </a:r>
            <a:fld id="{0B6A5A95-B921-455D-B80B-6528757A9B15}" type="datetimeyyyy">
              <a:rPr lang="en-US" smtClean="0"/>
              <a:pPr/>
              <a:t>2024</a:t>
            </a:fld>
            <a:r>
              <a:rPr lang="en-US" dirty="0"/>
              <a:t> NTT DATA Business Solutions</a:t>
            </a:r>
          </a:p>
        </p:txBody>
      </p:sp>
      <p:sp>
        <p:nvSpPr>
          <p:cNvPr id="5" name="Slide Number Placeholder 5">
            <a:extLst>
              <a:ext uri="{FF2B5EF4-FFF2-40B4-BE49-F238E27FC236}">
                <a16:creationId xmlns:a16="http://schemas.microsoft.com/office/drawing/2014/main" id="{C894E80A-235B-AC62-CD2D-E4D54353CE6C}"/>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tx1"/>
                </a:solidFill>
              </a:defRPr>
            </a:lvl1pPr>
          </a:lstStyle>
          <a:p>
            <a:fld id="{13CE6DAF-806F-404B-BC68-339BFCB57E5C}" type="slidenum">
              <a:rPr lang="en-US" smtClean="0"/>
              <a:pPr/>
              <a:t>‹#›</a:t>
            </a:fld>
            <a:endParaRPr lang="en-US" dirty="0"/>
          </a:p>
        </p:txBody>
      </p:sp>
      <p:sp>
        <p:nvSpPr>
          <p:cNvPr id="14" name="Textplatzhalter 13">
            <a:extLst>
              <a:ext uri="{FF2B5EF4-FFF2-40B4-BE49-F238E27FC236}">
                <a16:creationId xmlns:a16="http://schemas.microsoft.com/office/drawing/2014/main" id="{AC42C376-0AFE-66AC-AD48-D7DF83D28D5E}"/>
              </a:ext>
            </a:extLst>
          </p:cNvPr>
          <p:cNvSpPr>
            <a:spLocks noGrp="1"/>
          </p:cNvSpPr>
          <p:nvPr>
            <p:ph type="body" sz="quarter" idx="16"/>
          </p:nvPr>
        </p:nvSpPr>
        <p:spPr bwMode="gray">
          <a:xfrm>
            <a:off x="371475" y="4378960"/>
            <a:ext cx="3657600" cy="18576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sp>
        <p:nvSpPr>
          <p:cNvPr id="15" name="Textplatzhalter 13">
            <a:extLst>
              <a:ext uri="{FF2B5EF4-FFF2-40B4-BE49-F238E27FC236}">
                <a16:creationId xmlns:a16="http://schemas.microsoft.com/office/drawing/2014/main" id="{697B4F67-9197-1F0C-06C1-2D7581F2472B}"/>
              </a:ext>
            </a:extLst>
          </p:cNvPr>
          <p:cNvSpPr>
            <a:spLocks noGrp="1"/>
          </p:cNvSpPr>
          <p:nvPr>
            <p:ph type="body" sz="quarter" idx="17"/>
          </p:nvPr>
        </p:nvSpPr>
        <p:spPr bwMode="gray">
          <a:xfrm>
            <a:off x="4267201" y="4378960"/>
            <a:ext cx="3657600" cy="18576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sp>
        <p:nvSpPr>
          <p:cNvPr id="16" name="Textplatzhalter 13">
            <a:extLst>
              <a:ext uri="{FF2B5EF4-FFF2-40B4-BE49-F238E27FC236}">
                <a16:creationId xmlns:a16="http://schemas.microsoft.com/office/drawing/2014/main" id="{3BAF9EDB-8398-EBF9-65E7-486218682E84}"/>
              </a:ext>
            </a:extLst>
          </p:cNvPr>
          <p:cNvSpPr>
            <a:spLocks noGrp="1"/>
          </p:cNvSpPr>
          <p:nvPr>
            <p:ph type="body" sz="quarter" idx="18"/>
          </p:nvPr>
        </p:nvSpPr>
        <p:spPr bwMode="gray">
          <a:xfrm>
            <a:off x="8162925" y="4378960"/>
            <a:ext cx="3657600" cy="185760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spTree>
    <p:extLst>
      <p:ext uri="{BB962C8B-B14F-4D97-AF65-F5344CB8AC3E}">
        <p14:creationId xmlns:p14="http://schemas.microsoft.com/office/powerpoint/2010/main" val="3404558505"/>
      </p:ext>
    </p:extLst>
  </p:cSld>
  <p:clrMapOvr>
    <a:masterClrMapping/>
  </p:clrMapOvr>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_Picture Collection Dark">
    <p:bg bwMode="gray">
      <p:bgPr>
        <a:solidFill>
          <a:schemeClr val="bg1"/>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FBA9505-91C7-B9FF-4651-787D86C3BED1}"/>
              </a:ext>
            </a:extLst>
          </p:cNvPr>
          <p:cNvSpPr txBox="1"/>
          <p:nvPr userDrawn="1"/>
        </p:nvSpPr>
        <p:spPr bwMode="gray">
          <a:xfrm>
            <a:off x="3685309" y="-803564"/>
            <a:ext cx="0" cy="0"/>
          </a:xfrm>
          <a:prstGeom prst="rect">
            <a:avLst/>
          </a:prstGeom>
          <a:noFill/>
        </p:spPr>
        <p:txBody>
          <a:bodyPr wrap="none" rtlCol="0">
            <a:noAutofit/>
          </a:bodyPr>
          <a:lstStyle/>
          <a:p>
            <a:pPr algn="l"/>
            <a:endParaRPr lang="en-US" dirty="0">
              <a:solidFill>
                <a:srgbClr val="FFFFFF"/>
              </a:solidFill>
            </a:endParaRPr>
          </a:p>
        </p:txBody>
      </p:sp>
      <p:sp>
        <p:nvSpPr>
          <p:cNvPr id="8" name="Footer Placeholder 4">
            <a:extLst>
              <a:ext uri="{FF2B5EF4-FFF2-40B4-BE49-F238E27FC236}">
                <a16:creationId xmlns:a16="http://schemas.microsoft.com/office/drawing/2014/main" id="{59C35B40-A84A-00D6-5FD3-6FD80F61E86D}"/>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tx1"/>
                </a:solidFill>
              </a:defRPr>
            </a:lvl1pPr>
          </a:lstStyle>
          <a:p>
            <a:r>
              <a:rPr lang="en-US" dirty="0"/>
              <a:t>© </a:t>
            </a:r>
            <a:fld id="{D5E2ACA5-37E6-4AC5-8853-C5E4A1E0FC77}" type="datetimeyyyy">
              <a:rPr lang="en-US" smtClean="0"/>
              <a:pPr/>
              <a:t>2024</a:t>
            </a:fld>
            <a:r>
              <a:rPr lang="en-US" dirty="0"/>
              <a:t> NTT DATA Business Solutions</a:t>
            </a:r>
          </a:p>
        </p:txBody>
      </p:sp>
      <p:sp>
        <p:nvSpPr>
          <p:cNvPr id="9" name="Slide Number Placeholder 5">
            <a:extLst>
              <a:ext uri="{FF2B5EF4-FFF2-40B4-BE49-F238E27FC236}">
                <a16:creationId xmlns:a16="http://schemas.microsoft.com/office/drawing/2014/main" id="{BFC1EFC3-6CA1-181A-9D7F-24D4581B2107}"/>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tx1"/>
                </a:solidFill>
              </a:defRPr>
            </a:lvl1pPr>
          </a:lstStyle>
          <a:p>
            <a:fld id="{13CE6DAF-806F-404B-BC68-339BFCB57E5C}" type="slidenum">
              <a:rPr lang="en-US" smtClean="0"/>
              <a:pPr/>
              <a:t>‹#›</a:t>
            </a:fld>
            <a:endParaRPr lang="en-US" dirty="0"/>
          </a:p>
        </p:txBody>
      </p:sp>
      <p:sp>
        <p:nvSpPr>
          <p:cNvPr id="20" name="Picture Placeholder 25">
            <a:extLst>
              <a:ext uri="{FF2B5EF4-FFF2-40B4-BE49-F238E27FC236}">
                <a16:creationId xmlns:a16="http://schemas.microsoft.com/office/drawing/2014/main" id="{0C8FF3E1-7296-5F16-4A05-46FE6C63B735}"/>
              </a:ext>
              <a:ext uri="{C183D7F6-B498-43B3-948B-1728B52AA6E4}">
                <adec:decorative xmlns:adec="http://schemas.microsoft.com/office/drawing/2017/decorative" val="1"/>
              </a:ext>
            </a:extLst>
          </p:cNvPr>
          <p:cNvSpPr>
            <a:spLocks noGrp="1"/>
          </p:cNvSpPr>
          <p:nvPr>
            <p:ph type="pic" sz="quarter" idx="22" hasCustomPrompt="1"/>
          </p:nvPr>
        </p:nvSpPr>
        <p:spPr bwMode="gray">
          <a:xfrm>
            <a:off x="3884852" y="3987605"/>
            <a:ext cx="5371357" cy="2249683"/>
          </a:xfrm>
          <a:prstGeom prst="roundRect">
            <a:avLst>
              <a:gd name="adj" fmla="val 0"/>
            </a:avLst>
          </a:prstGeom>
          <a:solidFill>
            <a:schemeClr val="bg2"/>
          </a:solidFill>
          <a:ln w="3175" cmpd="sng">
            <a:noFill/>
          </a:ln>
          <a:effectLst/>
        </p:spPr>
        <p:txBody>
          <a:bodyPr vert="horz" lIns="91440" tIns="45720" rIns="91440" bIns="45720" rtlCol="0" anchor="ctr" anchorCtr="0">
            <a:normAutofit/>
          </a:bodyPr>
          <a:lstStyle>
            <a:lvl1pPr marL="0" indent="0" algn="ctr" defTabSz="1219170" rtl="0" eaLnBrk="1" latinLnBrk="0" hangingPunct="1">
              <a:lnSpc>
                <a:spcPct val="95000"/>
              </a:lnSpc>
              <a:spcBef>
                <a:spcPts val="1920"/>
              </a:spcBef>
              <a:buClr>
                <a:srgbClr val="92D050"/>
              </a:buClr>
              <a:buSzPct val="90000"/>
              <a:buFont typeface="Arial" pitchFamily="34" charset="0"/>
              <a:buNone/>
              <a:tabLst/>
              <a:defRPr lang="en-US" sz="2667" kern="1200" dirty="0">
                <a:solidFill>
                  <a:schemeClr val="tx1"/>
                </a:solidFill>
                <a:latin typeface="+mn-lt"/>
                <a:ea typeface="+mn-ea"/>
                <a:cs typeface="+mn-cs"/>
              </a:defRPr>
            </a:lvl1pPr>
          </a:lstStyle>
          <a:p>
            <a:r>
              <a:rPr lang="en-US" dirty="0"/>
              <a:t>Insert photo here</a:t>
            </a:r>
          </a:p>
        </p:txBody>
      </p:sp>
      <p:sp>
        <p:nvSpPr>
          <p:cNvPr id="23" name="Rounded Rectangle 12">
            <a:extLst>
              <a:ext uri="{FF2B5EF4-FFF2-40B4-BE49-F238E27FC236}">
                <a16:creationId xmlns:a16="http://schemas.microsoft.com/office/drawing/2014/main" id="{40AB8DA9-A69B-4E07-649F-D7F377939A43}"/>
              </a:ext>
              <a:ext uri="{C183D7F6-B498-43B3-948B-1728B52AA6E4}">
                <adec:decorative xmlns:adec="http://schemas.microsoft.com/office/drawing/2017/decorative" val="1"/>
              </a:ext>
            </a:extLst>
          </p:cNvPr>
          <p:cNvSpPr/>
          <p:nvPr userDrawn="1"/>
        </p:nvSpPr>
        <p:spPr bwMode="gray">
          <a:xfrm>
            <a:off x="9349318" y="2163386"/>
            <a:ext cx="2484125" cy="2675053"/>
          </a:xfrm>
          <a:prstGeom prst="roundRect">
            <a:avLst>
              <a:gd name="adj" fmla="val 0"/>
            </a:avLst>
          </a:prstGeom>
          <a:solidFill>
            <a:schemeClr val="bg1">
              <a:alpha val="3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tx1"/>
              </a:solidFill>
              <a:latin typeface="+mn-lt"/>
            </a:endParaRPr>
          </a:p>
        </p:txBody>
      </p:sp>
      <p:sp>
        <p:nvSpPr>
          <p:cNvPr id="27" name="Picture Placeholder 25">
            <a:extLst>
              <a:ext uri="{FF2B5EF4-FFF2-40B4-BE49-F238E27FC236}">
                <a16:creationId xmlns:a16="http://schemas.microsoft.com/office/drawing/2014/main" id="{FD37530F-3C4A-7D5E-92A7-0ECB53BEF791}"/>
              </a:ext>
              <a:ext uri="{C183D7F6-B498-43B3-948B-1728B52AA6E4}">
                <adec:decorative xmlns:adec="http://schemas.microsoft.com/office/drawing/2017/decorative" val="1"/>
              </a:ext>
            </a:extLst>
          </p:cNvPr>
          <p:cNvSpPr>
            <a:spLocks noGrp="1"/>
          </p:cNvSpPr>
          <p:nvPr>
            <p:ph type="pic" sz="quarter" idx="10" hasCustomPrompt="1"/>
          </p:nvPr>
        </p:nvSpPr>
        <p:spPr bwMode="gray">
          <a:xfrm>
            <a:off x="371475" y="333373"/>
            <a:ext cx="4419959" cy="3547536"/>
          </a:xfrm>
          <a:prstGeom prst="roundRect">
            <a:avLst>
              <a:gd name="adj" fmla="val 0"/>
            </a:avLst>
          </a:prstGeom>
          <a:solidFill>
            <a:schemeClr val="bg2"/>
          </a:solidFill>
          <a:ln>
            <a:noFill/>
          </a:ln>
          <a:effectLst/>
        </p:spPr>
        <p:txBody>
          <a:bodyPr vert="horz" lIns="91440" tIns="45720" rIns="91440" bIns="45720" rtlCol="0" anchor="ctr" anchorCtr="0">
            <a:normAutofit/>
          </a:bodyPr>
          <a:lstStyle>
            <a:lvl1pPr marL="0" indent="0" algn="ctr" defTabSz="1219170" rtl="0" eaLnBrk="1" latinLnBrk="0" hangingPunct="1">
              <a:lnSpc>
                <a:spcPct val="100000"/>
              </a:lnSpc>
              <a:spcBef>
                <a:spcPts val="1920"/>
              </a:spcBef>
              <a:buClr>
                <a:srgbClr val="92D050"/>
              </a:buClr>
              <a:buSzPct val="90000"/>
              <a:buFont typeface="Arial" pitchFamily="34" charset="0"/>
              <a:buNone/>
              <a:tabLst/>
              <a:defRPr lang="en-US" sz="2667" kern="1200" dirty="0">
                <a:solidFill>
                  <a:schemeClr val="tx1"/>
                </a:solidFill>
                <a:latin typeface="+mn-lt"/>
                <a:ea typeface="+mn-ea"/>
                <a:cs typeface="+mn-cs"/>
              </a:defRPr>
            </a:lvl1pPr>
          </a:lstStyle>
          <a:p>
            <a:r>
              <a:rPr lang="en-US" dirty="0"/>
              <a:t>Insert photo here</a:t>
            </a:r>
          </a:p>
        </p:txBody>
      </p:sp>
      <p:sp>
        <p:nvSpPr>
          <p:cNvPr id="30" name="Picture Placeholder 25">
            <a:extLst>
              <a:ext uri="{FF2B5EF4-FFF2-40B4-BE49-F238E27FC236}">
                <a16:creationId xmlns:a16="http://schemas.microsoft.com/office/drawing/2014/main" id="{E9885110-503F-60E9-B051-6A81233C1D93}"/>
              </a:ext>
              <a:ext uri="{C183D7F6-B498-43B3-948B-1728B52AA6E4}">
                <adec:decorative xmlns:adec="http://schemas.microsoft.com/office/drawing/2017/decorative" val="1"/>
              </a:ext>
            </a:extLst>
          </p:cNvPr>
          <p:cNvSpPr>
            <a:spLocks noGrp="1"/>
          </p:cNvSpPr>
          <p:nvPr>
            <p:ph type="pic" sz="quarter" idx="15" hasCustomPrompt="1"/>
          </p:nvPr>
        </p:nvSpPr>
        <p:spPr bwMode="gray">
          <a:xfrm>
            <a:off x="9349318" y="2140170"/>
            <a:ext cx="2448000" cy="2680693"/>
          </a:xfrm>
          <a:prstGeom prst="roundRect">
            <a:avLst>
              <a:gd name="adj" fmla="val 0"/>
            </a:avLst>
          </a:prstGeom>
          <a:solidFill>
            <a:schemeClr val="bg2"/>
          </a:solidFill>
          <a:ln w="3175" cmpd="sng">
            <a:noFill/>
          </a:ln>
          <a:effectLst/>
        </p:spPr>
        <p:txBody>
          <a:bodyPr vert="horz" lIns="91440" tIns="45720" rIns="91440" bIns="45720" rtlCol="0" anchor="ctr" anchorCtr="0">
            <a:normAutofit/>
          </a:bodyPr>
          <a:lstStyle>
            <a:lvl1pPr marL="0" indent="0" algn="ctr" defTabSz="1219170" rtl="0" eaLnBrk="1" latinLnBrk="0" hangingPunct="1">
              <a:lnSpc>
                <a:spcPct val="100000"/>
              </a:lnSpc>
              <a:spcBef>
                <a:spcPts val="1920"/>
              </a:spcBef>
              <a:buClr>
                <a:srgbClr val="92D050"/>
              </a:buClr>
              <a:buSzPct val="90000"/>
              <a:buFont typeface="Arial" pitchFamily="34" charset="0"/>
              <a:buNone/>
              <a:tabLst/>
              <a:defRPr lang="en-US" sz="2667" kern="1200" dirty="0">
                <a:solidFill>
                  <a:schemeClr val="tx1"/>
                </a:solidFill>
                <a:latin typeface="+mn-lt"/>
                <a:ea typeface="+mn-ea"/>
                <a:cs typeface="+mn-cs"/>
              </a:defRPr>
            </a:lvl1pPr>
          </a:lstStyle>
          <a:p>
            <a:r>
              <a:rPr lang="en-US" dirty="0"/>
              <a:t>Insert photo here</a:t>
            </a:r>
          </a:p>
        </p:txBody>
      </p:sp>
      <p:sp>
        <p:nvSpPr>
          <p:cNvPr id="31" name="Text Placeholder 4">
            <a:extLst>
              <a:ext uri="{FF2B5EF4-FFF2-40B4-BE49-F238E27FC236}">
                <a16:creationId xmlns:a16="http://schemas.microsoft.com/office/drawing/2014/main" id="{C71208CF-104A-8CA6-560F-DD8F1E42F180}"/>
              </a:ext>
            </a:extLst>
          </p:cNvPr>
          <p:cNvSpPr>
            <a:spLocks noGrp="1"/>
          </p:cNvSpPr>
          <p:nvPr>
            <p:ph type="body" sz="quarter" idx="23" hasCustomPrompt="1"/>
          </p:nvPr>
        </p:nvSpPr>
        <p:spPr bwMode="gray">
          <a:xfrm>
            <a:off x="371475" y="2422522"/>
            <a:ext cx="4419959" cy="1458387"/>
          </a:xfrm>
          <a:prstGeom prst="roundRect">
            <a:avLst>
              <a:gd name="adj" fmla="val 0"/>
            </a:avLst>
          </a:prstGeom>
          <a:noFill/>
          <a:ln>
            <a:noFill/>
          </a:ln>
          <a:effectLst/>
        </p:spPr>
        <p:txBody>
          <a:bodyPr anchor="t" anchorCtr="0"/>
          <a:lstStyle>
            <a:lvl1pPr algn="ctr">
              <a:lnSpc>
                <a:spcPct val="100000"/>
              </a:lnSpc>
              <a:defRPr sz="2133">
                <a:solidFill>
                  <a:schemeClr val="tx1"/>
                </a:solidFill>
                <a:latin typeface="+mn-lt"/>
                <a:cs typeface="Arial"/>
              </a:defRPr>
            </a:lvl1pPr>
            <a:lvl2pPr algn="l">
              <a:defRPr>
                <a:solidFill>
                  <a:schemeClr val="bg1"/>
                </a:solidFill>
              </a:defRPr>
            </a:lvl2pPr>
            <a:lvl3pPr algn="l">
              <a:defRPr>
                <a:solidFill>
                  <a:schemeClr val="bg1"/>
                </a:solidFill>
              </a:defRPr>
            </a:lvl3pPr>
            <a:lvl4pPr algn="ctr">
              <a:defRPr>
                <a:solidFill>
                  <a:schemeClr val="bg1"/>
                </a:solidFill>
              </a:defRPr>
            </a:lvl4pPr>
            <a:lvl5pPr algn="ctr">
              <a:defRPr>
                <a:solidFill>
                  <a:schemeClr val="bg1"/>
                </a:solidFill>
              </a:defRPr>
            </a:lvl5pPr>
          </a:lstStyle>
          <a:p>
            <a:pPr lvl="0"/>
            <a:r>
              <a:rPr lang="en-US" altLang="ja-JP" dirty="0"/>
              <a:t>Click to edit Master text styles</a:t>
            </a:r>
          </a:p>
        </p:txBody>
      </p:sp>
      <p:sp>
        <p:nvSpPr>
          <p:cNvPr id="32" name="Text Placeholder 4">
            <a:extLst>
              <a:ext uri="{FF2B5EF4-FFF2-40B4-BE49-F238E27FC236}">
                <a16:creationId xmlns:a16="http://schemas.microsoft.com/office/drawing/2014/main" id="{3DC9B537-F308-5D0A-0ADB-686C85DB162E}"/>
              </a:ext>
            </a:extLst>
          </p:cNvPr>
          <p:cNvSpPr>
            <a:spLocks noGrp="1"/>
          </p:cNvSpPr>
          <p:nvPr>
            <p:ph type="body" sz="quarter" idx="17" hasCustomPrompt="1"/>
          </p:nvPr>
        </p:nvSpPr>
        <p:spPr bwMode="gray">
          <a:xfrm>
            <a:off x="4884544" y="333375"/>
            <a:ext cx="4371666" cy="3555695"/>
          </a:xfrm>
          <a:prstGeom prst="roundRect">
            <a:avLst>
              <a:gd name="adj" fmla="val 0"/>
            </a:avLst>
          </a:prstGeom>
          <a:solidFill>
            <a:schemeClr val="bg1"/>
          </a:solidFill>
          <a:ln>
            <a:noFill/>
          </a:ln>
          <a:effectLst/>
        </p:spPr>
        <p:txBody>
          <a:bodyPr lIns="108000" anchor="ctr"/>
          <a:lstStyle>
            <a:lvl1pPr marL="0" indent="0" algn="l">
              <a:lnSpc>
                <a:spcPct val="100000"/>
              </a:lnSpc>
              <a:tabLst/>
              <a:defRPr sz="3200" b="1">
                <a:solidFill>
                  <a:schemeClr val="tx1"/>
                </a:solidFill>
                <a:effectLst/>
                <a:latin typeface="+mn-lt"/>
                <a:cs typeface="Arial"/>
              </a:defRPr>
            </a:lvl1pPr>
            <a:lvl2pPr marL="0" indent="0" algn="l">
              <a:lnSpc>
                <a:spcPct val="100000"/>
              </a:lnSpc>
              <a:defRPr>
                <a:solidFill>
                  <a:schemeClr val="tx1"/>
                </a:solidFill>
                <a:effectLst/>
                <a:latin typeface="+mn-lt"/>
                <a:cs typeface="Arial"/>
              </a:defRPr>
            </a:lvl2pPr>
            <a:lvl3pPr algn="l">
              <a:defRPr>
                <a:solidFill>
                  <a:schemeClr val="bg1"/>
                </a:solidFill>
              </a:defRPr>
            </a:lvl3pPr>
            <a:lvl4pPr algn="ctr">
              <a:defRPr>
                <a:solidFill>
                  <a:schemeClr val="bg1"/>
                </a:solidFill>
              </a:defRPr>
            </a:lvl4pPr>
            <a:lvl5pPr algn="ctr">
              <a:defRPr>
                <a:solidFill>
                  <a:schemeClr val="bg1"/>
                </a:solidFill>
              </a:defRPr>
            </a:lvl5pPr>
          </a:lstStyle>
          <a:p>
            <a:pPr lvl="0"/>
            <a:r>
              <a:rPr lang="en-US" altLang="ja-JP" dirty="0"/>
              <a:t>Click to edit Master text styles</a:t>
            </a:r>
          </a:p>
          <a:p>
            <a:pPr lvl="1"/>
            <a:r>
              <a:rPr lang="en-US" altLang="ja-JP" dirty="0"/>
              <a:t>Second level</a:t>
            </a:r>
          </a:p>
        </p:txBody>
      </p:sp>
      <p:sp>
        <p:nvSpPr>
          <p:cNvPr id="33" name="Text Placeholder 4">
            <a:extLst>
              <a:ext uri="{FF2B5EF4-FFF2-40B4-BE49-F238E27FC236}">
                <a16:creationId xmlns:a16="http://schemas.microsoft.com/office/drawing/2014/main" id="{43A55220-973F-D77F-0512-928E00FD23A5}"/>
              </a:ext>
            </a:extLst>
          </p:cNvPr>
          <p:cNvSpPr>
            <a:spLocks noGrp="1"/>
          </p:cNvSpPr>
          <p:nvPr>
            <p:ph type="body" sz="quarter" idx="14" hasCustomPrompt="1"/>
          </p:nvPr>
        </p:nvSpPr>
        <p:spPr bwMode="gray">
          <a:xfrm>
            <a:off x="9359747" y="333375"/>
            <a:ext cx="2448000" cy="1700963"/>
          </a:xfrm>
          <a:prstGeom prst="roundRect">
            <a:avLst>
              <a:gd name="adj" fmla="val 0"/>
            </a:avLst>
          </a:prstGeom>
          <a:solidFill>
            <a:schemeClr val="accent6"/>
          </a:solidFill>
          <a:ln>
            <a:noFill/>
          </a:ln>
          <a:effectLst/>
        </p:spPr>
        <p:txBody>
          <a:bodyPr anchor="ctr"/>
          <a:lstStyle>
            <a:lvl1pPr algn="ctr">
              <a:lnSpc>
                <a:spcPct val="100000"/>
              </a:lnSpc>
              <a:defRPr sz="2133">
                <a:solidFill>
                  <a:schemeClr val="tx1"/>
                </a:solidFill>
                <a:latin typeface="+mn-lt"/>
                <a:cs typeface="Arial"/>
              </a:defRPr>
            </a:lvl1pPr>
            <a:lvl2pPr algn="l">
              <a:defRPr>
                <a:solidFill>
                  <a:schemeClr val="bg1"/>
                </a:solidFill>
              </a:defRPr>
            </a:lvl2pPr>
            <a:lvl3pPr algn="l">
              <a:defRPr>
                <a:solidFill>
                  <a:schemeClr val="bg1"/>
                </a:solidFill>
              </a:defRPr>
            </a:lvl3pPr>
            <a:lvl4pPr algn="ctr">
              <a:defRPr>
                <a:solidFill>
                  <a:schemeClr val="bg1"/>
                </a:solidFill>
              </a:defRPr>
            </a:lvl4pPr>
            <a:lvl5pPr algn="ctr">
              <a:defRPr>
                <a:solidFill>
                  <a:schemeClr val="bg1"/>
                </a:solidFill>
              </a:defRPr>
            </a:lvl5pPr>
          </a:lstStyle>
          <a:p>
            <a:pPr lvl="0"/>
            <a:r>
              <a:rPr lang="en-US" altLang="ja-JP" dirty="0"/>
              <a:t>Click to edit Master text styles</a:t>
            </a:r>
          </a:p>
        </p:txBody>
      </p:sp>
      <p:sp>
        <p:nvSpPr>
          <p:cNvPr id="34" name="Text Placeholder 4">
            <a:extLst>
              <a:ext uri="{FF2B5EF4-FFF2-40B4-BE49-F238E27FC236}">
                <a16:creationId xmlns:a16="http://schemas.microsoft.com/office/drawing/2014/main" id="{C8D66836-BE4C-186F-91EC-6185CD7DBB8F}"/>
              </a:ext>
            </a:extLst>
          </p:cNvPr>
          <p:cNvSpPr>
            <a:spLocks noGrp="1"/>
          </p:cNvSpPr>
          <p:nvPr>
            <p:ph type="body" sz="quarter" idx="21" hasCustomPrompt="1"/>
          </p:nvPr>
        </p:nvSpPr>
        <p:spPr bwMode="gray">
          <a:xfrm>
            <a:off x="9349318" y="3744196"/>
            <a:ext cx="2448000" cy="1076667"/>
          </a:xfrm>
          <a:prstGeom prst="roundRect">
            <a:avLst>
              <a:gd name="adj" fmla="val 0"/>
            </a:avLst>
          </a:prstGeom>
          <a:noFill/>
          <a:ln>
            <a:noFill/>
          </a:ln>
          <a:effectLst/>
        </p:spPr>
        <p:txBody>
          <a:bodyPr anchor="t" anchorCtr="0"/>
          <a:lstStyle>
            <a:lvl1pPr algn="ctr">
              <a:defRPr sz="2133">
                <a:solidFill>
                  <a:schemeClr val="tx1"/>
                </a:solidFill>
                <a:latin typeface="+mn-lt"/>
                <a:cs typeface="Arial"/>
              </a:defRPr>
            </a:lvl1pPr>
            <a:lvl2pPr algn="l">
              <a:defRPr>
                <a:solidFill>
                  <a:schemeClr val="bg1"/>
                </a:solidFill>
              </a:defRPr>
            </a:lvl2pPr>
            <a:lvl3pPr algn="l">
              <a:defRPr>
                <a:solidFill>
                  <a:schemeClr val="bg1"/>
                </a:solidFill>
              </a:defRPr>
            </a:lvl3pPr>
            <a:lvl4pPr algn="ctr">
              <a:defRPr>
                <a:solidFill>
                  <a:schemeClr val="bg1"/>
                </a:solidFill>
              </a:defRPr>
            </a:lvl4pPr>
            <a:lvl5pPr algn="ctr">
              <a:defRPr>
                <a:solidFill>
                  <a:schemeClr val="bg1"/>
                </a:solidFill>
              </a:defRPr>
            </a:lvl5pPr>
          </a:lstStyle>
          <a:p>
            <a:pPr lvl="0"/>
            <a:r>
              <a:rPr lang="en-US" altLang="ja-JP" dirty="0"/>
              <a:t>Click to edit Master text styles</a:t>
            </a:r>
          </a:p>
        </p:txBody>
      </p:sp>
      <p:sp>
        <p:nvSpPr>
          <p:cNvPr id="35" name="Text Placeholder 4">
            <a:extLst>
              <a:ext uri="{FF2B5EF4-FFF2-40B4-BE49-F238E27FC236}">
                <a16:creationId xmlns:a16="http://schemas.microsoft.com/office/drawing/2014/main" id="{BF07220C-71BF-2AC7-BDED-7C252C625877}"/>
              </a:ext>
            </a:extLst>
          </p:cNvPr>
          <p:cNvSpPr>
            <a:spLocks noGrp="1"/>
          </p:cNvSpPr>
          <p:nvPr>
            <p:ph type="body" sz="quarter" idx="13" hasCustomPrompt="1"/>
          </p:nvPr>
        </p:nvSpPr>
        <p:spPr bwMode="gray">
          <a:xfrm>
            <a:off x="371475" y="3987606"/>
            <a:ext cx="3420269" cy="2249682"/>
          </a:xfrm>
          <a:prstGeom prst="roundRect">
            <a:avLst>
              <a:gd name="adj" fmla="val 0"/>
            </a:avLst>
          </a:prstGeom>
          <a:solidFill>
            <a:schemeClr val="accent6"/>
          </a:solidFill>
          <a:ln>
            <a:noFill/>
          </a:ln>
          <a:effectLst/>
        </p:spPr>
        <p:txBody>
          <a:bodyPr lIns="108000" anchor="ctr"/>
          <a:lstStyle>
            <a:lvl1pPr algn="l">
              <a:lnSpc>
                <a:spcPct val="100000"/>
              </a:lnSpc>
              <a:defRPr sz="2667" b="1">
                <a:solidFill>
                  <a:schemeClr val="tx1"/>
                </a:solidFill>
                <a:latin typeface="+mn-lt"/>
                <a:cs typeface="Arial"/>
              </a:defRPr>
            </a:lvl1pPr>
            <a:lvl2pPr algn="l">
              <a:defRPr>
                <a:solidFill>
                  <a:schemeClr val="tx2"/>
                </a:solidFill>
              </a:defRPr>
            </a:lvl2pPr>
            <a:lvl3pPr algn="l">
              <a:defRPr>
                <a:solidFill>
                  <a:schemeClr val="tx2"/>
                </a:solidFill>
              </a:defRPr>
            </a:lvl3pPr>
            <a:lvl4pPr algn="ctr">
              <a:defRPr>
                <a:solidFill>
                  <a:schemeClr val="bg1"/>
                </a:solidFill>
              </a:defRPr>
            </a:lvl4pPr>
            <a:lvl5pPr algn="ctr">
              <a:defRPr>
                <a:solidFill>
                  <a:schemeClr val="bg1"/>
                </a:solidFill>
              </a:defRPr>
            </a:lvl5pPr>
          </a:lstStyle>
          <a:p>
            <a:pPr lvl="0"/>
            <a:r>
              <a:rPr lang="en-US" altLang="ja-JP" dirty="0"/>
              <a:t>Click to edit Master text styles</a:t>
            </a:r>
          </a:p>
        </p:txBody>
      </p:sp>
      <p:sp>
        <p:nvSpPr>
          <p:cNvPr id="36" name="Text Placeholder 4">
            <a:extLst>
              <a:ext uri="{FF2B5EF4-FFF2-40B4-BE49-F238E27FC236}">
                <a16:creationId xmlns:a16="http://schemas.microsoft.com/office/drawing/2014/main" id="{8B870FE4-EEFB-FE24-2C58-DE2A16E0E9A1}"/>
              </a:ext>
            </a:extLst>
          </p:cNvPr>
          <p:cNvSpPr>
            <a:spLocks noGrp="1"/>
          </p:cNvSpPr>
          <p:nvPr>
            <p:ph type="body" sz="quarter" idx="20" hasCustomPrompt="1"/>
          </p:nvPr>
        </p:nvSpPr>
        <p:spPr bwMode="gray">
          <a:xfrm>
            <a:off x="3884852" y="5399590"/>
            <a:ext cx="5371200" cy="837698"/>
          </a:xfrm>
          <a:prstGeom prst="roundRect">
            <a:avLst>
              <a:gd name="adj" fmla="val 0"/>
            </a:avLst>
          </a:prstGeom>
          <a:noFill/>
          <a:ln>
            <a:noFill/>
          </a:ln>
          <a:effectLst/>
        </p:spPr>
        <p:txBody>
          <a:bodyPr anchor="t" anchorCtr="0"/>
          <a:lstStyle>
            <a:lvl1pPr algn="ctr">
              <a:lnSpc>
                <a:spcPct val="100000"/>
              </a:lnSpc>
              <a:defRPr sz="2133">
                <a:solidFill>
                  <a:schemeClr val="tx1"/>
                </a:solidFill>
                <a:latin typeface="+mn-lt"/>
                <a:cs typeface="Arial"/>
              </a:defRPr>
            </a:lvl1pPr>
            <a:lvl2pPr algn="l">
              <a:defRPr>
                <a:solidFill>
                  <a:schemeClr val="bg1"/>
                </a:solidFill>
              </a:defRPr>
            </a:lvl2pPr>
            <a:lvl3pPr algn="l">
              <a:defRPr>
                <a:solidFill>
                  <a:schemeClr val="bg1"/>
                </a:solidFill>
              </a:defRPr>
            </a:lvl3pPr>
            <a:lvl4pPr algn="ctr">
              <a:defRPr>
                <a:solidFill>
                  <a:schemeClr val="bg1"/>
                </a:solidFill>
              </a:defRPr>
            </a:lvl4pPr>
            <a:lvl5pPr algn="ctr">
              <a:defRPr>
                <a:solidFill>
                  <a:schemeClr val="bg1"/>
                </a:solidFill>
              </a:defRPr>
            </a:lvl5pPr>
          </a:lstStyle>
          <a:p>
            <a:pPr lvl="0"/>
            <a:r>
              <a:rPr lang="en-US" altLang="ja-JP" dirty="0"/>
              <a:t>Click to edit Master text styles</a:t>
            </a:r>
          </a:p>
        </p:txBody>
      </p:sp>
      <p:sp>
        <p:nvSpPr>
          <p:cNvPr id="37" name="Text Placeholder 4">
            <a:extLst>
              <a:ext uri="{FF2B5EF4-FFF2-40B4-BE49-F238E27FC236}">
                <a16:creationId xmlns:a16="http://schemas.microsoft.com/office/drawing/2014/main" id="{D6DDC3D0-182E-7130-0E50-6B1AB5C1DE01}"/>
              </a:ext>
            </a:extLst>
          </p:cNvPr>
          <p:cNvSpPr>
            <a:spLocks noGrp="1"/>
          </p:cNvSpPr>
          <p:nvPr>
            <p:ph type="body" sz="quarter" idx="19" hasCustomPrompt="1"/>
          </p:nvPr>
        </p:nvSpPr>
        <p:spPr bwMode="gray">
          <a:xfrm>
            <a:off x="9349318" y="4926695"/>
            <a:ext cx="2448000" cy="1310593"/>
          </a:xfrm>
          <a:prstGeom prst="roundRect">
            <a:avLst>
              <a:gd name="adj" fmla="val 0"/>
            </a:avLst>
          </a:prstGeom>
          <a:solidFill>
            <a:schemeClr val="accent1"/>
          </a:solidFill>
          <a:ln>
            <a:noFill/>
          </a:ln>
          <a:effectLst/>
        </p:spPr>
        <p:txBody>
          <a:bodyPr anchor="ctr"/>
          <a:lstStyle>
            <a:lvl1pPr algn="ctr">
              <a:lnSpc>
                <a:spcPct val="100000"/>
              </a:lnSpc>
              <a:defRPr sz="2133">
                <a:solidFill>
                  <a:schemeClr val="tx1"/>
                </a:solidFill>
                <a:latin typeface="+mn-lt"/>
                <a:cs typeface="Arial"/>
              </a:defRPr>
            </a:lvl1pPr>
            <a:lvl2pPr algn="l">
              <a:defRPr>
                <a:solidFill>
                  <a:schemeClr val="bg1"/>
                </a:solidFill>
              </a:defRPr>
            </a:lvl2pPr>
            <a:lvl3pPr algn="l">
              <a:defRPr>
                <a:solidFill>
                  <a:schemeClr val="bg1"/>
                </a:solidFill>
              </a:defRPr>
            </a:lvl3pPr>
            <a:lvl4pPr algn="ctr">
              <a:defRPr>
                <a:solidFill>
                  <a:schemeClr val="bg1"/>
                </a:solidFill>
              </a:defRPr>
            </a:lvl4pPr>
            <a:lvl5pPr algn="ctr">
              <a:defRPr>
                <a:solidFill>
                  <a:schemeClr val="bg1"/>
                </a:solidFill>
              </a:defRPr>
            </a:lvl5pPr>
          </a:lstStyle>
          <a:p>
            <a:pPr lvl="0"/>
            <a:r>
              <a:rPr lang="en-US" altLang="ja-JP" dirty="0"/>
              <a:t>Click to edit Master text styles</a:t>
            </a:r>
          </a:p>
        </p:txBody>
      </p:sp>
    </p:spTree>
    <p:extLst>
      <p:ext uri="{BB962C8B-B14F-4D97-AF65-F5344CB8AC3E}">
        <p14:creationId xmlns:p14="http://schemas.microsoft.com/office/powerpoint/2010/main" val="302104171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D_Contact_1">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0C3BB7C-B4A7-41A4-8C5A-903570B6070B}"/>
              </a:ext>
            </a:extLst>
          </p:cNvPr>
          <p:cNvSpPr>
            <a:spLocks noGrp="1"/>
          </p:cNvSpPr>
          <p:nvPr>
            <p:ph type="title" hasCustomPrompt="1"/>
          </p:nvPr>
        </p:nvSpPr>
        <p:spPr bwMode="gray"/>
        <p:txBody>
          <a:bodyPr vert="horz"/>
          <a:lstStyle/>
          <a:p>
            <a:r>
              <a:rPr lang="en-US" dirty="0"/>
              <a:t>Click to edit Master title style</a:t>
            </a:r>
          </a:p>
        </p:txBody>
      </p:sp>
      <p:sp>
        <p:nvSpPr>
          <p:cNvPr id="10" name="Footer Placeholder 4">
            <a:extLst>
              <a:ext uri="{FF2B5EF4-FFF2-40B4-BE49-F238E27FC236}">
                <a16:creationId xmlns:a16="http://schemas.microsoft.com/office/drawing/2014/main" id="{A9C53063-1F58-BE27-2E94-7E00DE772613}"/>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tx1"/>
                </a:solidFill>
              </a:defRPr>
            </a:lvl1pPr>
          </a:lstStyle>
          <a:p>
            <a:r>
              <a:rPr lang="en-US" dirty="0"/>
              <a:t>© </a:t>
            </a:r>
            <a:fld id="{28B5FB0A-DD38-445A-AA68-C027D13E2319}" type="datetimeyyyy">
              <a:rPr lang="en-US" smtClean="0"/>
              <a:pPr/>
              <a:t>2024</a:t>
            </a:fld>
            <a:r>
              <a:rPr lang="en-US" dirty="0"/>
              <a:t> NTT DATA Business Solutions</a:t>
            </a:r>
          </a:p>
        </p:txBody>
      </p:sp>
      <p:sp>
        <p:nvSpPr>
          <p:cNvPr id="11" name="Slide Number Placeholder 5">
            <a:extLst>
              <a:ext uri="{FF2B5EF4-FFF2-40B4-BE49-F238E27FC236}">
                <a16:creationId xmlns:a16="http://schemas.microsoft.com/office/drawing/2014/main" id="{AF1EE05E-1EF3-FA88-09CC-87DB6B58184B}"/>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tx1"/>
                </a:solidFill>
              </a:defRPr>
            </a:lvl1pPr>
          </a:lstStyle>
          <a:p>
            <a:fld id="{13CE6DAF-806F-404B-BC68-339BFCB57E5C}" type="slidenum">
              <a:rPr lang="en-US" smtClean="0"/>
              <a:pPr/>
              <a:t>‹#›</a:t>
            </a:fld>
            <a:endParaRPr lang="en-US" dirty="0"/>
          </a:p>
        </p:txBody>
      </p:sp>
      <p:sp>
        <p:nvSpPr>
          <p:cNvPr id="2" name="Bild">
            <a:extLst>
              <a:ext uri="{FF2B5EF4-FFF2-40B4-BE49-F238E27FC236}">
                <a16:creationId xmlns:a16="http://schemas.microsoft.com/office/drawing/2014/main" id="{4CC7DCAF-B2CD-3B7D-E178-56F93103926F}"/>
              </a:ext>
            </a:extLst>
          </p:cNvPr>
          <p:cNvSpPr>
            <a:spLocks noGrp="1"/>
          </p:cNvSpPr>
          <p:nvPr>
            <p:ph type="pic" sz="quarter" idx="18"/>
          </p:nvPr>
        </p:nvSpPr>
        <p:spPr bwMode="gray">
          <a:xfrm>
            <a:off x="2267270" y="2011950"/>
            <a:ext cx="3488705" cy="3488400"/>
          </a:xfrm>
          <a:prstGeom prst="ellipse">
            <a:avLst/>
          </a:prstGeom>
          <a:solidFill>
            <a:schemeClr val="accent6"/>
          </a:solidFill>
        </p:spPr>
        <p:txBody>
          <a:bodyPr lIns="144000" tIns="144000" rIns="144000" bIns="144000"/>
          <a:lstStyle>
            <a:lvl1pPr marL="0" indent="0">
              <a:buNone/>
              <a:defRPr sz="1400"/>
            </a:lvl1pPr>
          </a:lstStyle>
          <a:p>
            <a:r>
              <a:rPr lang="de-DE" noProof="0" dirty="0"/>
              <a:t>Bild</a:t>
            </a:r>
          </a:p>
        </p:txBody>
      </p:sp>
      <p:sp>
        <p:nvSpPr>
          <p:cNvPr id="3" name="Textplatzhalter 19">
            <a:extLst>
              <a:ext uri="{FF2B5EF4-FFF2-40B4-BE49-F238E27FC236}">
                <a16:creationId xmlns:a16="http://schemas.microsoft.com/office/drawing/2014/main" id="{24EAD1E1-380A-9FAF-070A-DDDC45ECCA22}"/>
              </a:ext>
            </a:extLst>
          </p:cNvPr>
          <p:cNvSpPr>
            <a:spLocks noGrp="1"/>
          </p:cNvSpPr>
          <p:nvPr>
            <p:ph type="body" sz="quarter" idx="20" hasCustomPrompt="1"/>
          </p:nvPr>
        </p:nvSpPr>
        <p:spPr bwMode="gray">
          <a:xfrm>
            <a:off x="6426199" y="2972822"/>
            <a:ext cx="5394325" cy="256154"/>
          </a:xfrm>
        </p:spPr>
        <p:txBody>
          <a:bodyPr/>
          <a:lstStyle>
            <a:lvl1pPr marL="0" indent="0">
              <a:buNone/>
              <a:defRPr sz="2000">
                <a:solidFill>
                  <a:schemeClr val="tx1"/>
                </a:solidFill>
              </a:defRPr>
            </a:lvl1pPr>
          </a:lstStyle>
          <a:p>
            <a:pPr lvl="0"/>
            <a:r>
              <a:rPr lang="de-DE" dirty="0"/>
              <a:t>Position</a:t>
            </a:r>
          </a:p>
        </p:txBody>
      </p:sp>
      <p:sp>
        <p:nvSpPr>
          <p:cNvPr id="4" name="Textplatzhalter 19">
            <a:extLst>
              <a:ext uri="{FF2B5EF4-FFF2-40B4-BE49-F238E27FC236}">
                <a16:creationId xmlns:a16="http://schemas.microsoft.com/office/drawing/2014/main" id="{96E5AC2D-397D-E319-0AFC-6808ACE8774F}"/>
              </a:ext>
            </a:extLst>
          </p:cNvPr>
          <p:cNvSpPr>
            <a:spLocks noGrp="1"/>
          </p:cNvSpPr>
          <p:nvPr>
            <p:ph type="body" sz="quarter" idx="24" hasCustomPrompt="1"/>
          </p:nvPr>
        </p:nvSpPr>
        <p:spPr bwMode="gray">
          <a:xfrm>
            <a:off x="6426199" y="3246666"/>
            <a:ext cx="5394325" cy="256154"/>
          </a:xfrm>
        </p:spPr>
        <p:txBody>
          <a:bodyPr/>
          <a:lstStyle>
            <a:lvl1pPr marL="0" indent="0">
              <a:buNone/>
              <a:defRPr sz="2000">
                <a:solidFill>
                  <a:schemeClr val="tx1"/>
                </a:solidFill>
              </a:defRPr>
            </a:lvl1pPr>
          </a:lstStyle>
          <a:p>
            <a:pPr lvl="0"/>
            <a:r>
              <a:rPr lang="de-DE" dirty="0" err="1"/>
              <a:t>Section</a:t>
            </a:r>
            <a:endParaRPr lang="de-DE" dirty="0"/>
          </a:p>
        </p:txBody>
      </p:sp>
      <p:sp>
        <p:nvSpPr>
          <p:cNvPr id="5" name="Textplatzhalter 19">
            <a:extLst>
              <a:ext uri="{FF2B5EF4-FFF2-40B4-BE49-F238E27FC236}">
                <a16:creationId xmlns:a16="http://schemas.microsoft.com/office/drawing/2014/main" id="{602F9BFE-9706-DF6E-9360-FEE8A8D4CFAA}"/>
              </a:ext>
            </a:extLst>
          </p:cNvPr>
          <p:cNvSpPr>
            <a:spLocks noGrp="1"/>
          </p:cNvSpPr>
          <p:nvPr>
            <p:ph type="body" sz="quarter" idx="25" hasCustomPrompt="1"/>
          </p:nvPr>
        </p:nvSpPr>
        <p:spPr bwMode="gray">
          <a:xfrm>
            <a:off x="6426199" y="2589435"/>
            <a:ext cx="5394325" cy="368078"/>
          </a:xfrm>
        </p:spPr>
        <p:txBody>
          <a:bodyPr/>
          <a:lstStyle>
            <a:lvl1pPr marL="0" indent="0">
              <a:buNone/>
              <a:defRPr sz="2800" b="1">
                <a:solidFill>
                  <a:schemeClr val="accent1"/>
                </a:solidFill>
                <a:latin typeface="+mn-lt"/>
              </a:defRPr>
            </a:lvl1pPr>
          </a:lstStyle>
          <a:p>
            <a:pPr lvl="0"/>
            <a:r>
              <a:rPr lang="de-DE" dirty="0"/>
              <a:t>John </a:t>
            </a:r>
            <a:r>
              <a:rPr lang="de-DE" dirty="0" err="1"/>
              <a:t>Doe</a:t>
            </a:r>
            <a:endParaRPr lang="de-DE" dirty="0"/>
          </a:p>
        </p:txBody>
      </p:sp>
      <p:sp>
        <p:nvSpPr>
          <p:cNvPr id="7" name="Textplatzhalter 19">
            <a:extLst>
              <a:ext uri="{FF2B5EF4-FFF2-40B4-BE49-F238E27FC236}">
                <a16:creationId xmlns:a16="http://schemas.microsoft.com/office/drawing/2014/main" id="{B80CD46D-FAAB-152C-4063-47492270BA8A}"/>
              </a:ext>
            </a:extLst>
          </p:cNvPr>
          <p:cNvSpPr>
            <a:spLocks noGrp="1"/>
          </p:cNvSpPr>
          <p:nvPr>
            <p:ph type="body" sz="quarter" idx="26" hasCustomPrompt="1"/>
          </p:nvPr>
        </p:nvSpPr>
        <p:spPr bwMode="gray">
          <a:xfrm>
            <a:off x="6426199" y="4178440"/>
            <a:ext cx="5394325" cy="187184"/>
          </a:xfrm>
        </p:spPr>
        <p:txBody>
          <a:bodyPr/>
          <a:lstStyle>
            <a:lvl1pPr marL="0" indent="0">
              <a:buNone/>
              <a:defRPr sz="1600">
                <a:solidFill>
                  <a:schemeClr val="tx1"/>
                </a:solidFill>
              </a:defRPr>
            </a:lvl1pPr>
          </a:lstStyle>
          <a:p>
            <a:pPr lvl="0"/>
            <a:r>
              <a:rPr lang="de-DE" dirty="0"/>
              <a:t>Web</a:t>
            </a:r>
          </a:p>
        </p:txBody>
      </p:sp>
      <p:sp>
        <p:nvSpPr>
          <p:cNvPr id="8" name="Textplatzhalter 19">
            <a:extLst>
              <a:ext uri="{FF2B5EF4-FFF2-40B4-BE49-F238E27FC236}">
                <a16:creationId xmlns:a16="http://schemas.microsoft.com/office/drawing/2014/main" id="{5D9E8C6F-5249-CF8D-CC8C-1D18DE96AA18}"/>
              </a:ext>
            </a:extLst>
          </p:cNvPr>
          <p:cNvSpPr>
            <a:spLocks noGrp="1"/>
          </p:cNvSpPr>
          <p:nvPr>
            <p:ph type="body" sz="quarter" idx="27" hasCustomPrompt="1"/>
          </p:nvPr>
        </p:nvSpPr>
        <p:spPr bwMode="gray">
          <a:xfrm>
            <a:off x="6426199" y="4397515"/>
            <a:ext cx="5394325" cy="187184"/>
          </a:xfrm>
        </p:spPr>
        <p:txBody>
          <a:bodyPr/>
          <a:lstStyle>
            <a:lvl1pPr marL="0" indent="0">
              <a:buNone/>
              <a:defRPr sz="1600">
                <a:solidFill>
                  <a:schemeClr val="tx1"/>
                </a:solidFill>
              </a:defRPr>
            </a:lvl1pPr>
          </a:lstStyle>
          <a:p>
            <a:pPr lvl="0"/>
            <a:r>
              <a:rPr lang="de-DE" dirty="0"/>
              <a:t>E-Mail</a:t>
            </a:r>
          </a:p>
        </p:txBody>
      </p:sp>
      <p:sp>
        <p:nvSpPr>
          <p:cNvPr id="9" name="Textplatzhalter 19">
            <a:extLst>
              <a:ext uri="{FF2B5EF4-FFF2-40B4-BE49-F238E27FC236}">
                <a16:creationId xmlns:a16="http://schemas.microsoft.com/office/drawing/2014/main" id="{B4A5F30D-E180-8CDB-4CBF-B5E6B1CE30A7}"/>
              </a:ext>
            </a:extLst>
          </p:cNvPr>
          <p:cNvSpPr>
            <a:spLocks noGrp="1"/>
          </p:cNvSpPr>
          <p:nvPr>
            <p:ph type="body" sz="quarter" idx="28" hasCustomPrompt="1"/>
          </p:nvPr>
        </p:nvSpPr>
        <p:spPr bwMode="gray">
          <a:xfrm>
            <a:off x="6426199" y="4616591"/>
            <a:ext cx="5394325" cy="187184"/>
          </a:xfrm>
        </p:spPr>
        <p:txBody>
          <a:bodyPr/>
          <a:lstStyle>
            <a:lvl1pPr marL="0" indent="0">
              <a:buNone/>
              <a:defRPr sz="1600">
                <a:solidFill>
                  <a:schemeClr val="tx1"/>
                </a:solidFill>
              </a:defRPr>
            </a:lvl1pPr>
          </a:lstStyle>
          <a:p>
            <a:pPr lvl="0"/>
            <a:r>
              <a:rPr lang="de-DE" dirty="0"/>
              <a:t>Phone</a:t>
            </a:r>
          </a:p>
        </p:txBody>
      </p:sp>
      <p:cxnSp>
        <p:nvCxnSpPr>
          <p:cNvPr id="12" name="Gerader Verbinder 11">
            <a:extLst>
              <a:ext uri="{FF2B5EF4-FFF2-40B4-BE49-F238E27FC236}">
                <a16:creationId xmlns:a16="http://schemas.microsoft.com/office/drawing/2014/main" id="{5FED17C3-FC4F-7B91-21C9-988C8D436F0F}"/>
              </a:ext>
            </a:extLst>
          </p:cNvPr>
          <p:cNvCxnSpPr>
            <a:cxnSpLocks/>
          </p:cNvCxnSpPr>
          <p:nvPr userDrawn="1"/>
        </p:nvCxnSpPr>
        <p:spPr bwMode="gray">
          <a:xfrm flipH="1">
            <a:off x="6426199" y="3840630"/>
            <a:ext cx="53086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5834943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D_Contact_2">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0C3BB7C-B4A7-41A4-8C5A-903570B6070B}"/>
              </a:ext>
            </a:extLst>
          </p:cNvPr>
          <p:cNvSpPr>
            <a:spLocks noGrp="1"/>
          </p:cNvSpPr>
          <p:nvPr>
            <p:ph type="title" hasCustomPrompt="1"/>
          </p:nvPr>
        </p:nvSpPr>
        <p:spPr bwMode="gray"/>
        <p:txBody>
          <a:bodyPr vert="horz"/>
          <a:lstStyle/>
          <a:p>
            <a:r>
              <a:rPr lang="en-US" dirty="0"/>
              <a:t>Click to edit Master title style</a:t>
            </a:r>
          </a:p>
        </p:txBody>
      </p:sp>
      <p:sp>
        <p:nvSpPr>
          <p:cNvPr id="10" name="Footer Placeholder 4">
            <a:extLst>
              <a:ext uri="{FF2B5EF4-FFF2-40B4-BE49-F238E27FC236}">
                <a16:creationId xmlns:a16="http://schemas.microsoft.com/office/drawing/2014/main" id="{A9C53063-1F58-BE27-2E94-7E00DE772613}"/>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tx1"/>
                </a:solidFill>
              </a:defRPr>
            </a:lvl1pPr>
          </a:lstStyle>
          <a:p>
            <a:r>
              <a:rPr lang="en-US" dirty="0"/>
              <a:t>© </a:t>
            </a:r>
            <a:fld id="{5A57F943-BF06-454D-8C31-3938EB3628AA}" type="datetimeyyyy">
              <a:rPr lang="en-US" smtClean="0"/>
              <a:pPr/>
              <a:t>2024</a:t>
            </a:fld>
            <a:r>
              <a:rPr lang="en-US" dirty="0"/>
              <a:t> NTT DATA Business Solutions</a:t>
            </a:r>
          </a:p>
        </p:txBody>
      </p:sp>
      <p:sp>
        <p:nvSpPr>
          <p:cNvPr id="11" name="Slide Number Placeholder 5">
            <a:extLst>
              <a:ext uri="{FF2B5EF4-FFF2-40B4-BE49-F238E27FC236}">
                <a16:creationId xmlns:a16="http://schemas.microsoft.com/office/drawing/2014/main" id="{AF1EE05E-1EF3-FA88-09CC-87DB6B58184B}"/>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tx1"/>
                </a:solidFill>
              </a:defRPr>
            </a:lvl1pPr>
          </a:lstStyle>
          <a:p>
            <a:fld id="{13CE6DAF-806F-404B-BC68-339BFCB57E5C}" type="slidenum">
              <a:rPr lang="en-US" smtClean="0"/>
              <a:pPr/>
              <a:t>‹#›</a:t>
            </a:fld>
            <a:endParaRPr lang="en-US" dirty="0"/>
          </a:p>
        </p:txBody>
      </p:sp>
      <p:sp>
        <p:nvSpPr>
          <p:cNvPr id="13" name="Bild">
            <a:extLst>
              <a:ext uri="{FF2B5EF4-FFF2-40B4-BE49-F238E27FC236}">
                <a16:creationId xmlns:a16="http://schemas.microsoft.com/office/drawing/2014/main" id="{557575C8-6431-12A3-895D-45BB2DD19B92}"/>
              </a:ext>
            </a:extLst>
          </p:cNvPr>
          <p:cNvSpPr>
            <a:spLocks noGrp="1"/>
          </p:cNvSpPr>
          <p:nvPr>
            <p:ph type="pic" sz="quarter" idx="18"/>
          </p:nvPr>
        </p:nvSpPr>
        <p:spPr bwMode="gray">
          <a:xfrm>
            <a:off x="2889419" y="1719468"/>
            <a:ext cx="2158392" cy="2158204"/>
          </a:xfrm>
          <a:prstGeom prst="ellipse">
            <a:avLst/>
          </a:prstGeom>
          <a:solidFill>
            <a:schemeClr val="accent6"/>
          </a:solidFill>
        </p:spPr>
        <p:txBody>
          <a:bodyPr lIns="144000" tIns="144000" rIns="144000" bIns="144000"/>
          <a:lstStyle>
            <a:lvl1pPr marL="0" indent="0">
              <a:buNone/>
              <a:defRPr sz="1400"/>
            </a:lvl1pPr>
          </a:lstStyle>
          <a:p>
            <a:r>
              <a:rPr lang="de-DE" noProof="0" dirty="0"/>
              <a:t>Bild</a:t>
            </a:r>
          </a:p>
        </p:txBody>
      </p:sp>
      <p:sp>
        <p:nvSpPr>
          <p:cNvPr id="14" name="Textplatzhalter 19">
            <a:extLst>
              <a:ext uri="{FF2B5EF4-FFF2-40B4-BE49-F238E27FC236}">
                <a16:creationId xmlns:a16="http://schemas.microsoft.com/office/drawing/2014/main" id="{60BA97C1-891E-35D3-F7DE-6AE8C84863D9}"/>
              </a:ext>
            </a:extLst>
          </p:cNvPr>
          <p:cNvSpPr>
            <a:spLocks noGrp="1"/>
          </p:cNvSpPr>
          <p:nvPr>
            <p:ph type="body" sz="quarter" idx="20" hasCustomPrompt="1"/>
          </p:nvPr>
        </p:nvSpPr>
        <p:spPr bwMode="gray">
          <a:xfrm>
            <a:off x="2713041" y="4463802"/>
            <a:ext cx="2511148" cy="199671"/>
          </a:xfrm>
        </p:spPr>
        <p:txBody>
          <a:bodyPr/>
          <a:lstStyle>
            <a:lvl1pPr marL="0" indent="0" algn="ctr">
              <a:buNone/>
              <a:defRPr sz="1600">
                <a:solidFill>
                  <a:schemeClr val="tx1"/>
                </a:solidFill>
              </a:defRPr>
            </a:lvl1pPr>
          </a:lstStyle>
          <a:p>
            <a:pPr lvl="0"/>
            <a:r>
              <a:rPr lang="de-DE" dirty="0"/>
              <a:t>Position</a:t>
            </a:r>
          </a:p>
        </p:txBody>
      </p:sp>
      <p:sp>
        <p:nvSpPr>
          <p:cNvPr id="15" name="Textplatzhalter 19">
            <a:extLst>
              <a:ext uri="{FF2B5EF4-FFF2-40B4-BE49-F238E27FC236}">
                <a16:creationId xmlns:a16="http://schemas.microsoft.com/office/drawing/2014/main" id="{FEDBECCC-E388-CA03-4920-90ECCB6A95D3}"/>
              </a:ext>
            </a:extLst>
          </p:cNvPr>
          <p:cNvSpPr>
            <a:spLocks noGrp="1"/>
          </p:cNvSpPr>
          <p:nvPr>
            <p:ph type="body" sz="quarter" idx="24" hasCustomPrompt="1"/>
          </p:nvPr>
        </p:nvSpPr>
        <p:spPr bwMode="gray">
          <a:xfrm>
            <a:off x="2713041" y="4686846"/>
            <a:ext cx="2511148" cy="199671"/>
          </a:xfrm>
        </p:spPr>
        <p:txBody>
          <a:bodyPr/>
          <a:lstStyle>
            <a:lvl1pPr marL="0" indent="0" algn="ctr">
              <a:buNone/>
              <a:defRPr sz="1600">
                <a:solidFill>
                  <a:schemeClr val="tx1"/>
                </a:solidFill>
              </a:defRPr>
            </a:lvl1pPr>
          </a:lstStyle>
          <a:p>
            <a:pPr lvl="0"/>
            <a:r>
              <a:rPr lang="de-DE" dirty="0" err="1"/>
              <a:t>Section</a:t>
            </a:r>
            <a:endParaRPr lang="de-DE" dirty="0"/>
          </a:p>
        </p:txBody>
      </p:sp>
      <p:sp>
        <p:nvSpPr>
          <p:cNvPr id="16" name="Textplatzhalter 19">
            <a:extLst>
              <a:ext uri="{FF2B5EF4-FFF2-40B4-BE49-F238E27FC236}">
                <a16:creationId xmlns:a16="http://schemas.microsoft.com/office/drawing/2014/main" id="{AF65C019-0E4A-C8B5-2DB7-5327455A0C2C}"/>
              </a:ext>
            </a:extLst>
          </p:cNvPr>
          <p:cNvSpPr>
            <a:spLocks noGrp="1"/>
          </p:cNvSpPr>
          <p:nvPr>
            <p:ph type="body" sz="quarter" idx="25" hasCustomPrompt="1"/>
          </p:nvPr>
        </p:nvSpPr>
        <p:spPr bwMode="gray">
          <a:xfrm>
            <a:off x="2713041" y="4156615"/>
            <a:ext cx="2511148" cy="286915"/>
          </a:xfrm>
        </p:spPr>
        <p:txBody>
          <a:bodyPr/>
          <a:lstStyle>
            <a:lvl1pPr marL="0" indent="0" algn="ctr">
              <a:buNone/>
              <a:defRPr sz="2000" b="1">
                <a:solidFill>
                  <a:schemeClr val="accent1"/>
                </a:solidFill>
                <a:latin typeface="+mn-lt"/>
              </a:defRPr>
            </a:lvl1pPr>
          </a:lstStyle>
          <a:p>
            <a:pPr lvl="0"/>
            <a:r>
              <a:rPr lang="de-DE" dirty="0"/>
              <a:t>John </a:t>
            </a:r>
            <a:r>
              <a:rPr lang="de-DE" dirty="0" err="1"/>
              <a:t>Doe</a:t>
            </a:r>
            <a:endParaRPr lang="de-DE" dirty="0"/>
          </a:p>
        </p:txBody>
      </p:sp>
      <p:sp>
        <p:nvSpPr>
          <p:cNvPr id="17" name="Textplatzhalter 19">
            <a:extLst>
              <a:ext uri="{FF2B5EF4-FFF2-40B4-BE49-F238E27FC236}">
                <a16:creationId xmlns:a16="http://schemas.microsoft.com/office/drawing/2014/main" id="{6837C6B5-3816-9533-A19D-78333F0AB2BF}"/>
              </a:ext>
            </a:extLst>
          </p:cNvPr>
          <p:cNvSpPr>
            <a:spLocks noGrp="1"/>
          </p:cNvSpPr>
          <p:nvPr>
            <p:ph type="body" sz="quarter" idx="26" hasCustomPrompt="1"/>
          </p:nvPr>
        </p:nvSpPr>
        <p:spPr bwMode="gray">
          <a:xfrm>
            <a:off x="2713041" y="5401450"/>
            <a:ext cx="2511148" cy="145909"/>
          </a:xfrm>
        </p:spPr>
        <p:txBody>
          <a:bodyPr/>
          <a:lstStyle>
            <a:lvl1pPr marL="0" indent="0" algn="ctr">
              <a:buNone/>
              <a:defRPr sz="1200">
                <a:solidFill>
                  <a:schemeClr val="tx1"/>
                </a:solidFill>
              </a:defRPr>
            </a:lvl1pPr>
          </a:lstStyle>
          <a:p>
            <a:pPr lvl="0"/>
            <a:r>
              <a:rPr lang="de-DE" dirty="0"/>
              <a:t>Web</a:t>
            </a:r>
          </a:p>
        </p:txBody>
      </p:sp>
      <p:sp>
        <p:nvSpPr>
          <p:cNvPr id="18" name="Textplatzhalter 19">
            <a:extLst>
              <a:ext uri="{FF2B5EF4-FFF2-40B4-BE49-F238E27FC236}">
                <a16:creationId xmlns:a16="http://schemas.microsoft.com/office/drawing/2014/main" id="{99BDB956-AABF-98CD-09B7-A5EC2299F4BD}"/>
              </a:ext>
            </a:extLst>
          </p:cNvPr>
          <p:cNvSpPr>
            <a:spLocks noGrp="1"/>
          </p:cNvSpPr>
          <p:nvPr>
            <p:ph type="body" sz="quarter" idx="27" hasCustomPrompt="1"/>
          </p:nvPr>
        </p:nvSpPr>
        <p:spPr bwMode="gray">
          <a:xfrm>
            <a:off x="2713041" y="5566551"/>
            <a:ext cx="2511148" cy="145909"/>
          </a:xfrm>
        </p:spPr>
        <p:txBody>
          <a:bodyPr/>
          <a:lstStyle>
            <a:lvl1pPr marL="0" indent="0" algn="ctr">
              <a:buNone/>
              <a:defRPr sz="1200">
                <a:solidFill>
                  <a:schemeClr val="tx1"/>
                </a:solidFill>
              </a:defRPr>
            </a:lvl1pPr>
          </a:lstStyle>
          <a:p>
            <a:pPr lvl="0"/>
            <a:r>
              <a:rPr lang="de-DE" dirty="0"/>
              <a:t>E-Mail</a:t>
            </a:r>
          </a:p>
        </p:txBody>
      </p:sp>
      <p:sp>
        <p:nvSpPr>
          <p:cNvPr id="19" name="Textplatzhalter 19">
            <a:extLst>
              <a:ext uri="{FF2B5EF4-FFF2-40B4-BE49-F238E27FC236}">
                <a16:creationId xmlns:a16="http://schemas.microsoft.com/office/drawing/2014/main" id="{037CF607-A5F0-BFC7-29A0-45AFCA4ACA02}"/>
              </a:ext>
            </a:extLst>
          </p:cNvPr>
          <p:cNvSpPr>
            <a:spLocks noGrp="1"/>
          </p:cNvSpPr>
          <p:nvPr>
            <p:ph type="body" sz="quarter" idx="28" hasCustomPrompt="1"/>
          </p:nvPr>
        </p:nvSpPr>
        <p:spPr bwMode="gray">
          <a:xfrm>
            <a:off x="2713041" y="5731651"/>
            <a:ext cx="2511148" cy="145909"/>
          </a:xfrm>
        </p:spPr>
        <p:txBody>
          <a:bodyPr/>
          <a:lstStyle>
            <a:lvl1pPr marL="0" indent="0" algn="ctr">
              <a:buNone/>
              <a:defRPr sz="1200">
                <a:solidFill>
                  <a:schemeClr val="tx1"/>
                </a:solidFill>
              </a:defRPr>
            </a:lvl1pPr>
          </a:lstStyle>
          <a:p>
            <a:pPr lvl="0"/>
            <a:r>
              <a:rPr lang="de-DE" dirty="0"/>
              <a:t>Phone</a:t>
            </a:r>
          </a:p>
        </p:txBody>
      </p:sp>
      <p:sp>
        <p:nvSpPr>
          <p:cNvPr id="20" name="Bild">
            <a:extLst>
              <a:ext uri="{FF2B5EF4-FFF2-40B4-BE49-F238E27FC236}">
                <a16:creationId xmlns:a16="http://schemas.microsoft.com/office/drawing/2014/main" id="{0DC5AF74-C2A5-03C1-45C4-D1AEC581CF86}"/>
              </a:ext>
            </a:extLst>
          </p:cNvPr>
          <p:cNvSpPr>
            <a:spLocks noGrp="1"/>
          </p:cNvSpPr>
          <p:nvPr>
            <p:ph type="pic" sz="quarter" idx="37"/>
          </p:nvPr>
        </p:nvSpPr>
        <p:spPr bwMode="gray">
          <a:xfrm>
            <a:off x="7144188" y="1719468"/>
            <a:ext cx="2158392" cy="2158204"/>
          </a:xfrm>
          <a:prstGeom prst="ellipse">
            <a:avLst/>
          </a:prstGeom>
          <a:solidFill>
            <a:schemeClr val="accent6"/>
          </a:solidFill>
        </p:spPr>
        <p:txBody>
          <a:bodyPr lIns="144000" tIns="144000" rIns="144000" bIns="144000"/>
          <a:lstStyle>
            <a:lvl1pPr marL="0" indent="0">
              <a:buNone/>
              <a:defRPr sz="1100"/>
            </a:lvl1pPr>
          </a:lstStyle>
          <a:p>
            <a:r>
              <a:rPr lang="de-DE" noProof="0" dirty="0"/>
              <a:t>Bild</a:t>
            </a:r>
          </a:p>
        </p:txBody>
      </p:sp>
      <p:sp>
        <p:nvSpPr>
          <p:cNvPr id="21" name="Textplatzhalter 19">
            <a:extLst>
              <a:ext uri="{FF2B5EF4-FFF2-40B4-BE49-F238E27FC236}">
                <a16:creationId xmlns:a16="http://schemas.microsoft.com/office/drawing/2014/main" id="{03A867AA-BA5A-EF00-0579-A03C42B90DCA}"/>
              </a:ext>
            </a:extLst>
          </p:cNvPr>
          <p:cNvSpPr>
            <a:spLocks noGrp="1"/>
          </p:cNvSpPr>
          <p:nvPr>
            <p:ph type="body" sz="quarter" idx="50" hasCustomPrompt="1"/>
          </p:nvPr>
        </p:nvSpPr>
        <p:spPr bwMode="gray">
          <a:xfrm>
            <a:off x="6967810" y="4463802"/>
            <a:ext cx="2511148" cy="199671"/>
          </a:xfrm>
        </p:spPr>
        <p:txBody>
          <a:bodyPr/>
          <a:lstStyle>
            <a:lvl1pPr marL="0" indent="0" algn="ctr">
              <a:buNone/>
              <a:defRPr sz="1600">
                <a:solidFill>
                  <a:schemeClr val="tx1"/>
                </a:solidFill>
              </a:defRPr>
            </a:lvl1pPr>
          </a:lstStyle>
          <a:p>
            <a:pPr lvl="0"/>
            <a:r>
              <a:rPr lang="de-DE" dirty="0"/>
              <a:t>Position</a:t>
            </a:r>
          </a:p>
        </p:txBody>
      </p:sp>
      <p:sp>
        <p:nvSpPr>
          <p:cNvPr id="22" name="Textplatzhalter 19">
            <a:extLst>
              <a:ext uri="{FF2B5EF4-FFF2-40B4-BE49-F238E27FC236}">
                <a16:creationId xmlns:a16="http://schemas.microsoft.com/office/drawing/2014/main" id="{29DB1B20-A0AA-3176-2157-D9B1B9C9F529}"/>
              </a:ext>
            </a:extLst>
          </p:cNvPr>
          <p:cNvSpPr>
            <a:spLocks noGrp="1"/>
          </p:cNvSpPr>
          <p:nvPr>
            <p:ph type="body" sz="quarter" idx="51" hasCustomPrompt="1"/>
          </p:nvPr>
        </p:nvSpPr>
        <p:spPr bwMode="gray">
          <a:xfrm>
            <a:off x="6967810" y="4686846"/>
            <a:ext cx="2511148" cy="199671"/>
          </a:xfrm>
        </p:spPr>
        <p:txBody>
          <a:bodyPr/>
          <a:lstStyle>
            <a:lvl1pPr marL="0" indent="0" algn="ctr">
              <a:buNone/>
              <a:defRPr sz="1600">
                <a:solidFill>
                  <a:schemeClr val="tx1"/>
                </a:solidFill>
              </a:defRPr>
            </a:lvl1pPr>
          </a:lstStyle>
          <a:p>
            <a:pPr lvl="0"/>
            <a:r>
              <a:rPr lang="de-DE" dirty="0" err="1"/>
              <a:t>Section</a:t>
            </a:r>
            <a:endParaRPr lang="de-DE" dirty="0"/>
          </a:p>
        </p:txBody>
      </p:sp>
      <p:sp>
        <p:nvSpPr>
          <p:cNvPr id="23" name="Textplatzhalter 19">
            <a:extLst>
              <a:ext uri="{FF2B5EF4-FFF2-40B4-BE49-F238E27FC236}">
                <a16:creationId xmlns:a16="http://schemas.microsoft.com/office/drawing/2014/main" id="{F44048F5-2785-E175-C768-94D382B3205E}"/>
              </a:ext>
            </a:extLst>
          </p:cNvPr>
          <p:cNvSpPr>
            <a:spLocks noGrp="1"/>
          </p:cNvSpPr>
          <p:nvPr>
            <p:ph type="body" sz="quarter" idx="52" hasCustomPrompt="1"/>
          </p:nvPr>
        </p:nvSpPr>
        <p:spPr bwMode="gray">
          <a:xfrm>
            <a:off x="6967810" y="4156615"/>
            <a:ext cx="2511148" cy="286915"/>
          </a:xfrm>
        </p:spPr>
        <p:txBody>
          <a:bodyPr/>
          <a:lstStyle>
            <a:lvl1pPr marL="0" indent="0" algn="ctr">
              <a:buNone/>
              <a:defRPr sz="2000" b="1">
                <a:solidFill>
                  <a:schemeClr val="accent1"/>
                </a:solidFill>
                <a:latin typeface="+mn-lt"/>
              </a:defRPr>
            </a:lvl1pPr>
          </a:lstStyle>
          <a:p>
            <a:pPr lvl="0"/>
            <a:r>
              <a:rPr lang="de-DE" dirty="0"/>
              <a:t>John </a:t>
            </a:r>
            <a:r>
              <a:rPr lang="de-DE" dirty="0" err="1"/>
              <a:t>Doe</a:t>
            </a:r>
            <a:endParaRPr lang="de-DE" dirty="0"/>
          </a:p>
        </p:txBody>
      </p:sp>
      <p:sp>
        <p:nvSpPr>
          <p:cNvPr id="24" name="Textplatzhalter 19">
            <a:extLst>
              <a:ext uri="{FF2B5EF4-FFF2-40B4-BE49-F238E27FC236}">
                <a16:creationId xmlns:a16="http://schemas.microsoft.com/office/drawing/2014/main" id="{591E019D-0DF8-5E5A-6887-AEA97A38E551}"/>
              </a:ext>
            </a:extLst>
          </p:cNvPr>
          <p:cNvSpPr>
            <a:spLocks noGrp="1"/>
          </p:cNvSpPr>
          <p:nvPr>
            <p:ph type="body" sz="quarter" idx="53" hasCustomPrompt="1"/>
          </p:nvPr>
        </p:nvSpPr>
        <p:spPr bwMode="gray">
          <a:xfrm>
            <a:off x="6967810" y="5401450"/>
            <a:ext cx="2511148" cy="145909"/>
          </a:xfrm>
        </p:spPr>
        <p:txBody>
          <a:bodyPr/>
          <a:lstStyle>
            <a:lvl1pPr marL="0" indent="0" algn="ctr">
              <a:buNone/>
              <a:defRPr sz="1200">
                <a:solidFill>
                  <a:schemeClr val="tx1"/>
                </a:solidFill>
              </a:defRPr>
            </a:lvl1pPr>
          </a:lstStyle>
          <a:p>
            <a:pPr lvl="0"/>
            <a:r>
              <a:rPr lang="de-DE" dirty="0"/>
              <a:t>Web</a:t>
            </a:r>
          </a:p>
        </p:txBody>
      </p:sp>
      <p:sp>
        <p:nvSpPr>
          <p:cNvPr id="25" name="Textplatzhalter 19">
            <a:extLst>
              <a:ext uri="{FF2B5EF4-FFF2-40B4-BE49-F238E27FC236}">
                <a16:creationId xmlns:a16="http://schemas.microsoft.com/office/drawing/2014/main" id="{59BBF415-E8BF-24F5-AE98-3FE40A27D7D2}"/>
              </a:ext>
            </a:extLst>
          </p:cNvPr>
          <p:cNvSpPr>
            <a:spLocks noGrp="1"/>
          </p:cNvSpPr>
          <p:nvPr>
            <p:ph type="body" sz="quarter" idx="54" hasCustomPrompt="1"/>
          </p:nvPr>
        </p:nvSpPr>
        <p:spPr bwMode="gray">
          <a:xfrm>
            <a:off x="6967810" y="5566551"/>
            <a:ext cx="2511148" cy="145909"/>
          </a:xfrm>
        </p:spPr>
        <p:txBody>
          <a:bodyPr/>
          <a:lstStyle>
            <a:lvl1pPr marL="0" indent="0" algn="ctr">
              <a:buNone/>
              <a:defRPr sz="1200">
                <a:solidFill>
                  <a:schemeClr val="tx1"/>
                </a:solidFill>
              </a:defRPr>
            </a:lvl1pPr>
          </a:lstStyle>
          <a:p>
            <a:pPr lvl="0"/>
            <a:r>
              <a:rPr lang="de-DE" dirty="0"/>
              <a:t>E-Mail</a:t>
            </a:r>
          </a:p>
        </p:txBody>
      </p:sp>
      <p:sp>
        <p:nvSpPr>
          <p:cNvPr id="26" name="Textplatzhalter 19">
            <a:extLst>
              <a:ext uri="{FF2B5EF4-FFF2-40B4-BE49-F238E27FC236}">
                <a16:creationId xmlns:a16="http://schemas.microsoft.com/office/drawing/2014/main" id="{81BFBAE5-787E-888E-9ECF-5EE31D61DAB6}"/>
              </a:ext>
            </a:extLst>
          </p:cNvPr>
          <p:cNvSpPr>
            <a:spLocks noGrp="1"/>
          </p:cNvSpPr>
          <p:nvPr>
            <p:ph type="body" sz="quarter" idx="55" hasCustomPrompt="1"/>
          </p:nvPr>
        </p:nvSpPr>
        <p:spPr bwMode="gray">
          <a:xfrm>
            <a:off x="6967810" y="5731651"/>
            <a:ext cx="2511148" cy="145909"/>
          </a:xfrm>
        </p:spPr>
        <p:txBody>
          <a:bodyPr/>
          <a:lstStyle>
            <a:lvl1pPr marL="0" indent="0" algn="ctr">
              <a:buNone/>
              <a:defRPr sz="1200">
                <a:solidFill>
                  <a:schemeClr val="tx1"/>
                </a:solidFill>
              </a:defRPr>
            </a:lvl1pPr>
          </a:lstStyle>
          <a:p>
            <a:pPr lvl="0"/>
            <a:r>
              <a:rPr lang="de-DE" dirty="0"/>
              <a:t>Phone</a:t>
            </a:r>
          </a:p>
        </p:txBody>
      </p:sp>
      <p:cxnSp>
        <p:nvCxnSpPr>
          <p:cNvPr id="27" name="Gerader Verbinder 26">
            <a:extLst>
              <a:ext uri="{FF2B5EF4-FFF2-40B4-BE49-F238E27FC236}">
                <a16:creationId xmlns:a16="http://schemas.microsoft.com/office/drawing/2014/main" id="{C9AD5D1A-461B-3847-37DC-3F545B1243CD}"/>
              </a:ext>
            </a:extLst>
          </p:cNvPr>
          <p:cNvCxnSpPr>
            <a:cxnSpLocks/>
          </p:cNvCxnSpPr>
          <p:nvPr userDrawn="1"/>
        </p:nvCxnSpPr>
        <p:spPr bwMode="gray">
          <a:xfrm flipH="1">
            <a:off x="3703185" y="5138420"/>
            <a:ext cx="53086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8" name="Gerader Verbinder 27">
            <a:extLst>
              <a:ext uri="{FF2B5EF4-FFF2-40B4-BE49-F238E27FC236}">
                <a16:creationId xmlns:a16="http://schemas.microsoft.com/office/drawing/2014/main" id="{78432202-A57D-D4C4-FB2D-5F10E371FFEB}"/>
              </a:ext>
            </a:extLst>
          </p:cNvPr>
          <p:cNvCxnSpPr>
            <a:cxnSpLocks/>
          </p:cNvCxnSpPr>
          <p:nvPr userDrawn="1"/>
        </p:nvCxnSpPr>
        <p:spPr bwMode="gray">
          <a:xfrm flipH="1">
            <a:off x="7957954" y="5138420"/>
            <a:ext cx="53086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0475448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D_Contact_3">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0C3BB7C-B4A7-41A4-8C5A-903570B6070B}"/>
              </a:ext>
            </a:extLst>
          </p:cNvPr>
          <p:cNvSpPr>
            <a:spLocks noGrp="1"/>
          </p:cNvSpPr>
          <p:nvPr>
            <p:ph type="title" hasCustomPrompt="1"/>
          </p:nvPr>
        </p:nvSpPr>
        <p:spPr bwMode="gray"/>
        <p:txBody>
          <a:bodyPr vert="horz"/>
          <a:lstStyle/>
          <a:p>
            <a:r>
              <a:rPr lang="en-US" dirty="0"/>
              <a:t>Click to edit Master title style</a:t>
            </a:r>
          </a:p>
        </p:txBody>
      </p:sp>
      <p:sp>
        <p:nvSpPr>
          <p:cNvPr id="10" name="Footer Placeholder 4">
            <a:extLst>
              <a:ext uri="{FF2B5EF4-FFF2-40B4-BE49-F238E27FC236}">
                <a16:creationId xmlns:a16="http://schemas.microsoft.com/office/drawing/2014/main" id="{A9C53063-1F58-BE27-2E94-7E00DE772613}"/>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tx1"/>
                </a:solidFill>
              </a:defRPr>
            </a:lvl1pPr>
          </a:lstStyle>
          <a:p>
            <a:r>
              <a:rPr lang="en-US" dirty="0"/>
              <a:t>© </a:t>
            </a:r>
            <a:fld id="{D77EC513-F3C5-40CF-B465-EBDDA5C543A6}" type="datetimeyyyy">
              <a:rPr lang="en-US" smtClean="0"/>
              <a:pPr/>
              <a:t>2024</a:t>
            </a:fld>
            <a:r>
              <a:rPr lang="en-US" dirty="0"/>
              <a:t> NTT DATA Business Solutions</a:t>
            </a:r>
          </a:p>
        </p:txBody>
      </p:sp>
      <p:sp>
        <p:nvSpPr>
          <p:cNvPr id="11" name="Slide Number Placeholder 5">
            <a:extLst>
              <a:ext uri="{FF2B5EF4-FFF2-40B4-BE49-F238E27FC236}">
                <a16:creationId xmlns:a16="http://schemas.microsoft.com/office/drawing/2014/main" id="{AF1EE05E-1EF3-FA88-09CC-87DB6B58184B}"/>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tx1"/>
                </a:solidFill>
              </a:defRPr>
            </a:lvl1pPr>
          </a:lstStyle>
          <a:p>
            <a:fld id="{13CE6DAF-806F-404B-BC68-339BFCB57E5C}" type="slidenum">
              <a:rPr lang="en-US" smtClean="0"/>
              <a:pPr/>
              <a:t>‹#›</a:t>
            </a:fld>
            <a:endParaRPr lang="en-US" dirty="0"/>
          </a:p>
        </p:txBody>
      </p:sp>
      <p:sp>
        <p:nvSpPr>
          <p:cNvPr id="2" name="Bild">
            <a:extLst>
              <a:ext uri="{FF2B5EF4-FFF2-40B4-BE49-F238E27FC236}">
                <a16:creationId xmlns:a16="http://schemas.microsoft.com/office/drawing/2014/main" id="{51A51BF0-AA6D-1885-7B29-DAC72D2AF768}"/>
              </a:ext>
            </a:extLst>
          </p:cNvPr>
          <p:cNvSpPr>
            <a:spLocks noGrp="1"/>
          </p:cNvSpPr>
          <p:nvPr>
            <p:ph type="pic" sz="quarter" idx="18"/>
          </p:nvPr>
        </p:nvSpPr>
        <p:spPr bwMode="gray">
          <a:xfrm>
            <a:off x="1502898" y="1719468"/>
            <a:ext cx="2158392" cy="2158204"/>
          </a:xfrm>
          <a:prstGeom prst="ellipse">
            <a:avLst/>
          </a:prstGeom>
          <a:solidFill>
            <a:schemeClr val="accent6"/>
          </a:solidFill>
        </p:spPr>
        <p:txBody>
          <a:bodyPr lIns="144000" tIns="144000" rIns="144000" bIns="144000"/>
          <a:lstStyle>
            <a:lvl1pPr marL="0" indent="0">
              <a:buNone/>
              <a:defRPr sz="1400"/>
            </a:lvl1pPr>
          </a:lstStyle>
          <a:p>
            <a:r>
              <a:rPr lang="de-DE" noProof="0" dirty="0"/>
              <a:t>Bild</a:t>
            </a:r>
          </a:p>
        </p:txBody>
      </p:sp>
      <p:sp>
        <p:nvSpPr>
          <p:cNvPr id="3" name="Textplatzhalter 19">
            <a:extLst>
              <a:ext uri="{FF2B5EF4-FFF2-40B4-BE49-F238E27FC236}">
                <a16:creationId xmlns:a16="http://schemas.microsoft.com/office/drawing/2014/main" id="{29F52C55-3259-0C33-FD07-5925E2121A6E}"/>
              </a:ext>
            </a:extLst>
          </p:cNvPr>
          <p:cNvSpPr>
            <a:spLocks noGrp="1"/>
          </p:cNvSpPr>
          <p:nvPr>
            <p:ph type="body" sz="quarter" idx="20" hasCustomPrompt="1"/>
          </p:nvPr>
        </p:nvSpPr>
        <p:spPr bwMode="gray">
          <a:xfrm>
            <a:off x="1326520" y="4463802"/>
            <a:ext cx="2511148" cy="199671"/>
          </a:xfrm>
        </p:spPr>
        <p:txBody>
          <a:bodyPr/>
          <a:lstStyle>
            <a:lvl1pPr marL="0" indent="0" algn="ctr">
              <a:buNone/>
              <a:defRPr sz="1600">
                <a:solidFill>
                  <a:schemeClr val="tx1"/>
                </a:solidFill>
              </a:defRPr>
            </a:lvl1pPr>
          </a:lstStyle>
          <a:p>
            <a:pPr lvl="0"/>
            <a:r>
              <a:rPr lang="de-DE" dirty="0"/>
              <a:t>Position</a:t>
            </a:r>
          </a:p>
        </p:txBody>
      </p:sp>
      <p:sp>
        <p:nvSpPr>
          <p:cNvPr id="4" name="Textplatzhalter 19">
            <a:extLst>
              <a:ext uri="{FF2B5EF4-FFF2-40B4-BE49-F238E27FC236}">
                <a16:creationId xmlns:a16="http://schemas.microsoft.com/office/drawing/2014/main" id="{EF08589A-2633-C015-C938-602F2A2EDE44}"/>
              </a:ext>
            </a:extLst>
          </p:cNvPr>
          <p:cNvSpPr>
            <a:spLocks noGrp="1"/>
          </p:cNvSpPr>
          <p:nvPr>
            <p:ph type="body" sz="quarter" idx="24" hasCustomPrompt="1"/>
          </p:nvPr>
        </p:nvSpPr>
        <p:spPr bwMode="gray">
          <a:xfrm>
            <a:off x="1326520" y="4686846"/>
            <a:ext cx="2511148" cy="199671"/>
          </a:xfrm>
        </p:spPr>
        <p:txBody>
          <a:bodyPr/>
          <a:lstStyle>
            <a:lvl1pPr marL="0" indent="0" algn="ctr">
              <a:buNone/>
              <a:defRPr sz="1600">
                <a:solidFill>
                  <a:schemeClr val="tx1"/>
                </a:solidFill>
              </a:defRPr>
            </a:lvl1pPr>
          </a:lstStyle>
          <a:p>
            <a:pPr lvl="0"/>
            <a:r>
              <a:rPr lang="de-DE" dirty="0" err="1"/>
              <a:t>Section</a:t>
            </a:r>
            <a:endParaRPr lang="de-DE" dirty="0"/>
          </a:p>
        </p:txBody>
      </p:sp>
      <p:sp>
        <p:nvSpPr>
          <p:cNvPr id="5" name="Textplatzhalter 19">
            <a:extLst>
              <a:ext uri="{FF2B5EF4-FFF2-40B4-BE49-F238E27FC236}">
                <a16:creationId xmlns:a16="http://schemas.microsoft.com/office/drawing/2014/main" id="{A193C798-666B-CFA8-4FEB-36FCAF36D180}"/>
              </a:ext>
            </a:extLst>
          </p:cNvPr>
          <p:cNvSpPr>
            <a:spLocks noGrp="1"/>
          </p:cNvSpPr>
          <p:nvPr>
            <p:ph type="body" sz="quarter" idx="25" hasCustomPrompt="1"/>
          </p:nvPr>
        </p:nvSpPr>
        <p:spPr bwMode="gray">
          <a:xfrm>
            <a:off x="1326520" y="4156615"/>
            <a:ext cx="2511148" cy="286915"/>
          </a:xfrm>
        </p:spPr>
        <p:txBody>
          <a:bodyPr/>
          <a:lstStyle>
            <a:lvl1pPr marL="0" indent="0" algn="ctr">
              <a:buNone/>
              <a:defRPr sz="2000" b="1">
                <a:solidFill>
                  <a:schemeClr val="accent1"/>
                </a:solidFill>
                <a:latin typeface="+mn-lt"/>
              </a:defRPr>
            </a:lvl1pPr>
          </a:lstStyle>
          <a:p>
            <a:pPr lvl="0"/>
            <a:r>
              <a:rPr lang="de-DE" dirty="0"/>
              <a:t>John </a:t>
            </a:r>
            <a:r>
              <a:rPr lang="de-DE" dirty="0" err="1"/>
              <a:t>Doe</a:t>
            </a:r>
            <a:endParaRPr lang="de-DE" dirty="0"/>
          </a:p>
        </p:txBody>
      </p:sp>
      <p:sp>
        <p:nvSpPr>
          <p:cNvPr id="7" name="Textplatzhalter 19">
            <a:extLst>
              <a:ext uri="{FF2B5EF4-FFF2-40B4-BE49-F238E27FC236}">
                <a16:creationId xmlns:a16="http://schemas.microsoft.com/office/drawing/2014/main" id="{44625A74-83E8-F51F-EFBE-AEDB3BF8954A}"/>
              </a:ext>
            </a:extLst>
          </p:cNvPr>
          <p:cNvSpPr>
            <a:spLocks noGrp="1"/>
          </p:cNvSpPr>
          <p:nvPr>
            <p:ph type="body" sz="quarter" idx="26" hasCustomPrompt="1"/>
          </p:nvPr>
        </p:nvSpPr>
        <p:spPr bwMode="gray">
          <a:xfrm>
            <a:off x="1326520" y="5401450"/>
            <a:ext cx="2511148" cy="145909"/>
          </a:xfrm>
        </p:spPr>
        <p:txBody>
          <a:bodyPr/>
          <a:lstStyle>
            <a:lvl1pPr marL="0" indent="0" algn="ctr">
              <a:buNone/>
              <a:defRPr sz="1200">
                <a:solidFill>
                  <a:schemeClr val="tx1"/>
                </a:solidFill>
              </a:defRPr>
            </a:lvl1pPr>
          </a:lstStyle>
          <a:p>
            <a:pPr lvl="0"/>
            <a:r>
              <a:rPr lang="de-DE" dirty="0"/>
              <a:t>Web</a:t>
            </a:r>
          </a:p>
        </p:txBody>
      </p:sp>
      <p:sp>
        <p:nvSpPr>
          <p:cNvPr id="8" name="Textplatzhalter 19">
            <a:extLst>
              <a:ext uri="{FF2B5EF4-FFF2-40B4-BE49-F238E27FC236}">
                <a16:creationId xmlns:a16="http://schemas.microsoft.com/office/drawing/2014/main" id="{8EED522A-F794-7918-BA3A-79CC0B173978}"/>
              </a:ext>
            </a:extLst>
          </p:cNvPr>
          <p:cNvSpPr>
            <a:spLocks noGrp="1"/>
          </p:cNvSpPr>
          <p:nvPr>
            <p:ph type="body" sz="quarter" idx="27" hasCustomPrompt="1"/>
          </p:nvPr>
        </p:nvSpPr>
        <p:spPr bwMode="gray">
          <a:xfrm>
            <a:off x="1326520" y="5566551"/>
            <a:ext cx="2511148" cy="145909"/>
          </a:xfrm>
        </p:spPr>
        <p:txBody>
          <a:bodyPr/>
          <a:lstStyle>
            <a:lvl1pPr marL="0" indent="0" algn="ctr">
              <a:buNone/>
              <a:defRPr sz="1200">
                <a:solidFill>
                  <a:schemeClr val="tx1"/>
                </a:solidFill>
              </a:defRPr>
            </a:lvl1pPr>
          </a:lstStyle>
          <a:p>
            <a:pPr lvl="0"/>
            <a:r>
              <a:rPr lang="de-DE" dirty="0"/>
              <a:t>E-Mail</a:t>
            </a:r>
          </a:p>
        </p:txBody>
      </p:sp>
      <p:sp>
        <p:nvSpPr>
          <p:cNvPr id="9" name="Textplatzhalter 19">
            <a:extLst>
              <a:ext uri="{FF2B5EF4-FFF2-40B4-BE49-F238E27FC236}">
                <a16:creationId xmlns:a16="http://schemas.microsoft.com/office/drawing/2014/main" id="{1D2D5F28-B111-86F6-4619-F5613632036E}"/>
              </a:ext>
            </a:extLst>
          </p:cNvPr>
          <p:cNvSpPr>
            <a:spLocks noGrp="1"/>
          </p:cNvSpPr>
          <p:nvPr>
            <p:ph type="body" sz="quarter" idx="28" hasCustomPrompt="1"/>
          </p:nvPr>
        </p:nvSpPr>
        <p:spPr bwMode="gray">
          <a:xfrm>
            <a:off x="1326520" y="5731651"/>
            <a:ext cx="2511148" cy="145909"/>
          </a:xfrm>
        </p:spPr>
        <p:txBody>
          <a:bodyPr/>
          <a:lstStyle>
            <a:lvl1pPr marL="0" indent="0" algn="ctr">
              <a:buNone/>
              <a:defRPr sz="1200">
                <a:solidFill>
                  <a:schemeClr val="tx1"/>
                </a:solidFill>
              </a:defRPr>
            </a:lvl1pPr>
          </a:lstStyle>
          <a:p>
            <a:pPr lvl="0"/>
            <a:r>
              <a:rPr lang="de-DE" dirty="0"/>
              <a:t>Phone</a:t>
            </a:r>
          </a:p>
        </p:txBody>
      </p:sp>
      <p:sp>
        <p:nvSpPr>
          <p:cNvPr id="12" name="Bild">
            <a:extLst>
              <a:ext uri="{FF2B5EF4-FFF2-40B4-BE49-F238E27FC236}">
                <a16:creationId xmlns:a16="http://schemas.microsoft.com/office/drawing/2014/main" id="{EEC25022-BC45-C31C-C72F-200DE9FA1720}"/>
              </a:ext>
            </a:extLst>
          </p:cNvPr>
          <p:cNvSpPr>
            <a:spLocks noGrp="1"/>
          </p:cNvSpPr>
          <p:nvPr>
            <p:ph type="pic" sz="quarter" idx="29"/>
          </p:nvPr>
        </p:nvSpPr>
        <p:spPr bwMode="gray">
          <a:xfrm>
            <a:off x="5016397" y="1719468"/>
            <a:ext cx="2158392" cy="2158204"/>
          </a:xfrm>
          <a:prstGeom prst="ellipse">
            <a:avLst/>
          </a:prstGeom>
          <a:solidFill>
            <a:schemeClr val="accent6"/>
          </a:solidFill>
        </p:spPr>
        <p:txBody>
          <a:bodyPr lIns="144000" tIns="144000" rIns="144000" bIns="144000"/>
          <a:lstStyle>
            <a:lvl1pPr marL="0" indent="0">
              <a:buNone/>
              <a:defRPr sz="1100"/>
            </a:lvl1pPr>
          </a:lstStyle>
          <a:p>
            <a:r>
              <a:rPr lang="de-DE" noProof="0" dirty="0"/>
              <a:t>Bild</a:t>
            </a:r>
          </a:p>
        </p:txBody>
      </p:sp>
      <p:sp>
        <p:nvSpPr>
          <p:cNvPr id="13" name="Bild">
            <a:extLst>
              <a:ext uri="{FF2B5EF4-FFF2-40B4-BE49-F238E27FC236}">
                <a16:creationId xmlns:a16="http://schemas.microsoft.com/office/drawing/2014/main" id="{4836C760-778A-4F6D-EBEB-546A906E5CFA}"/>
              </a:ext>
            </a:extLst>
          </p:cNvPr>
          <p:cNvSpPr>
            <a:spLocks noGrp="1"/>
          </p:cNvSpPr>
          <p:nvPr>
            <p:ph type="pic" sz="quarter" idx="37"/>
          </p:nvPr>
        </p:nvSpPr>
        <p:spPr bwMode="gray">
          <a:xfrm>
            <a:off x="8529896" y="1719468"/>
            <a:ext cx="2158392" cy="2158204"/>
          </a:xfrm>
          <a:prstGeom prst="ellipse">
            <a:avLst/>
          </a:prstGeom>
          <a:solidFill>
            <a:schemeClr val="accent6"/>
          </a:solidFill>
        </p:spPr>
        <p:txBody>
          <a:bodyPr lIns="144000" tIns="144000" rIns="144000" bIns="144000"/>
          <a:lstStyle>
            <a:lvl1pPr marL="0" indent="0">
              <a:buNone/>
              <a:defRPr sz="1100"/>
            </a:lvl1pPr>
          </a:lstStyle>
          <a:p>
            <a:r>
              <a:rPr lang="de-DE" noProof="0" dirty="0"/>
              <a:t>Bild</a:t>
            </a:r>
          </a:p>
        </p:txBody>
      </p:sp>
      <p:sp>
        <p:nvSpPr>
          <p:cNvPr id="14" name="Textplatzhalter 19">
            <a:extLst>
              <a:ext uri="{FF2B5EF4-FFF2-40B4-BE49-F238E27FC236}">
                <a16:creationId xmlns:a16="http://schemas.microsoft.com/office/drawing/2014/main" id="{8676FDBA-6C0B-DF48-EC66-3F9242DE74B9}"/>
              </a:ext>
            </a:extLst>
          </p:cNvPr>
          <p:cNvSpPr>
            <a:spLocks noGrp="1"/>
          </p:cNvSpPr>
          <p:nvPr>
            <p:ph type="body" sz="quarter" idx="44" hasCustomPrompt="1"/>
          </p:nvPr>
        </p:nvSpPr>
        <p:spPr bwMode="gray">
          <a:xfrm>
            <a:off x="4840019" y="4463802"/>
            <a:ext cx="2511148" cy="199671"/>
          </a:xfrm>
        </p:spPr>
        <p:txBody>
          <a:bodyPr/>
          <a:lstStyle>
            <a:lvl1pPr marL="0" indent="0" algn="ctr">
              <a:buNone/>
              <a:defRPr sz="1600">
                <a:solidFill>
                  <a:schemeClr val="tx1"/>
                </a:solidFill>
              </a:defRPr>
            </a:lvl1pPr>
          </a:lstStyle>
          <a:p>
            <a:pPr lvl="0"/>
            <a:r>
              <a:rPr lang="de-DE" dirty="0"/>
              <a:t>Position</a:t>
            </a:r>
          </a:p>
        </p:txBody>
      </p:sp>
      <p:sp>
        <p:nvSpPr>
          <p:cNvPr id="15" name="Textplatzhalter 19">
            <a:extLst>
              <a:ext uri="{FF2B5EF4-FFF2-40B4-BE49-F238E27FC236}">
                <a16:creationId xmlns:a16="http://schemas.microsoft.com/office/drawing/2014/main" id="{A3556B82-6BB4-F3B0-E5B6-47EBF82E1536}"/>
              </a:ext>
            </a:extLst>
          </p:cNvPr>
          <p:cNvSpPr>
            <a:spLocks noGrp="1"/>
          </p:cNvSpPr>
          <p:nvPr>
            <p:ph type="body" sz="quarter" idx="45" hasCustomPrompt="1"/>
          </p:nvPr>
        </p:nvSpPr>
        <p:spPr bwMode="gray">
          <a:xfrm>
            <a:off x="4840019" y="4686846"/>
            <a:ext cx="2511148" cy="199671"/>
          </a:xfrm>
        </p:spPr>
        <p:txBody>
          <a:bodyPr/>
          <a:lstStyle>
            <a:lvl1pPr marL="0" indent="0" algn="ctr">
              <a:buNone/>
              <a:defRPr sz="1600">
                <a:solidFill>
                  <a:schemeClr val="tx1"/>
                </a:solidFill>
              </a:defRPr>
            </a:lvl1pPr>
          </a:lstStyle>
          <a:p>
            <a:pPr lvl="0"/>
            <a:r>
              <a:rPr lang="de-DE" dirty="0" err="1"/>
              <a:t>Section</a:t>
            </a:r>
            <a:endParaRPr lang="de-DE" dirty="0"/>
          </a:p>
        </p:txBody>
      </p:sp>
      <p:sp>
        <p:nvSpPr>
          <p:cNvPr id="16" name="Textplatzhalter 19">
            <a:extLst>
              <a:ext uri="{FF2B5EF4-FFF2-40B4-BE49-F238E27FC236}">
                <a16:creationId xmlns:a16="http://schemas.microsoft.com/office/drawing/2014/main" id="{2F0C6954-5EF5-0769-11D8-E5623CDC684A}"/>
              </a:ext>
            </a:extLst>
          </p:cNvPr>
          <p:cNvSpPr>
            <a:spLocks noGrp="1"/>
          </p:cNvSpPr>
          <p:nvPr>
            <p:ph type="body" sz="quarter" idx="46" hasCustomPrompt="1"/>
          </p:nvPr>
        </p:nvSpPr>
        <p:spPr bwMode="gray">
          <a:xfrm>
            <a:off x="4840019" y="4156615"/>
            <a:ext cx="2511148" cy="286915"/>
          </a:xfrm>
        </p:spPr>
        <p:txBody>
          <a:bodyPr/>
          <a:lstStyle>
            <a:lvl1pPr marL="0" indent="0" algn="ctr">
              <a:buNone/>
              <a:defRPr sz="2000" b="1">
                <a:solidFill>
                  <a:schemeClr val="accent1"/>
                </a:solidFill>
                <a:latin typeface="+mn-lt"/>
              </a:defRPr>
            </a:lvl1pPr>
          </a:lstStyle>
          <a:p>
            <a:pPr lvl="0"/>
            <a:r>
              <a:rPr lang="de-DE" dirty="0"/>
              <a:t>John </a:t>
            </a:r>
            <a:r>
              <a:rPr lang="de-DE" dirty="0" err="1"/>
              <a:t>Doe</a:t>
            </a:r>
            <a:endParaRPr lang="de-DE" dirty="0"/>
          </a:p>
        </p:txBody>
      </p:sp>
      <p:sp>
        <p:nvSpPr>
          <p:cNvPr id="17" name="Textplatzhalter 19">
            <a:extLst>
              <a:ext uri="{FF2B5EF4-FFF2-40B4-BE49-F238E27FC236}">
                <a16:creationId xmlns:a16="http://schemas.microsoft.com/office/drawing/2014/main" id="{0A7C0463-46E8-836A-425E-520EE1E615DD}"/>
              </a:ext>
            </a:extLst>
          </p:cNvPr>
          <p:cNvSpPr>
            <a:spLocks noGrp="1"/>
          </p:cNvSpPr>
          <p:nvPr>
            <p:ph type="body" sz="quarter" idx="47" hasCustomPrompt="1"/>
          </p:nvPr>
        </p:nvSpPr>
        <p:spPr bwMode="gray">
          <a:xfrm>
            <a:off x="4840019" y="5401450"/>
            <a:ext cx="2511148" cy="145909"/>
          </a:xfrm>
        </p:spPr>
        <p:txBody>
          <a:bodyPr/>
          <a:lstStyle>
            <a:lvl1pPr marL="0" indent="0" algn="ctr">
              <a:buNone/>
              <a:defRPr sz="1200">
                <a:solidFill>
                  <a:schemeClr val="tx1"/>
                </a:solidFill>
              </a:defRPr>
            </a:lvl1pPr>
          </a:lstStyle>
          <a:p>
            <a:pPr lvl="0"/>
            <a:r>
              <a:rPr lang="de-DE" dirty="0"/>
              <a:t>Web</a:t>
            </a:r>
          </a:p>
        </p:txBody>
      </p:sp>
      <p:sp>
        <p:nvSpPr>
          <p:cNvPr id="18" name="Textplatzhalter 19">
            <a:extLst>
              <a:ext uri="{FF2B5EF4-FFF2-40B4-BE49-F238E27FC236}">
                <a16:creationId xmlns:a16="http://schemas.microsoft.com/office/drawing/2014/main" id="{C80B01A0-93F7-8C78-C116-4B30F7A3B943}"/>
              </a:ext>
            </a:extLst>
          </p:cNvPr>
          <p:cNvSpPr>
            <a:spLocks noGrp="1"/>
          </p:cNvSpPr>
          <p:nvPr>
            <p:ph type="body" sz="quarter" idx="48" hasCustomPrompt="1"/>
          </p:nvPr>
        </p:nvSpPr>
        <p:spPr bwMode="gray">
          <a:xfrm>
            <a:off x="4840019" y="5566551"/>
            <a:ext cx="2511148" cy="145909"/>
          </a:xfrm>
        </p:spPr>
        <p:txBody>
          <a:bodyPr/>
          <a:lstStyle>
            <a:lvl1pPr marL="0" indent="0" algn="ctr">
              <a:buNone/>
              <a:defRPr sz="1200">
                <a:solidFill>
                  <a:schemeClr val="tx1"/>
                </a:solidFill>
              </a:defRPr>
            </a:lvl1pPr>
          </a:lstStyle>
          <a:p>
            <a:pPr lvl="0"/>
            <a:r>
              <a:rPr lang="de-DE" dirty="0"/>
              <a:t>E-Mail</a:t>
            </a:r>
          </a:p>
        </p:txBody>
      </p:sp>
      <p:sp>
        <p:nvSpPr>
          <p:cNvPr id="19" name="Textplatzhalter 19">
            <a:extLst>
              <a:ext uri="{FF2B5EF4-FFF2-40B4-BE49-F238E27FC236}">
                <a16:creationId xmlns:a16="http://schemas.microsoft.com/office/drawing/2014/main" id="{4B9D98AF-1F3D-E6FE-682D-C08B6C85CD01}"/>
              </a:ext>
            </a:extLst>
          </p:cNvPr>
          <p:cNvSpPr>
            <a:spLocks noGrp="1"/>
          </p:cNvSpPr>
          <p:nvPr>
            <p:ph type="body" sz="quarter" idx="49" hasCustomPrompt="1"/>
          </p:nvPr>
        </p:nvSpPr>
        <p:spPr bwMode="gray">
          <a:xfrm>
            <a:off x="4840019" y="5731651"/>
            <a:ext cx="2511148" cy="145909"/>
          </a:xfrm>
        </p:spPr>
        <p:txBody>
          <a:bodyPr/>
          <a:lstStyle>
            <a:lvl1pPr marL="0" indent="0" algn="ctr">
              <a:buNone/>
              <a:defRPr sz="1200">
                <a:solidFill>
                  <a:schemeClr val="tx1"/>
                </a:solidFill>
              </a:defRPr>
            </a:lvl1pPr>
          </a:lstStyle>
          <a:p>
            <a:pPr lvl="0"/>
            <a:r>
              <a:rPr lang="de-DE" dirty="0"/>
              <a:t>Phone</a:t>
            </a:r>
          </a:p>
        </p:txBody>
      </p:sp>
      <p:sp>
        <p:nvSpPr>
          <p:cNvPr id="20" name="Textplatzhalter 19">
            <a:extLst>
              <a:ext uri="{FF2B5EF4-FFF2-40B4-BE49-F238E27FC236}">
                <a16:creationId xmlns:a16="http://schemas.microsoft.com/office/drawing/2014/main" id="{5266AE98-2AD7-78F9-F979-0AC39C63E0B5}"/>
              </a:ext>
            </a:extLst>
          </p:cNvPr>
          <p:cNvSpPr>
            <a:spLocks noGrp="1"/>
          </p:cNvSpPr>
          <p:nvPr>
            <p:ph type="body" sz="quarter" idx="50" hasCustomPrompt="1"/>
          </p:nvPr>
        </p:nvSpPr>
        <p:spPr bwMode="gray">
          <a:xfrm>
            <a:off x="8353518" y="4463802"/>
            <a:ext cx="2511148" cy="199671"/>
          </a:xfrm>
        </p:spPr>
        <p:txBody>
          <a:bodyPr/>
          <a:lstStyle>
            <a:lvl1pPr marL="0" indent="0" algn="ctr">
              <a:buNone/>
              <a:defRPr sz="1600">
                <a:solidFill>
                  <a:schemeClr val="tx1"/>
                </a:solidFill>
              </a:defRPr>
            </a:lvl1pPr>
          </a:lstStyle>
          <a:p>
            <a:pPr lvl="0"/>
            <a:r>
              <a:rPr lang="de-DE" dirty="0"/>
              <a:t>Position</a:t>
            </a:r>
          </a:p>
        </p:txBody>
      </p:sp>
      <p:sp>
        <p:nvSpPr>
          <p:cNvPr id="21" name="Textplatzhalter 19">
            <a:extLst>
              <a:ext uri="{FF2B5EF4-FFF2-40B4-BE49-F238E27FC236}">
                <a16:creationId xmlns:a16="http://schemas.microsoft.com/office/drawing/2014/main" id="{103720EB-D9B6-49AD-DF01-D193E5155934}"/>
              </a:ext>
            </a:extLst>
          </p:cNvPr>
          <p:cNvSpPr>
            <a:spLocks noGrp="1"/>
          </p:cNvSpPr>
          <p:nvPr>
            <p:ph type="body" sz="quarter" idx="51" hasCustomPrompt="1"/>
          </p:nvPr>
        </p:nvSpPr>
        <p:spPr bwMode="gray">
          <a:xfrm>
            <a:off x="8353518" y="4686846"/>
            <a:ext cx="2511148" cy="199671"/>
          </a:xfrm>
        </p:spPr>
        <p:txBody>
          <a:bodyPr/>
          <a:lstStyle>
            <a:lvl1pPr marL="0" indent="0" algn="ctr">
              <a:buNone/>
              <a:defRPr sz="1600">
                <a:solidFill>
                  <a:schemeClr val="tx1"/>
                </a:solidFill>
              </a:defRPr>
            </a:lvl1pPr>
          </a:lstStyle>
          <a:p>
            <a:pPr lvl="0"/>
            <a:r>
              <a:rPr lang="de-DE" dirty="0" err="1"/>
              <a:t>Section</a:t>
            </a:r>
            <a:endParaRPr lang="de-DE" dirty="0"/>
          </a:p>
        </p:txBody>
      </p:sp>
      <p:sp>
        <p:nvSpPr>
          <p:cNvPr id="22" name="Textplatzhalter 19">
            <a:extLst>
              <a:ext uri="{FF2B5EF4-FFF2-40B4-BE49-F238E27FC236}">
                <a16:creationId xmlns:a16="http://schemas.microsoft.com/office/drawing/2014/main" id="{14B46577-2EBD-2125-A9B1-28F7ACDD530D}"/>
              </a:ext>
            </a:extLst>
          </p:cNvPr>
          <p:cNvSpPr>
            <a:spLocks noGrp="1"/>
          </p:cNvSpPr>
          <p:nvPr>
            <p:ph type="body" sz="quarter" idx="52" hasCustomPrompt="1"/>
          </p:nvPr>
        </p:nvSpPr>
        <p:spPr bwMode="gray">
          <a:xfrm>
            <a:off x="8353518" y="4156615"/>
            <a:ext cx="2511148" cy="286915"/>
          </a:xfrm>
        </p:spPr>
        <p:txBody>
          <a:bodyPr/>
          <a:lstStyle>
            <a:lvl1pPr marL="0" indent="0" algn="ctr">
              <a:buNone/>
              <a:defRPr sz="2000" b="1">
                <a:solidFill>
                  <a:schemeClr val="accent1"/>
                </a:solidFill>
                <a:latin typeface="+mn-lt"/>
              </a:defRPr>
            </a:lvl1pPr>
          </a:lstStyle>
          <a:p>
            <a:pPr lvl="0"/>
            <a:r>
              <a:rPr lang="de-DE" dirty="0"/>
              <a:t>John </a:t>
            </a:r>
            <a:r>
              <a:rPr lang="de-DE" dirty="0" err="1"/>
              <a:t>Doe</a:t>
            </a:r>
            <a:endParaRPr lang="de-DE" dirty="0"/>
          </a:p>
        </p:txBody>
      </p:sp>
      <p:sp>
        <p:nvSpPr>
          <p:cNvPr id="23" name="Textplatzhalter 19">
            <a:extLst>
              <a:ext uri="{FF2B5EF4-FFF2-40B4-BE49-F238E27FC236}">
                <a16:creationId xmlns:a16="http://schemas.microsoft.com/office/drawing/2014/main" id="{E561053D-76BE-23F3-9423-B6FE0032BED6}"/>
              </a:ext>
            </a:extLst>
          </p:cNvPr>
          <p:cNvSpPr>
            <a:spLocks noGrp="1"/>
          </p:cNvSpPr>
          <p:nvPr>
            <p:ph type="body" sz="quarter" idx="53" hasCustomPrompt="1"/>
          </p:nvPr>
        </p:nvSpPr>
        <p:spPr bwMode="gray">
          <a:xfrm>
            <a:off x="8353518" y="5401450"/>
            <a:ext cx="2511148" cy="145909"/>
          </a:xfrm>
        </p:spPr>
        <p:txBody>
          <a:bodyPr/>
          <a:lstStyle>
            <a:lvl1pPr marL="0" indent="0" algn="ctr">
              <a:buNone/>
              <a:defRPr sz="1200">
                <a:solidFill>
                  <a:schemeClr val="tx1"/>
                </a:solidFill>
              </a:defRPr>
            </a:lvl1pPr>
          </a:lstStyle>
          <a:p>
            <a:pPr lvl="0"/>
            <a:r>
              <a:rPr lang="de-DE" dirty="0"/>
              <a:t>Web</a:t>
            </a:r>
          </a:p>
        </p:txBody>
      </p:sp>
      <p:sp>
        <p:nvSpPr>
          <p:cNvPr id="24" name="Textplatzhalter 19">
            <a:extLst>
              <a:ext uri="{FF2B5EF4-FFF2-40B4-BE49-F238E27FC236}">
                <a16:creationId xmlns:a16="http://schemas.microsoft.com/office/drawing/2014/main" id="{5EF6677A-F4D2-D988-1B88-65B4A67BFD67}"/>
              </a:ext>
            </a:extLst>
          </p:cNvPr>
          <p:cNvSpPr>
            <a:spLocks noGrp="1"/>
          </p:cNvSpPr>
          <p:nvPr>
            <p:ph type="body" sz="quarter" idx="54" hasCustomPrompt="1"/>
          </p:nvPr>
        </p:nvSpPr>
        <p:spPr bwMode="gray">
          <a:xfrm>
            <a:off x="8353518" y="5566551"/>
            <a:ext cx="2511148" cy="145909"/>
          </a:xfrm>
        </p:spPr>
        <p:txBody>
          <a:bodyPr/>
          <a:lstStyle>
            <a:lvl1pPr marL="0" indent="0" algn="ctr">
              <a:buNone/>
              <a:defRPr sz="1200">
                <a:solidFill>
                  <a:schemeClr val="tx1"/>
                </a:solidFill>
              </a:defRPr>
            </a:lvl1pPr>
          </a:lstStyle>
          <a:p>
            <a:pPr lvl="0"/>
            <a:r>
              <a:rPr lang="de-DE" dirty="0"/>
              <a:t>E-Mail</a:t>
            </a:r>
          </a:p>
        </p:txBody>
      </p:sp>
      <p:sp>
        <p:nvSpPr>
          <p:cNvPr id="25" name="Textplatzhalter 19">
            <a:extLst>
              <a:ext uri="{FF2B5EF4-FFF2-40B4-BE49-F238E27FC236}">
                <a16:creationId xmlns:a16="http://schemas.microsoft.com/office/drawing/2014/main" id="{DE42BCAA-0097-FC55-9E39-E2DA01AB8211}"/>
              </a:ext>
            </a:extLst>
          </p:cNvPr>
          <p:cNvSpPr>
            <a:spLocks noGrp="1"/>
          </p:cNvSpPr>
          <p:nvPr>
            <p:ph type="body" sz="quarter" idx="55" hasCustomPrompt="1"/>
          </p:nvPr>
        </p:nvSpPr>
        <p:spPr bwMode="gray">
          <a:xfrm>
            <a:off x="8353518" y="5731651"/>
            <a:ext cx="2511148" cy="145909"/>
          </a:xfrm>
        </p:spPr>
        <p:txBody>
          <a:bodyPr/>
          <a:lstStyle>
            <a:lvl1pPr marL="0" indent="0" algn="ctr">
              <a:buNone/>
              <a:defRPr sz="1200">
                <a:solidFill>
                  <a:schemeClr val="tx1"/>
                </a:solidFill>
              </a:defRPr>
            </a:lvl1pPr>
          </a:lstStyle>
          <a:p>
            <a:pPr lvl="0"/>
            <a:r>
              <a:rPr lang="de-DE" dirty="0"/>
              <a:t>Phone</a:t>
            </a:r>
          </a:p>
        </p:txBody>
      </p:sp>
      <p:cxnSp>
        <p:nvCxnSpPr>
          <p:cNvPr id="26" name="Gerader Verbinder 25">
            <a:extLst>
              <a:ext uri="{FF2B5EF4-FFF2-40B4-BE49-F238E27FC236}">
                <a16:creationId xmlns:a16="http://schemas.microsoft.com/office/drawing/2014/main" id="{26DE7A2C-5491-28D9-D730-45BA7DE21B09}"/>
              </a:ext>
            </a:extLst>
          </p:cNvPr>
          <p:cNvCxnSpPr>
            <a:cxnSpLocks/>
          </p:cNvCxnSpPr>
          <p:nvPr userDrawn="1"/>
        </p:nvCxnSpPr>
        <p:spPr bwMode="gray">
          <a:xfrm flipH="1">
            <a:off x="9343662" y="5138420"/>
            <a:ext cx="53086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7" name="Gerader Verbinder 26">
            <a:extLst>
              <a:ext uri="{FF2B5EF4-FFF2-40B4-BE49-F238E27FC236}">
                <a16:creationId xmlns:a16="http://schemas.microsoft.com/office/drawing/2014/main" id="{35816C62-917C-832A-5714-28DA0ACBF116}"/>
              </a:ext>
            </a:extLst>
          </p:cNvPr>
          <p:cNvCxnSpPr>
            <a:cxnSpLocks/>
          </p:cNvCxnSpPr>
          <p:nvPr userDrawn="1"/>
        </p:nvCxnSpPr>
        <p:spPr bwMode="gray">
          <a:xfrm flipH="1">
            <a:off x="5830163" y="5138420"/>
            <a:ext cx="53086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8" name="Gerader Verbinder 27">
            <a:extLst>
              <a:ext uri="{FF2B5EF4-FFF2-40B4-BE49-F238E27FC236}">
                <a16:creationId xmlns:a16="http://schemas.microsoft.com/office/drawing/2014/main" id="{B7EF6E77-3587-D7D8-89F9-A87572A52709}"/>
              </a:ext>
            </a:extLst>
          </p:cNvPr>
          <p:cNvCxnSpPr>
            <a:cxnSpLocks/>
          </p:cNvCxnSpPr>
          <p:nvPr userDrawn="1"/>
        </p:nvCxnSpPr>
        <p:spPr bwMode="gray">
          <a:xfrm flipH="1">
            <a:off x="2316664" y="5138420"/>
            <a:ext cx="53086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2130931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D_Contact_4">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0C3BB7C-B4A7-41A4-8C5A-903570B6070B}"/>
              </a:ext>
            </a:extLst>
          </p:cNvPr>
          <p:cNvSpPr>
            <a:spLocks noGrp="1"/>
          </p:cNvSpPr>
          <p:nvPr>
            <p:ph type="title" hasCustomPrompt="1"/>
          </p:nvPr>
        </p:nvSpPr>
        <p:spPr bwMode="gray"/>
        <p:txBody>
          <a:bodyPr vert="horz"/>
          <a:lstStyle/>
          <a:p>
            <a:r>
              <a:rPr lang="en-US" dirty="0"/>
              <a:t>Click to edit Master title style</a:t>
            </a:r>
          </a:p>
        </p:txBody>
      </p:sp>
      <p:sp>
        <p:nvSpPr>
          <p:cNvPr id="10" name="Footer Placeholder 4">
            <a:extLst>
              <a:ext uri="{FF2B5EF4-FFF2-40B4-BE49-F238E27FC236}">
                <a16:creationId xmlns:a16="http://schemas.microsoft.com/office/drawing/2014/main" id="{A9C53063-1F58-BE27-2E94-7E00DE772613}"/>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tx1"/>
                </a:solidFill>
              </a:defRPr>
            </a:lvl1pPr>
          </a:lstStyle>
          <a:p>
            <a:r>
              <a:rPr lang="en-US" dirty="0"/>
              <a:t>© </a:t>
            </a:r>
            <a:fld id="{DD69F77D-B589-4F3A-9274-29083AE57FBD}" type="datetimeyyyy">
              <a:rPr lang="en-US" smtClean="0"/>
              <a:pPr/>
              <a:t>2024</a:t>
            </a:fld>
            <a:r>
              <a:rPr lang="en-US" dirty="0"/>
              <a:t> NTT DATA Business Solutions</a:t>
            </a:r>
          </a:p>
        </p:txBody>
      </p:sp>
      <p:sp>
        <p:nvSpPr>
          <p:cNvPr id="11" name="Slide Number Placeholder 5">
            <a:extLst>
              <a:ext uri="{FF2B5EF4-FFF2-40B4-BE49-F238E27FC236}">
                <a16:creationId xmlns:a16="http://schemas.microsoft.com/office/drawing/2014/main" id="{AF1EE05E-1EF3-FA88-09CC-87DB6B58184B}"/>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tx1"/>
                </a:solidFill>
              </a:defRPr>
            </a:lvl1pPr>
          </a:lstStyle>
          <a:p>
            <a:fld id="{13CE6DAF-806F-404B-BC68-339BFCB57E5C}" type="slidenum">
              <a:rPr lang="en-US" smtClean="0"/>
              <a:pPr/>
              <a:t>‹#›</a:t>
            </a:fld>
            <a:endParaRPr lang="en-US" dirty="0"/>
          </a:p>
        </p:txBody>
      </p:sp>
      <p:sp>
        <p:nvSpPr>
          <p:cNvPr id="2" name="Bild">
            <a:extLst>
              <a:ext uri="{FF2B5EF4-FFF2-40B4-BE49-F238E27FC236}">
                <a16:creationId xmlns:a16="http://schemas.microsoft.com/office/drawing/2014/main" id="{16F42730-80E4-1B1B-17CC-09DD2547C8D4}"/>
              </a:ext>
            </a:extLst>
          </p:cNvPr>
          <p:cNvSpPr>
            <a:spLocks noGrp="1"/>
          </p:cNvSpPr>
          <p:nvPr>
            <p:ph type="pic" sz="quarter" idx="18"/>
          </p:nvPr>
        </p:nvSpPr>
        <p:spPr bwMode="gray">
          <a:xfrm>
            <a:off x="849755" y="1719468"/>
            <a:ext cx="2158392" cy="2158204"/>
          </a:xfrm>
          <a:prstGeom prst="ellipse">
            <a:avLst/>
          </a:prstGeom>
          <a:solidFill>
            <a:schemeClr val="accent6"/>
          </a:solidFill>
        </p:spPr>
        <p:txBody>
          <a:bodyPr lIns="144000" tIns="144000" rIns="144000" bIns="144000"/>
          <a:lstStyle>
            <a:lvl1pPr marL="0" indent="0">
              <a:buNone/>
              <a:defRPr sz="1400"/>
            </a:lvl1pPr>
          </a:lstStyle>
          <a:p>
            <a:r>
              <a:rPr lang="de-DE" noProof="0" dirty="0"/>
              <a:t>Bild</a:t>
            </a:r>
          </a:p>
        </p:txBody>
      </p:sp>
      <p:sp>
        <p:nvSpPr>
          <p:cNvPr id="3" name="Textplatzhalter 19">
            <a:extLst>
              <a:ext uri="{FF2B5EF4-FFF2-40B4-BE49-F238E27FC236}">
                <a16:creationId xmlns:a16="http://schemas.microsoft.com/office/drawing/2014/main" id="{A939BA7A-C2B6-B9E0-A193-6357236B0D80}"/>
              </a:ext>
            </a:extLst>
          </p:cNvPr>
          <p:cNvSpPr>
            <a:spLocks noGrp="1"/>
          </p:cNvSpPr>
          <p:nvPr>
            <p:ph type="body" sz="quarter" idx="20" hasCustomPrompt="1"/>
          </p:nvPr>
        </p:nvSpPr>
        <p:spPr bwMode="gray">
          <a:xfrm>
            <a:off x="673377" y="4463802"/>
            <a:ext cx="2511148" cy="199671"/>
          </a:xfrm>
        </p:spPr>
        <p:txBody>
          <a:bodyPr/>
          <a:lstStyle>
            <a:lvl1pPr marL="0" indent="0" algn="ctr">
              <a:buNone/>
              <a:defRPr sz="1600">
                <a:solidFill>
                  <a:schemeClr val="tx1"/>
                </a:solidFill>
              </a:defRPr>
            </a:lvl1pPr>
          </a:lstStyle>
          <a:p>
            <a:pPr lvl="0"/>
            <a:r>
              <a:rPr lang="de-DE" dirty="0"/>
              <a:t>Position</a:t>
            </a:r>
          </a:p>
        </p:txBody>
      </p:sp>
      <p:sp>
        <p:nvSpPr>
          <p:cNvPr id="4" name="Textplatzhalter 19">
            <a:extLst>
              <a:ext uri="{FF2B5EF4-FFF2-40B4-BE49-F238E27FC236}">
                <a16:creationId xmlns:a16="http://schemas.microsoft.com/office/drawing/2014/main" id="{872571A5-732F-3D9E-6B4D-53CD31A3E045}"/>
              </a:ext>
            </a:extLst>
          </p:cNvPr>
          <p:cNvSpPr>
            <a:spLocks noGrp="1"/>
          </p:cNvSpPr>
          <p:nvPr>
            <p:ph type="body" sz="quarter" idx="24" hasCustomPrompt="1"/>
          </p:nvPr>
        </p:nvSpPr>
        <p:spPr bwMode="gray">
          <a:xfrm>
            <a:off x="673377" y="4686846"/>
            <a:ext cx="2511148" cy="199671"/>
          </a:xfrm>
        </p:spPr>
        <p:txBody>
          <a:bodyPr/>
          <a:lstStyle>
            <a:lvl1pPr marL="0" indent="0" algn="ctr">
              <a:buNone/>
              <a:defRPr sz="1600">
                <a:solidFill>
                  <a:schemeClr val="tx1"/>
                </a:solidFill>
              </a:defRPr>
            </a:lvl1pPr>
          </a:lstStyle>
          <a:p>
            <a:pPr lvl="0"/>
            <a:r>
              <a:rPr lang="de-DE" dirty="0" err="1"/>
              <a:t>Section</a:t>
            </a:r>
            <a:endParaRPr lang="de-DE" dirty="0"/>
          </a:p>
        </p:txBody>
      </p:sp>
      <p:sp>
        <p:nvSpPr>
          <p:cNvPr id="5" name="Textplatzhalter 19">
            <a:extLst>
              <a:ext uri="{FF2B5EF4-FFF2-40B4-BE49-F238E27FC236}">
                <a16:creationId xmlns:a16="http://schemas.microsoft.com/office/drawing/2014/main" id="{6788012F-3E41-D655-3CE5-5DFD616E5D86}"/>
              </a:ext>
            </a:extLst>
          </p:cNvPr>
          <p:cNvSpPr>
            <a:spLocks noGrp="1"/>
          </p:cNvSpPr>
          <p:nvPr>
            <p:ph type="body" sz="quarter" idx="25" hasCustomPrompt="1"/>
          </p:nvPr>
        </p:nvSpPr>
        <p:spPr bwMode="gray">
          <a:xfrm>
            <a:off x="673377" y="4156615"/>
            <a:ext cx="2511148" cy="286915"/>
          </a:xfrm>
        </p:spPr>
        <p:txBody>
          <a:bodyPr/>
          <a:lstStyle>
            <a:lvl1pPr marL="0" indent="0" algn="ctr">
              <a:buNone/>
              <a:defRPr sz="2000" b="1">
                <a:solidFill>
                  <a:schemeClr val="accent1"/>
                </a:solidFill>
                <a:latin typeface="+mn-lt"/>
              </a:defRPr>
            </a:lvl1pPr>
          </a:lstStyle>
          <a:p>
            <a:pPr lvl="0"/>
            <a:r>
              <a:rPr lang="de-DE" dirty="0"/>
              <a:t>John </a:t>
            </a:r>
            <a:r>
              <a:rPr lang="de-DE" dirty="0" err="1"/>
              <a:t>Doe</a:t>
            </a:r>
            <a:endParaRPr lang="de-DE" dirty="0"/>
          </a:p>
        </p:txBody>
      </p:sp>
      <p:sp>
        <p:nvSpPr>
          <p:cNvPr id="7" name="Textplatzhalter 19">
            <a:extLst>
              <a:ext uri="{FF2B5EF4-FFF2-40B4-BE49-F238E27FC236}">
                <a16:creationId xmlns:a16="http://schemas.microsoft.com/office/drawing/2014/main" id="{58F5FD8B-4ED7-0B49-D043-DA4AB5508D46}"/>
              </a:ext>
            </a:extLst>
          </p:cNvPr>
          <p:cNvSpPr>
            <a:spLocks noGrp="1"/>
          </p:cNvSpPr>
          <p:nvPr>
            <p:ph type="body" sz="quarter" idx="26" hasCustomPrompt="1"/>
          </p:nvPr>
        </p:nvSpPr>
        <p:spPr bwMode="gray">
          <a:xfrm>
            <a:off x="673377" y="5401450"/>
            <a:ext cx="2511148" cy="145909"/>
          </a:xfrm>
        </p:spPr>
        <p:txBody>
          <a:bodyPr/>
          <a:lstStyle>
            <a:lvl1pPr marL="0" indent="0" algn="ctr">
              <a:buNone/>
              <a:defRPr sz="1200">
                <a:solidFill>
                  <a:schemeClr val="tx1"/>
                </a:solidFill>
              </a:defRPr>
            </a:lvl1pPr>
          </a:lstStyle>
          <a:p>
            <a:pPr lvl="0"/>
            <a:r>
              <a:rPr lang="de-DE" dirty="0"/>
              <a:t>Web</a:t>
            </a:r>
          </a:p>
        </p:txBody>
      </p:sp>
      <p:sp>
        <p:nvSpPr>
          <p:cNvPr id="8" name="Textplatzhalter 19">
            <a:extLst>
              <a:ext uri="{FF2B5EF4-FFF2-40B4-BE49-F238E27FC236}">
                <a16:creationId xmlns:a16="http://schemas.microsoft.com/office/drawing/2014/main" id="{4BB89FE6-D2B8-921A-6FAE-AC998BE60074}"/>
              </a:ext>
            </a:extLst>
          </p:cNvPr>
          <p:cNvSpPr>
            <a:spLocks noGrp="1"/>
          </p:cNvSpPr>
          <p:nvPr>
            <p:ph type="body" sz="quarter" idx="27" hasCustomPrompt="1"/>
          </p:nvPr>
        </p:nvSpPr>
        <p:spPr bwMode="gray">
          <a:xfrm>
            <a:off x="673377" y="5566551"/>
            <a:ext cx="2511148" cy="145909"/>
          </a:xfrm>
        </p:spPr>
        <p:txBody>
          <a:bodyPr/>
          <a:lstStyle>
            <a:lvl1pPr marL="0" indent="0" algn="ctr">
              <a:buNone/>
              <a:defRPr sz="1200">
                <a:solidFill>
                  <a:schemeClr val="tx1"/>
                </a:solidFill>
              </a:defRPr>
            </a:lvl1pPr>
          </a:lstStyle>
          <a:p>
            <a:pPr lvl="0"/>
            <a:r>
              <a:rPr lang="de-DE" dirty="0"/>
              <a:t>E-Mail</a:t>
            </a:r>
          </a:p>
        </p:txBody>
      </p:sp>
      <p:sp>
        <p:nvSpPr>
          <p:cNvPr id="9" name="Textplatzhalter 19">
            <a:extLst>
              <a:ext uri="{FF2B5EF4-FFF2-40B4-BE49-F238E27FC236}">
                <a16:creationId xmlns:a16="http://schemas.microsoft.com/office/drawing/2014/main" id="{61275AD2-D3C0-38A7-9367-2B930FAF654B}"/>
              </a:ext>
            </a:extLst>
          </p:cNvPr>
          <p:cNvSpPr>
            <a:spLocks noGrp="1"/>
          </p:cNvSpPr>
          <p:nvPr>
            <p:ph type="body" sz="quarter" idx="28" hasCustomPrompt="1"/>
          </p:nvPr>
        </p:nvSpPr>
        <p:spPr bwMode="gray">
          <a:xfrm>
            <a:off x="673377" y="5731651"/>
            <a:ext cx="2511148" cy="145909"/>
          </a:xfrm>
        </p:spPr>
        <p:txBody>
          <a:bodyPr/>
          <a:lstStyle>
            <a:lvl1pPr marL="0" indent="0" algn="ctr">
              <a:buNone/>
              <a:defRPr sz="1200">
                <a:solidFill>
                  <a:schemeClr val="tx1"/>
                </a:solidFill>
              </a:defRPr>
            </a:lvl1pPr>
          </a:lstStyle>
          <a:p>
            <a:pPr lvl="0"/>
            <a:r>
              <a:rPr lang="de-DE" dirty="0"/>
              <a:t>Phone</a:t>
            </a:r>
          </a:p>
        </p:txBody>
      </p:sp>
      <p:sp>
        <p:nvSpPr>
          <p:cNvPr id="12" name="Bild">
            <a:extLst>
              <a:ext uri="{FF2B5EF4-FFF2-40B4-BE49-F238E27FC236}">
                <a16:creationId xmlns:a16="http://schemas.microsoft.com/office/drawing/2014/main" id="{20412483-972D-CC27-6764-E5EC7D460650}"/>
              </a:ext>
            </a:extLst>
          </p:cNvPr>
          <p:cNvSpPr>
            <a:spLocks noGrp="1"/>
          </p:cNvSpPr>
          <p:nvPr>
            <p:ph type="pic" sz="quarter" idx="29"/>
          </p:nvPr>
        </p:nvSpPr>
        <p:spPr bwMode="gray">
          <a:xfrm>
            <a:off x="6405279" y="1719468"/>
            <a:ext cx="2158392" cy="2158204"/>
          </a:xfrm>
          <a:prstGeom prst="ellipse">
            <a:avLst/>
          </a:prstGeom>
          <a:solidFill>
            <a:schemeClr val="accent6"/>
          </a:solidFill>
        </p:spPr>
        <p:txBody>
          <a:bodyPr lIns="144000" tIns="144000" rIns="144000" bIns="144000"/>
          <a:lstStyle>
            <a:lvl1pPr marL="0" indent="0">
              <a:buNone/>
              <a:defRPr sz="1100"/>
            </a:lvl1pPr>
          </a:lstStyle>
          <a:p>
            <a:r>
              <a:rPr lang="de-DE" noProof="0" dirty="0"/>
              <a:t>Bild</a:t>
            </a:r>
          </a:p>
        </p:txBody>
      </p:sp>
      <p:sp>
        <p:nvSpPr>
          <p:cNvPr id="13" name="Bild">
            <a:extLst>
              <a:ext uri="{FF2B5EF4-FFF2-40B4-BE49-F238E27FC236}">
                <a16:creationId xmlns:a16="http://schemas.microsoft.com/office/drawing/2014/main" id="{7A76F2C5-F2BC-1C10-AF54-2E6E56002251}"/>
              </a:ext>
            </a:extLst>
          </p:cNvPr>
          <p:cNvSpPr>
            <a:spLocks noGrp="1"/>
          </p:cNvSpPr>
          <p:nvPr>
            <p:ph type="pic" sz="quarter" idx="36"/>
          </p:nvPr>
        </p:nvSpPr>
        <p:spPr bwMode="gray">
          <a:xfrm>
            <a:off x="3627517" y="1719468"/>
            <a:ext cx="2158392" cy="2158204"/>
          </a:xfrm>
          <a:prstGeom prst="ellipse">
            <a:avLst/>
          </a:prstGeom>
          <a:solidFill>
            <a:schemeClr val="accent6"/>
          </a:solidFill>
        </p:spPr>
        <p:txBody>
          <a:bodyPr lIns="144000" tIns="144000" rIns="144000" bIns="144000"/>
          <a:lstStyle>
            <a:lvl1pPr marL="0" indent="0">
              <a:buNone/>
              <a:defRPr sz="1400"/>
            </a:lvl1pPr>
          </a:lstStyle>
          <a:p>
            <a:r>
              <a:rPr lang="de-DE" noProof="0" dirty="0"/>
              <a:t>Bild</a:t>
            </a:r>
          </a:p>
        </p:txBody>
      </p:sp>
      <p:sp>
        <p:nvSpPr>
          <p:cNvPr id="14" name="Bild">
            <a:extLst>
              <a:ext uri="{FF2B5EF4-FFF2-40B4-BE49-F238E27FC236}">
                <a16:creationId xmlns:a16="http://schemas.microsoft.com/office/drawing/2014/main" id="{31975331-6B09-E7CE-F3DB-8C3FCD3B129C}"/>
              </a:ext>
            </a:extLst>
          </p:cNvPr>
          <p:cNvSpPr>
            <a:spLocks noGrp="1"/>
          </p:cNvSpPr>
          <p:nvPr>
            <p:ph type="pic" sz="quarter" idx="37"/>
          </p:nvPr>
        </p:nvSpPr>
        <p:spPr bwMode="gray">
          <a:xfrm>
            <a:off x="9183040" y="1719468"/>
            <a:ext cx="2158392" cy="2158204"/>
          </a:xfrm>
          <a:prstGeom prst="ellipse">
            <a:avLst/>
          </a:prstGeom>
          <a:solidFill>
            <a:schemeClr val="accent6"/>
          </a:solidFill>
        </p:spPr>
        <p:txBody>
          <a:bodyPr lIns="144000" tIns="144000" rIns="144000" bIns="144000"/>
          <a:lstStyle>
            <a:lvl1pPr marL="0" indent="0">
              <a:buNone/>
              <a:defRPr sz="1100"/>
            </a:lvl1pPr>
          </a:lstStyle>
          <a:p>
            <a:r>
              <a:rPr lang="de-DE" noProof="0" dirty="0"/>
              <a:t>Bild</a:t>
            </a:r>
          </a:p>
        </p:txBody>
      </p:sp>
      <p:sp>
        <p:nvSpPr>
          <p:cNvPr id="15" name="Textplatzhalter 19">
            <a:extLst>
              <a:ext uri="{FF2B5EF4-FFF2-40B4-BE49-F238E27FC236}">
                <a16:creationId xmlns:a16="http://schemas.microsoft.com/office/drawing/2014/main" id="{F3E5FC0E-EF90-B021-52B2-0C1414C429DF}"/>
              </a:ext>
            </a:extLst>
          </p:cNvPr>
          <p:cNvSpPr>
            <a:spLocks noGrp="1"/>
          </p:cNvSpPr>
          <p:nvPr>
            <p:ph type="body" sz="quarter" idx="38" hasCustomPrompt="1"/>
          </p:nvPr>
        </p:nvSpPr>
        <p:spPr bwMode="gray">
          <a:xfrm>
            <a:off x="3451139" y="4463802"/>
            <a:ext cx="2511148" cy="199671"/>
          </a:xfrm>
        </p:spPr>
        <p:txBody>
          <a:bodyPr/>
          <a:lstStyle>
            <a:lvl1pPr marL="0" indent="0" algn="ctr">
              <a:buNone/>
              <a:defRPr sz="1600">
                <a:solidFill>
                  <a:schemeClr val="tx1"/>
                </a:solidFill>
              </a:defRPr>
            </a:lvl1pPr>
          </a:lstStyle>
          <a:p>
            <a:pPr lvl="0"/>
            <a:r>
              <a:rPr lang="de-DE" dirty="0"/>
              <a:t>Position</a:t>
            </a:r>
          </a:p>
        </p:txBody>
      </p:sp>
      <p:sp>
        <p:nvSpPr>
          <p:cNvPr id="16" name="Textplatzhalter 19">
            <a:extLst>
              <a:ext uri="{FF2B5EF4-FFF2-40B4-BE49-F238E27FC236}">
                <a16:creationId xmlns:a16="http://schemas.microsoft.com/office/drawing/2014/main" id="{89AE2A50-7EBD-6DC8-F352-D68DFD88E014}"/>
              </a:ext>
            </a:extLst>
          </p:cNvPr>
          <p:cNvSpPr>
            <a:spLocks noGrp="1"/>
          </p:cNvSpPr>
          <p:nvPr>
            <p:ph type="body" sz="quarter" idx="39" hasCustomPrompt="1"/>
          </p:nvPr>
        </p:nvSpPr>
        <p:spPr bwMode="gray">
          <a:xfrm>
            <a:off x="3451139" y="4686846"/>
            <a:ext cx="2511148" cy="199671"/>
          </a:xfrm>
        </p:spPr>
        <p:txBody>
          <a:bodyPr/>
          <a:lstStyle>
            <a:lvl1pPr marL="0" indent="0" algn="ctr">
              <a:buNone/>
              <a:defRPr sz="1600">
                <a:solidFill>
                  <a:schemeClr val="tx1"/>
                </a:solidFill>
              </a:defRPr>
            </a:lvl1pPr>
          </a:lstStyle>
          <a:p>
            <a:pPr lvl="0"/>
            <a:r>
              <a:rPr lang="de-DE" dirty="0" err="1"/>
              <a:t>Section</a:t>
            </a:r>
            <a:endParaRPr lang="de-DE" dirty="0"/>
          </a:p>
        </p:txBody>
      </p:sp>
      <p:sp>
        <p:nvSpPr>
          <p:cNvPr id="17" name="Textplatzhalter 19">
            <a:extLst>
              <a:ext uri="{FF2B5EF4-FFF2-40B4-BE49-F238E27FC236}">
                <a16:creationId xmlns:a16="http://schemas.microsoft.com/office/drawing/2014/main" id="{C64E8E40-1BCF-E2D4-0C28-A618217D249B}"/>
              </a:ext>
            </a:extLst>
          </p:cNvPr>
          <p:cNvSpPr>
            <a:spLocks noGrp="1"/>
          </p:cNvSpPr>
          <p:nvPr>
            <p:ph type="body" sz="quarter" idx="40" hasCustomPrompt="1"/>
          </p:nvPr>
        </p:nvSpPr>
        <p:spPr bwMode="gray">
          <a:xfrm>
            <a:off x="3451139" y="4156615"/>
            <a:ext cx="2511148" cy="286915"/>
          </a:xfrm>
        </p:spPr>
        <p:txBody>
          <a:bodyPr/>
          <a:lstStyle>
            <a:lvl1pPr marL="0" indent="0" algn="ctr">
              <a:buNone/>
              <a:defRPr sz="2000" b="1">
                <a:solidFill>
                  <a:schemeClr val="accent1"/>
                </a:solidFill>
                <a:latin typeface="+mn-lt"/>
              </a:defRPr>
            </a:lvl1pPr>
          </a:lstStyle>
          <a:p>
            <a:pPr lvl="0"/>
            <a:r>
              <a:rPr lang="de-DE" dirty="0"/>
              <a:t>John </a:t>
            </a:r>
            <a:r>
              <a:rPr lang="de-DE" dirty="0" err="1"/>
              <a:t>Doe</a:t>
            </a:r>
            <a:endParaRPr lang="de-DE" dirty="0"/>
          </a:p>
        </p:txBody>
      </p:sp>
      <p:sp>
        <p:nvSpPr>
          <p:cNvPr id="18" name="Textplatzhalter 19">
            <a:extLst>
              <a:ext uri="{FF2B5EF4-FFF2-40B4-BE49-F238E27FC236}">
                <a16:creationId xmlns:a16="http://schemas.microsoft.com/office/drawing/2014/main" id="{2A5D2E15-3913-600B-A8E7-01CD5A6376B1}"/>
              </a:ext>
            </a:extLst>
          </p:cNvPr>
          <p:cNvSpPr>
            <a:spLocks noGrp="1"/>
          </p:cNvSpPr>
          <p:nvPr>
            <p:ph type="body" sz="quarter" idx="41" hasCustomPrompt="1"/>
          </p:nvPr>
        </p:nvSpPr>
        <p:spPr bwMode="gray">
          <a:xfrm>
            <a:off x="3451139" y="5401450"/>
            <a:ext cx="2511148" cy="145909"/>
          </a:xfrm>
        </p:spPr>
        <p:txBody>
          <a:bodyPr/>
          <a:lstStyle>
            <a:lvl1pPr marL="0" indent="0" algn="ctr">
              <a:buNone/>
              <a:defRPr sz="1200">
                <a:solidFill>
                  <a:schemeClr val="tx1"/>
                </a:solidFill>
              </a:defRPr>
            </a:lvl1pPr>
          </a:lstStyle>
          <a:p>
            <a:pPr lvl="0"/>
            <a:r>
              <a:rPr lang="de-DE" dirty="0"/>
              <a:t>Web</a:t>
            </a:r>
          </a:p>
        </p:txBody>
      </p:sp>
      <p:sp>
        <p:nvSpPr>
          <p:cNvPr id="19" name="Textplatzhalter 19">
            <a:extLst>
              <a:ext uri="{FF2B5EF4-FFF2-40B4-BE49-F238E27FC236}">
                <a16:creationId xmlns:a16="http://schemas.microsoft.com/office/drawing/2014/main" id="{161D927A-3270-4618-BD8D-F8F3C7F146AC}"/>
              </a:ext>
            </a:extLst>
          </p:cNvPr>
          <p:cNvSpPr>
            <a:spLocks noGrp="1"/>
          </p:cNvSpPr>
          <p:nvPr>
            <p:ph type="body" sz="quarter" idx="42" hasCustomPrompt="1"/>
          </p:nvPr>
        </p:nvSpPr>
        <p:spPr bwMode="gray">
          <a:xfrm>
            <a:off x="3451139" y="5566551"/>
            <a:ext cx="2511148" cy="145909"/>
          </a:xfrm>
        </p:spPr>
        <p:txBody>
          <a:bodyPr/>
          <a:lstStyle>
            <a:lvl1pPr marL="0" indent="0" algn="ctr">
              <a:buNone/>
              <a:defRPr sz="1200">
                <a:solidFill>
                  <a:schemeClr val="tx1"/>
                </a:solidFill>
              </a:defRPr>
            </a:lvl1pPr>
          </a:lstStyle>
          <a:p>
            <a:pPr lvl="0"/>
            <a:r>
              <a:rPr lang="de-DE" dirty="0"/>
              <a:t>E-Mail</a:t>
            </a:r>
          </a:p>
        </p:txBody>
      </p:sp>
      <p:sp>
        <p:nvSpPr>
          <p:cNvPr id="20" name="Textplatzhalter 19">
            <a:extLst>
              <a:ext uri="{FF2B5EF4-FFF2-40B4-BE49-F238E27FC236}">
                <a16:creationId xmlns:a16="http://schemas.microsoft.com/office/drawing/2014/main" id="{49FD7A3D-D4F1-7AF5-6EAE-90907F3279DB}"/>
              </a:ext>
            </a:extLst>
          </p:cNvPr>
          <p:cNvSpPr>
            <a:spLocks noGrp="1"/>
          </p:cNvSpPr>
          <p:nvPr>
            <p:ph type="body" sz="quarter" idx="43" hasCustomPrompt="1"/>
          </p:nvPr>
        </p:nvSpPr>
        <p:spPr bwMode="gray">
          <a:xfrm>
            <a:off x="3451139" y="5731651"/>
            <a:ext cx="2511148" cy="145909"/>
          </a:xfrm>
        </p:spPr>
        <p:txBody>
          <a:bodyPr/>
          <a:lstStyle>
            <a:lvl1pPr marL="0" indent="0" algn="ctr">
              <a:buNone/>
              <a:defRPr sz="1200">
                <a:solidFill>
                  <a:schemeClr val="tx1"/>
                </a:solidFill>
              </a:defRPr>
            </a:lvl1pPr>
          </a:lstStyle>
          <a:p>
            <a:pPr lvl="0"/>
            <a:r>
              <a:rPr lang="de-DE" dirty="0"/>
              <a:t>Phone</a:t>
            </a:r>
          </a:p>
        </p:txBody>
      </p:sp>
      <p:sp>
        <p:nvSpPr>
          <p:cNvPr id="21" name="Textplatzhalter 19">
            <a:extLst>
              <a:ext uri="{FF2B5EF4-FFF2-40B4-BE49-F238E27FC236}">
                <a16:creationId xmlns:a16="http://schemas.microsoft.com/office/drawing/2014/main" id="{78FA88C9-C022-EA4F-DBB9-329D4DD284AD}"/>
              </a:ext>
            </a:extLst>
          </p:cNvPr>
          <p:cNvSpPr>
            <a:spLocks noGrp="1"/>
          </p:cNvSpPr>
          <p:nvPr>
            <p:ph type="body" sz="quarter" idx="44" hasCustomPrompt="1"/>
          </p:nvPr>
        </p:nvSpPr>
        <p:spPr bwMode="gray">
          <a:xfrm>
            <a:off x="6228901" y="4463802"/>
            <a:ext cx="2511148" cy="199671"/>
          </a:xfrm>
        </p:spPr>
        <p:txBody>
          <a:bodyPr/>
          <a:lstStyle>
            <a:lvl1pPr marL="0" indent="0" algn="ctr">
              <a:buNone/>
              <a:defRPr sz="1600">
                <a:solidFill>
                  <a:schemeClr val="tx1"/>
                </a:solidFill>
              </a:defRPr>
            </a:lvl1pPr>
          </a:lstStyle>
          <a:p>
            <a:pPr lvl="0"/>
            <a:r>
              <a:rPr lang="de-DE" dirty="0"/>
              <a:t>Position</a:t>
            </a:r>
          </a:p>
        </p:txBody>
      </p:sp>
      <p:sp>
        <p:nvSpPr>
          <p:cNvPr id="22" name="Textplatzhalter 19">
            <a:extLst>
              <a:ext uri="{FF2B5EF4-FFF2-40B4-BE49-F238E27FC236}">
                <a16:creationId xmlns:a16="http://schemas.microsoft.com/office/drawing/2014/main" id="{523D24B7-3575-BF51-9C96-A605746B9364}"/>
              </a:ext>
            </a:extLst>
          </p:cNvPr>
          <p:cNvSpPr>
            <a:spLocks noGrp="1"/>
          </p:cNvSpPr>
          <p:nvPr>
            <p:ph type="body" sz="quarter" idx="45" hasCustomPrompt="1"/>
          </p:nvPr>
        </p:nvSpPr>
        <p:spPr bwMode="gray">
          <a:xfrm>
            <a:off x="6228901" y="4686846"/>
            <a:ext cx="2511148" cy="199671"/>
          </a:xfrm>
        </p:spPr>
        <p:txBody>
          <a:bodyPr/>
          <a:lstStyle>
            <a:lvl1pPr marL="0" indent="0" algn="ctr">
              <a:buNone/>
              <a:defRPr sz="1600">
                <a:solidFill>
                  <a:schemeClr val="tx1"/>
                </a:solidFill>
              </a:defRPr>
            </a:lvl1pPr>
          </a:lstStyle>
          <a:p>
            <a:pPr lvl="0"/>
            <a:r>
              <a:rPr lang="de-DE" dirty="0" err="1"/>
              <a:t>Section</a:t>
            </a:r>
            <a:endParaRPr lang="de-DE" dirty="0"/>
          </a:p>
        </p:txBody>
      </p:sp>
      <p:sp>
        <p:nvSpPr>
          <p:cNvPr id="23" name="Textplatzhalter 19">
            <a:extLst>
              <a:ext uri="{FF2B5EF4-FFF2-40B4-BE49-F238E27FC236}">
                <a16:creationId xmlns:a16="http://schemas.microsoft.com/office/drawing/2014/main" id="{D0A4412B-D399-9DC1-1EDD-AB58F5B659EB}"/>
              </a:ext>
            </a:extLst>
          </p:cNvPr>
          <p:cNvSpPr>
            <a:spLocks noGrp="1"/>
          </p:cNvSpPr>
          <p:nvPr>
            <p:ph type="body" sz="quarter" idx="46" hasCustomPrompt="1"/>
          </p:nvPr>
        </p:nvSpPr>
        <p:spPr bwMode="gray">
          <a:xfrm>
            <a:off x="6228901" y="4156615"/>
            <a:ext cx="2511148" cy="286915"/>
          </a:xfrm>
        </p:spPr>
        <p:txBody>
          <a:bodyPr/>
          <a:lstStyle>
            <a:lvl1pPr marL="0" indent="0" algn="ctr">
              <a:buNone/>
              <a:defRPr sz="2000" b="1">
                <a:solidFill>
                  <a:schemeClr val="accent1"/>
                </a:solidFill>
                <a:latin typeface="+mn-lt"/>
              </a:defRPr>
            </a:lvl1pPr>
          </a:lstStyle>
          <a:p>
            <a:pPr lvl="0"/>
            <a:r>
              <a:rPr lang="de-DE" dirty="0"/>
              <a:t>John </a:t>
            </a:r>
            <a:r>
              <a:rPr lang="de-DE" dirty="0" err="1"/>
              <a:t>Doe</a:t>
            </a:r>
            <a:endParaRPr lang="de-DE" dirty="0"/>
          </a:p>
        </p:txBody>
      </p:sp>
      <p:sp>
        <p:nvSpPr>
          <p:cNvPr id="24" name="Textplatzhalter 19">
            <a:extLst>
              <a:ext uri="{FF2B5EF4-FFF2-40B4-BE49-F238E27FC236}">
                <a16:creationId xmlns:a16="http://schemas.microsoft.com/office/drawing/2014/main" id="{8A69D7E2-534B-74ED-FE81-DB9ECE211ACB}"/>
              </a:ext>
            </a:extLst>
          </p:cNvPr>
          <p:cNvSpPr>
            <a:spLocks noGrp="1"/>
          </p:cNvSpPr>
          <p:nvPr>
            <p:ph type="body" sz="quarter" idx="47" hasCustomPrompt="1"/>
          </p:nvPr>
        </p:nvSpPr>
        <p:spPr bwMode="gray">
          <a:xfrm>
            <a:off x="6228901" y="5401450"/>
            <a:ext cx="2511148" cy="145909"/>
          </a:xfrm>
        </p:spPr>
        <p:txBody>
          <a:bodyPr/>
          <a:lstStyle>
            <a:lvl1pPr marL="0" indent="0" algn="ctr">
              <a:buNone/>
              <a:defRPr sz="1200">
                <a:solidFill>
                  <a:schemeClr val="tx1"/>
                </a:solidFill>
              </a:defRPr>
            </a:lvl1pPr>
          </a:lstStyle>
          <a:p>
            <a:pPr lvl="0"/>
            <a:r>
              <a:rPr lang="de-DE" dirty="0"/>
              <a:t>Web</a:t>
            </a:r>
          </a:p>
        </p:txBody>
      </p:sp>
      <p:sp>
        <p:nvSpPr>
          <p:cNvPr id="25" name="Textplatzhalter 19">
            <a:extLst>
              <a:ext uri="{FF2B5EF4-FFF2-40B4-BE49-F238E27FC236}">
                <a16:creationId xmlns:a16="http://schemas.microsoft.com/office/drawing/2014/main" id="{C5F86150-5752-71F1-CED6-0E3F1ABACCFD}"/>
              </a:ext>
            </a:extLst>
          </p:cNvPr>
          <p:cNvSpPr>
            <a:spLocks noGrp="1"/>
          </p:cNvSpPr>
          <p:nvPr>
            <p:ph type="body" sz="quarter" idx="48" hasCustomPrompt="1"/>
          </p:nvPr>
        </p:nvSpPr>
        <p:spPr bwMode="gray">
          <a:xfrm>
            <a:off x="6228901" y="5566551"/>
            <a:ext cx="2511148" cy="145909"/>
          </a:xfrm>
        </p:spPr>
        <p:txBody>
          <a:bodyPr/>
          <a:lstStyle>
            <a:lvl1pPr marL="0" indent="0" algn="ctr">
              <a:buNone/>
              <a:defRPr sz="1200">
                <a:solidFill>
                  <a:schemeClr val="tx1"/>
                </a:solidFill>
              </a:defRPr>
            </a:lvl1pPr>
          </a:lstStyle>
          <a:p>
            <a:pPr lvl="0"/>
            <a:r>
              <a:rPr lang="de-DE" dirty="0"/>
              <a:t>E-Mail</a:t>
            </a:r>
          </a:p>
        </p:txBody>
      </p:sp>
      <p:sp>
        <p:nvSpPr>
          <p:cNvPr id="26" name="Textplatzhalter 19">
            <a:extLst>
              <a:ext uri="{FF2B5EF4-FFF2-40B4-BE49-F238E27FC236}">
                <a16:creationId xmlns:a16="http://schemas.microsoft.com/office/drawing/2014/main" id="{830AEDA0-5D4D-3F13-89C3-95D8541436B1}"/>
              </a:ext>
            </a:extLst>
          </p:cNvPr>
          <p:cNvSpPr>
            <a:spLocks noGrp="1"/>
          </p:cNvSpPr>
          <p:nvPr>
            <p:ph type="body" sz="quarter" idx="49" hasCustomPrompt="1"/>
          </p:nvPr>
        </p:nvSpPr>
        <p:spPr bwMode="gray">
          <a:xfrm>
            <a:off x="6228901" y="5731651"/>
            <a:ext cx="2511148" cy="145909"/>
          </a:xfrm>
        </p:spPr>
        <p:txBody>
          <a:bodyPr/>
          <a:lstStyle>
            <a:lvl1pPr marL="0" indent="0" algn="ctr">
              <a:buNone/>
              <a:defRPr sz="1200">
                <a:solidFill>
                  <a:schemeClr val="tx1"/>
                </a:solidFill>
              </a:defRPr>
            </a:lvl1pPr>
          </a:lstStyle>
          <a:p>
            <a:pPr lvl="0"/>
            <a:r>
              <a:rPr lang="de-DE" dirty="0"/>
              <a:t>Phone</a:t>
            </a:r>
          </a:p>
        </p:txBody>
      </p:sp>
      <p:sp>
        <p:nvSpPr>
          <p:cNvPr id="27" name="Textplatzhalter 19">
            <a:extLst>
              <a:ext uri="{FF2B5EF4-FFF2-40B4-BE49-F238E27FC236}">
                <a16:creationId xmlns:a16="http://schemas.microsoft.com/office/drawing/2014/main" id="{6BFB1882-F1D8-A85C-B839-ACF2C4545C7D}"/>
              </a:ext>
            </a:extLst>
          </p:cNvPr>
          <p:cNvSpPr>
            <a:spLocks noGrp="1"/>
          </p:cNvSpPr>
          <p:nvPr>
            <p:ph type="body" sz="quarter" idx="50" hasCustomPrompt="1"/>
          </p:nvPr>
        </p:nvSpPr>
        <p:spPr bwMode="gray">
          <a:xfrm>
            <a:off x="9006662" y="4463802"/>
            <a:ext cx="2511148" cy="199671"/>
          </a:xfrm>
        </p:spPr>
        <p:txBody>
          <a:bodyPr/>
          <a:lstStyle>
            <a:lvl1pPr marL="0" indent="0" algn="ctr">
              <a:buNone/>
              <a:defRPr sz="1600">
                <a:solidFill>
                  <a:schemeClr val="tx1"/>
                </a:solidFill>
              </a:defRPr>
            </a:lvl1pPr>
          </a:lstStyle>
          <a:p>
            <a:pPr lvl="0"/>
            <a:r>
              <a:rPr lang="de-DE" dirty="0"/>
              <a:t>Position</a:t>
            </a:r>
          </a:p>
        </p:txBody>
      </p:sp>
      <p:sp>
        <p:nvSpPr>
          <p:cNvPr id="28" name="Textplatzhalter 19">
            <a:extLst>
              <a:ext uri="{FF2B5EF4-FFF2-40B4-BE49-F238E27FC236}">
                <a16:creationId xmlns:a16="http://schemas.microsoft.com/office/drawing/2014/main" id="{D66D50FF-8651-7C92-87EE-7F052014F732}"/>
              </a:ext>
            </a:extLst>
          </p:cNvPr>
          <p:cNvSpPr>
            <a:spLocks noGrp="1"/>
          </p:cNvSpPr>
          <p:nvPr>
            <p:ph type="body" sz="quarter" idx="51" hasCustomPrompt="1"/>
          </p:nvPr>
        </p:nvSpPr>
        <p:spPr bwMode="gray">
          <a:xfrm>
            <a:off x="9006662" y="4686846"/>
            <a:ext cx="2511148" cy="199671"/>
          </a:xfrm>
        </p:spPr>
        <p:txBody>
          <a:bodyPr/>
          <a:lstStyle>
            <a:lvl1pPr marL="0" indent="0" algn="ctr">
              <a:buNone/>
              <a:defRPr sz="1600">
                <a:solidFill>
                  <a:schemeClr val="tx1"/>
                </a:solidFill>
              </a:defRPr>
            </a:lvl1pPr>
          </a:lstStyle>
          <a:p>
            <a:pPr lvl="0"/>
            <a:r>
              <a:rPr lang="de-DE" dirty="0" err="1"/>
              <a:t>Section</a:t>
            </a:r>
            <a:endParaRPr lang="de-DE" dirty="0"/>
          </a:p>
        </p:txBody>
      </p:sp>
      <p:sp>
        <p:nvSpPr>
          <p:cNvPr id="29" name="Textplatzhalter 19">
            <a:extLst>
              <a:ext uri="{FF2B5EF4-FFF2-40B4-BE49-F238E27FC236}">
                <a16:creationId xmlns:a16="http://schemas.microsoft.com/office/drawing/2014/main" id="{65AD2339-B0CC-988A-7A70-B4653D123BDF}"/>
              </a:ext>
            </a:extLst>
          </p:cNvPr>
          <p:cNvSpPr>
            <a:spLocks noGrp="1"/>
          </p:cNvSpPr>
          <p:nvPr>
            <p:ph type="body" sz="quarter" idx="52" hasCustomPrompt="1"/>
          </p:nvPr>
        </p:nvSpPr>
        <p:spPr bwMode="gray">
          <a:xfrm>
            <a:off x="9006662" y="4156615"/>
            <a:ext cx="2511148" cy="286915"/>
          </a:xfrm>
        </p:spPr>
        <p:txBody>
          <a:bodyPr/>
          <a:lstStyle>
            <a:lvl1pPr marL="0" indent="0" algn="ctr">
              <a:buNone/>
              <a:defRPr sz="2000" b="1">
                <a:solidFill>
                  <a:schemeClr val="accent1"/>
                </a:solidFill>
                <a:latin typeface="+mn-lt"/>
              </a:defRPr>
            </a:lvl1pPr>
          </a:lstStyle>
          <a:p>
            <a:pPr lvl="0"/>
            <a:r>
              <a:rPr lang="de-DE" dirty="0"/>
              <a:t>John </a:t>
            </a:r>
            <a:r>
              <a:rPr lang="de-DE" dirty="0" err="1"/>
              <a:t>Doe</a:t>
            </a:r>
            <a:endParaRPr lang="de-DE" dirty="0"/>
          </a:p>
        </p:txBody>
      </p:sp>
      <p:sp>
        <p:nvSpPr>
          <p:cNvPr id="30" name="Textplatzhalter 19">
            <a:extLst>
              <a:ext uri="{FF2B5EF4-FFF2-40B4-BE49-F238E27FC236}">
                <a16:creationId xmlns:a16="http://schemas.microsoft.com/office/drawing/2014/main" id="{1AE5C333-5F10-F2AC-AC41-4C02A80F0E9F}"/>
              </a:ext>
            </a:extLst>
          </p:cNvPr>
          <p:cNvSpPr>
            <a:spLocks noGrp="1"/>
          </p:cNvSpPr>
          <p:nvPr>
            <p:ph type="body" sz="quarter" idx="53" hasCustomPrompt="1"/>
          </p:nvPr>
        </p:nvSpPr>
        <p:spPr bwMode="gray">
          <a:xfrm>
            <a:off x="9006662" y="5401450"/>
            <a:ext cx="2511148" cy="145909"/>
          </a:xfrm>
        </p:spPr>
        <p:txBody>
          <a:bodyPr/>
          <a:lstStyle>
            <a:lvl1pPr marL="0" indent="0" algn="ctr">
              <a:buNone/>
              <a:defRPr sz="1200">
                <a:solidFill>
                  <a:schemeClr val="tx1"/>
                </a:solidFill>
              </a:defRPr>
            </a:lvl1pPr>
          </a:lstStyle>
          <a:p>
            <a:pPr lvl="0"/>
            <a:r>
              <a:rPr lang="de-DE" dirty="0"/>
              <a:t>Web</a:t>
            </a:r>
          </a:p>
        </p:txBody>
      </p:sp>
      <p:sp>
        <p:nvSpPr>
          <p:cNvPr id="31" name="Textplatzhalter 19">
            <a:extLst>
              <a:ext uri="{FF2B5EF4-FFF2-40B4-BE49-F238E27FC236}">
                <a16:creationId xmlns:a16="http://schemas.microsoft.com/office/drawing/2014/main" id="{3E499F00-EF00-009C-6FDC-F2713C718F8D}"/>
              </a:ext>
            </a:extLst>
          </p:cNvPr>
          <p:cNvSpPr>
            <a:spLocks noGrp="1"/>
          </p:cNvSpPr>
          <p:nvPr>
            <p:ph type="body" sz="quarter" idx="54" hasCustomPrompt="1"/>
          </p:nvPr>
        </p:nvSpPr>
        <p:spPr bwMode="gray">
          <a:xfrm>
            <a:off x="9006662" y="5566551"/>
            <a:ext cx="2511148" cy="145909"/>
          </a:xfrm>
        </p:spPr>
        <p:txBody>
          <a:bodyPr/>
          <a:lstStyle>
            <a:lvl1pPr marL="0" indent="0" algn="ctr">
              <a:buNone/>
              <a:defRPr sz="1200">
                <a:solidFill>
                  <a:schemeClr val="tx1"/>
                </a:solidFill>
              </a:defRPr>
            </a:lvl1pPr>
          </a:lstStyle>
          <a:p>
            <a:pPr lvl="0"/>
            <a:r>
              <a:rPr lang="de-DE" dirty="0"/>
              <a:t>E-Mail</a:t>
            </a:r>
          </a:p>
        </p:txBody>
      </p:sp>
      <p:sp>
        <p:nvSpPr>
          <p:cNvPr id="32" name="Textplatzhalter 19">
            <a:extLst>
              <a:ext uri="{FF2B5EF4-FFF2-40B4-BE49-F238E27FC236}">
                <a16:creationId xmlns:a16="http://schemas.microsoft.com/office/drawing/2014/main" id="{04BB8561-C701-C5AD-1868-E39E13B2D485}"/>
              </a:ext>
            </a:extLst>
          </p:cNvPr>
          <p:cNvSpPr>
            <a:spLocks noGrp="1"/>
          </p:cNvSpPr>
          <p:nvPr>
            <p:ph type="body" sz="quarter" idx="55" hasCustomPrompt="1"/>
          </p:nvPr>
        </p:nvSpPr>
        <p:spPr bwMode="gray">
          <a:xfrm>
            <a:off x="9006662" y="5731651"/>
            <a:ext cx="2511148" cy="145909"/>
          </a:xfrm>
        </p:spPr>
        <p:txBody>
          <a:bodyPr/>
          <a:lstStyle>
            <a:lvl1pPr marL="0" indent="0" algn="ctr">
              <a:buNone/>
              <a:defRPr sz="1200">
                <a:solidFill>
                  <a:schemeClr val="tx1"/>
                </a:solidFill>
              </a:defRPr>
            </a:lvl1pPr>
          </a:lstStyle>
          <a:p>
            <a:pPr lvl="0"/>
            <a:r>
              <a:rPr lang="de-DE" dirty="0"/>
              <a:t>Phone</a:t>
            </a:r>
          </a:p>
        </p:txBody>
      </p:sp>
      <p:cxnSp>
        <p:nvCxnSpPr>
          <p:cNvPr id="33" name="Gerader Verbinder 32">
            <a:extLst>
              <a:ext uri="{FF2B5EF4-FFF2-40B4-BE49-F238E27FC236}">
                <a16:creationId xmlns:a16="http://schemas.microsoft.com/office/drawing/2014/main" id="{B355D6BC-5C62-6586-EC58-C6E319705193}"/>
              </a:ext>
            </a:extLst>
          </p:cNvPr>
          <p:cNvCxnSpPr>
            <a:cxnSpLocks/>
          </p:cNvCxnSpPr>
          <p:nvPr userDrawn="1"/>
        </p:nvCxnSpPr>
        <p:spPr bwMode="gray">
          <a:xfrm flipH="1">
            <a:off x="4441283" y="5138420"/>
            <a:ext cx="53086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4" name="Gerader Verbinder 33">
            <a:extLst>
              <a:ext uri="{FF2B5EF4-FFF2-40B4-BE49-F238E27FC236}">
                <a16:creationId xmlns:a16="http://schemas.microsoft.com/office/drawing/2014/main" id="{AAAECC0A-4739-F741-0C36-5CD62BD48454}"/>
              </a:ext>
            </a:extLst>
          </p:cNvPr>
          <p:cNvCxnSpPr>
            <a:cxnSpLocks/>
          </p:cNvCxnSpPr>
          <p:nvPr userDrawn="1"/>
        </p:nvCxnSpPr>
        <p:spPr bwMode="gray">
          <a:xfrm flipH="1">
            <a:off x="1663521" y="5138420"/>
            <a:ext cx="53086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5" name="Gerader Verbinder 34">
            <a:extLst>
              <a:ext uri="{FF2B5EF4-FFF2-40B4-BE49-F238E27FC236}">
                <a16:creationId xmlns:a16="http://schemas.microsoft.com/office/drawing/2014/main" id="{F672ADE9-C022-6E2D-A922-90B786298FF9}"/>
              </a:ext>
            </a:extLst>
          </p:cNvPr>
          <p:cNvCxnSpPr>
            <a:cxnSpLocks/>
          </p:cNvCxnSpPr>
          <p:nvPr userDrawn="1"/>
        </p:nvCxnSpPr>
        <p:spPr bwMode="gray">
          <a:xfrm flipH="1">
            <a:off x="7219045" y="5138420"/>
            <a:ext cx="53086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6" name="Gerader Verbinder 35">
            <a:extLst>
              <a:ext uri="{FF2B5EF4-FFF2-40B4-BE49-F238E27FC236}">
                <a16:creationId xmlns:a16="http://schemas.microsoft.com/office/drawing/2014/main" id="{DA0D3050-60E7-9E5A-1500-FF89FCFA08FD}"/>
              </a:ext>
            </a:extLst>
          </p:cNvPr>
          <p:cNvCxnSpPr>
            <a:cxnSpLocks/>
          </p:cNvCxnSpPr>
          <p:nvPr userDrawn="1"/>
        </p:nvCxnSpPr>
        <p:spPr bwMode="gray">
          <a:xfrm flipH="1">
            <a:off x="9996806" y="5138420"/>
            <a:ext cx="53086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2555252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E_Closing Slide Future Blue Dark">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B87ED33-6A4E-4B88-9978-60E9E0EBFC9F}"/>
              </a:ext>
            </a:extLst>
          </p:cNvPr>
          <p:cNvSpPr/>
          <p:nvPr/>
        </p:nvSpPr>
        <p:spPr bwMode="gray">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 name="NTT DATA Global Logo">
            <a:extLst>
              <a:ext uri="{FF2B5EF4-FFF2-40B4-BE49-F238E27FC236}">
                <a16:creationId xmlns:a16="http://schemas.microsoft.com/office/drawing/2014/main" id="{3F03F05C-59F6-715B-5A33-907AD87C663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403287" y="2880000"/>
            <a:ext cx="5385427" cy="1098000"/>
          </a:xfrm>
          <a:prstGeom prst="rect">
            <a:avLst/>
          </a:prstGeom>
        </p:spPr>
      </p:pic>
    </p:spTree>
    <p:extLst>
      <p:ext uri="{BB962C8B-B14F-4D97-AF65-F5344CB8AC3E}">
        <p14:creationId xmlns:p14="http://schemas.microsoft.com/office/powerpoint/2010/main" val="210332653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E_Closing Slide Navy Dark with picture dark">
    <p:bg bwMode="gray">
      <p:bgPr>
        <a:solidFill>
          <a:schemeClr val="bg1"/>
        </a:solidFill>
        <a:effectLst/>
      </p:bgPr>
    </p:bg>
    <p:spTree>
      <p:nvGrpSpPr>
        <p:cNvPr id="1" name=""/>
        <p:cNvGrpSpPr/>
        <p:nvPr/>
      </p:nvGrpSpPr>
      <p:grpSpPr>
        <a:xfrm>
          <a:off x="0" y="0"/>
          <a:ext cx="0" cy="0"/>
          <a:chOff x="0" y="0"/>
          <a:chExt cx="0" cy="0"/>
        </a:xfrm>
      </p:grpSpPr>
      <p:sp>
        <p:nvSpPr>
          <p:cNvPr id="7" name="Smart Navy SemiTrans Overlay">
            <a:extLst>
              <a:ext uri="{FF2B5EF4-FFF2-40B4-BE49-F238E27FC236}">
                <a16:creationId xmlns:a16="http://schemas.microsoft.com/office/drawing/2014/main" id="{6E4F8208-B33A-86C1-C4BF-6C513A841DFB}"/>
              </a:ext>
            </a:extLst>
          </p:cNvPr>
          <p:cNvSpPr>
            <a:spLocks noGrp="1"/>
          </p:cNvSpPr>
          <p:nvPr>
            <p:ph type="body" sz="quarter" idx="16" hasCustomPrompt="1"/>
          </p:nvPr>
        </p:nvSpPr>
        <p:spPr bwMode="gray">
          <a:xfrm>
            <a:off x="0" y="0"/>
            <a:ext cx="12192000" cy="6857999"/>
          </a:xfrm>
          <a:prstGeom prst="rect">
            <a:avLst/>
          </a:prstGeom>
          <a:solidFill>
            <a:srgbClr val="050D24">
              <a:alpha val="57647"/>
            </a:srgbClr>
          </a:solidFill>
        </p:spPr>
        <p:txBody>
          <a:bodyPr/>
          <a:lstStyle>
            <a:lvl1pPr>
              <a:defRPr>
                <a:solidFill>
                  <a:schemeClr val="bg1"/>
                </a:solidFill>
              </a:defRPr>
            </a:lvl1pPr>
            <a:lvl2pPr marL="0" indent="0">
              <a:buNone/>
              <a:defRPr>
                <a:noFill/>
              </a:defRPr>
            </a:lvl2pPr>
            <a:lvl3pPr marL="216000" indent="0">
              <a:buFont typeface="Arial" panose="020B0604020202020204" pitchFamily="34" charset="0"/>
              <a:buNone/>
              <a:defRPr>
                <a:noFill/>
              </a:defRPr>
            </a:lvl3pPr>
            <a:lvl4pPr>
              <a:defRPr>
                <a:noFill/>
              </a:defRPr>
            </a:lvl4pPr>
            <a:lvl5pPr>
              <a:defRPr>
                <a:noFill/>
              </a:defRPr>
            </a:lvl5pPr>
          </a:lstStyle>
          <a:p>
            <a:pPr lvl="2"/>
            <a:r>
              <a:rPr lang="en-US" dirty="0"/>
              <a:t> </a:t>
            </a:r>
          </a:p>
        </p:txBody>
      </p:sp>
      <p:sp>
        <p:nvSpPr>
          <p:cNvPr id="11" name="Picture Placeholder 4">
            <a:extLst>
              <a:ext uri="{FF2B5EF4-FFF2-40B4-BE49-F238E27FC236}">
                <a16:creationId xmlns:a16="http://schemas.microsoft.com/office/drawing/2014/main" id="{DCE6D5FB-5128-84ED-8909-686C6A399387}"/>
              </a:ext>
            </a:extLst>
          </p:cNvPr>
          <p:cNvSpPr>
            <a:spLocks noGrp="1"/>
          </p:cNvSpPr>
          <p:nvPr>
            <p:ph type="pic" sz="quarter" idx="13" hasCustomPrompt="1"/>
          </p:nvPr>
        </p:nvSpPr>
        <p:spPr bwMode="gray">
          <a:xfrm>
            <a:off x="0" y="0"/>
            <a:ext cx="12192000" cy="6860241"/>
          </a:xfrm>
          <a:prstGeom prst="rect">
            <a:avLst/>
          </a:prstGeom>
          <a:noFill/>
        </p:spPr>
        <p:txBody>
          <a:bodyPr tIns="2743200" bIns="0" anchor="ctr"/>
          <a:lstStyle>
            <a:lvl1pPr marL="0" indent="0" algn="ctr">
              <a:buFontTx/>
              <a:buNone/>
              <a:defRPr sz="2400">
                <a:solidFill>
                  <a:srgbClr val="FF7A00"/>
                </a:solidFill>
                <a:latin typeface="+mn-lt"/>
              </a:defRPr>
            </a:lvl1pPr>
          </a:lstStyle>
          <a:p>
            <a:pPr marL="0" marR="0" lvl="0" indent="0" algn="ctr" defTabSz="914400" rtl="0" eaLnBrk="1" fontAlgn="auto" latinLnBrk="0" hangingPunct="1">
              <a:lnSpc>
                <a:spcPct val="100000"/>
              </a:lnSpc>
              <a:spcBef>
                <a:spcPts val="1000"/>
              </a:spcBef>
              <a:spcAft>
                <a:spcPts val="0"/>
              </a:spcAft>
              <a:buClrTx/>
              <a:buSzTx/>
              <a:buFontTx/>
              <a:buNone/>
              <a:tabLst/>
              <a:defRPr/>
            </a:pPr>
            <a:r>
              <a:rPr lang="en-US" dirty="0"/>
              <a:t>Click to add image. Then Reorder: Send to back</a:t>
            </a:r>
          </a:p>
        </p:txBody>
      </p:sp>
      <p:sp>
        <p:nvSpPr>
          <p:cNvPr id="10" name="NTT DATA Global Logo" descr="NTT DATA Global Logo">
            <a:extLst>
              <a:ext uri="{FF2B5EF4-FFF2-40B4-BE49-F238E27FC236}">
                <a16:creationId xmlns:a16="http://schemas.microsoft.com/office/drawing/2014/main" id="{188EBC45-4F1C-E0B0-9BB4-2942DDBDBEAF}"/>
              </a:ext>
            </a:extLst>
          </p:cNvPr>
          <p:cNvSpPr>
            <a:spLocks noGrp="1" noChangeAspect="1"/>
          </p:cNvSpPr>
          <p:nvPr>
            <p:ph type="body" sz="quarter" idx="17" hasCustomPrompt="1"/>
          </p:nvPr>
        </p:nvSpPr>
        <p:spPr bwMode="gray">
          <a:xfrm>
            <a:off x="3403200" y="2879266"/>
            <a:ext cx="5385600" cy="1099468"/>
          </a:xfrm>
          <a:prstGeom prst="rect">
            <a:avLst/>
          </a:prstGeom>
          <a:blipFill dpi="0" rotWithShape="1">
            <a:blip r:embed="rId2"/>
            <a:srcRect/>
            <a:stretch>
              <a:fillRect/>
            </a:stretch>
          </a:blipFill>
        </p:spPr>
        <p:txBody>
          <a:bodyPr wrap="none" lIns="0" tIns="0" rIns="0" bIns="0"/>
          <a:lstStyle>
            <a:lvl1pPr>
              <a:defRPr sz="200">
                <a:solidFill>
                  <a:schemeClr val="accent2"/>
                </a:solidFill>
              </a:defRPr>
            </a:lvl1pPr>
            <a:lvl2pPr>
              <a:defRPr>
                <a:noFill/>
              </a:defRPr>
            </a:lvl2pPr>
            <a:lvl3pPr>
              <a:defRPr>
                <a:noFill/>
              </a:defRPr>
            </a:lvl3pPr>
            <a:lvl4pPr>
              <a:defRPr>
                <a:noFill/>
              </a:defRPr>
            </a:lvl4pPr>
            <a:lvl5pPr>
              <a:defRPr>
                <a:noFill/>
              </a:defRPr>
            </a:lvl5pPr>
          </a:lstStyle>
          <a:p>
            <a:pPr lvl="0"/>
            <a:r>
              <a:rPr lang="en-US" dirty="0"/>
              <a:t> </a:t>
            </a:r>
          </a:p>
        </p:txBody>
      </p:sp>
    </p:spTree>
    <p:extLst>
      <p:ext uri="{BB962C8B-B14F-4D97-AF65-F5344CB8AC3E}">
        <p14:creationId xmlns:p14="http://schemas.microsoft.com/office/powerpoint/2010/main" val="303230570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imeline_1">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6B855-995C-1225-6A02-C46FF326D417}"/>
              </a:ext>
            </a:extLst>
          </p:cNvPr>
          <p:cNvSpPr>
            <a:spLocks noGrp="1"/>
          </p:cNvSpPr>
          <p:nvPr>
            <p:ph type="title" hasCustomPrompt="1"/>
          </p:nvPr>
        </p:nvSpPr>
        <p:spPr>
          <a:xfrm>
            <a:off x="436492" y="365126"/>
            <a:ext cx="11319017" cy="930958"/>
          </a:xfrm>
        </p:spPr>
        <p:txBody>
          <a:bodyPr tIns="91440" bIns="0">
            <a:noAutofit/>
          </a:bodyPr>
          <a:lstStyle>
            <a:lvl1pPr algn="ctr">
              <a:defRPr sz="5000">
                <a:solidFill>
                  <a:schemeClr val="accent5"/>
                </a:solidFill>
              </a:defRPr>
            </a:lvl1pPr>
          </a:lstStyle>
          <a:p>
            <a:r>
              <a:rPr lang="en-US" dirty="0"/>
              <a:t>Add title</a:t>
            </a:r>
          </a:p>
        </p:txBody>
      </p:sp>
      <p:sp>
        <p:nvSpPr>
          <p:cNvPr id="7" name="Text Placeholder 6">
            <a:extLst>
              <a:ext uri="{FF2B5EF4-FFF2-40B4-BE49-F238E27FC236}">
                <a16:creationId xmlns:a16="http://schemas.microsoft.com/office/drawing/2014/main" id="{3FC7E382-139D-81C9-213E-ABB543805117}"/>
              </a:ext>
            </a:extLst>
          </p:cNvPr>
          <p:cNvSpPr>
            <a:spLocks noGrp="1"/>
          </p:cNvSpPr>
          <p:nvPr>
            <p:ph type="body" sz="quarter" idx="10" hasCustomPrompt="1"/>
          </p:nvPr>
        </p:nvSpPr>
        <p:spPr>
          <a:xfrm>
            <a:off x="436492" y="1296083"/>
            <a:ext cx="11319017" cy="574675"/>
          </a:xfrm>
        </p:spPr>
        <p:txBody>
          <a:bodyPr>
            <a:noAutofit/>
          </a:bodyPr>
          <a:lstStyle>
            <a:lvl1pPr marL="0" indent="0" algn="ctr">
              <a:buNone/>
              <a:defRPr sz="2000" b="1" cap="all" spc="300" baseline="0">
                <a:solidFill>
                  <a:schemeClr val="accent5"/>
                </a:solidFill>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SUBTITLE</a:t>
            </a:r>
          </a:p>
        </p:txBody>
      </p:sp>
      <p:sp>
        <p:nvSpPr>
          <p:cNvPr id="8" name="Text Placeholder 6">
            <a:extLst>
              <a:ext uri="{FF2B5EF4-FFF2-40B4-BE49-F238E27FC236}">
                <a16:creationId xmlns:a16="http://schemas.microsoft.com/office/drawing/2014/main" id="{0A65FCCB-71AC-57AB-9072-A30D1F53FC2A}"/>
              </a:ext>
            </a:extLst>
          </p:cNvPr>
          <p:cNvSpPr>
            <a:spLocks noGrp="1"/>
          </p:cNvSpPr>
          <p:nvPr>
            <p:ph type="body" sz="quarter" idx="11" hasCustomPrompt="1"/>
          </p:nvPr>
        </p:nvSpPr>
        <p:spPr>
          <a:xfrm>
            <a:off x="427769" y="2018446"/>
            <a:ext cx="1516483" cy="574675"/>
          </a:xfrm>
        </p:spPr>
        <p:txBody>
          <a:bodyPr>
            <a:noAutofit/>
          </a:bodyPr>
          <a:lstStyle>
            <a:lvl1pPr marL="0" indent="0" algn="l">
              <a:buNone/>
              <a:defRPr sz="2800" b="0" cap="all" spc="0" baseline="0">
                <a:solidFill>
                  <a:schemeClr val="accent5"/>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0000</a:t>
            </a:r>
          </a:p>
        </p:txBody>
      </p:sp>
      <p:sp>
        <p:nvSpPr>
          <p:cNvPr id="11" name="Text Placeholder 6">
            <a:extLst>
              <a:ext uri="{FF2B5EF4-FFF2-40B4-BE49-F238E27FC236}">
                <a16:creationId xmlns:a16="http://schemas.microsoft.com/office/drawing/2014/main" id="{5CF6C398-93E6-A99F-EFDF-A55942B3F0E0}"/>
              </a:ext>
            </a:extLst>
          </p:cNvPr>
          <p:cNvSpPr>
            <a:spLocks noGrp="1"/>
          </p:cNvSpPr>
          <p:nvPr>
            <p:ph type="body" sz="quarter" idx="12" hasCustomPrompt="1"/>
          </p:nvPr>
        </p:nvSpPr>
        <p:spPr>
          <a:xfrm>
            <a:off x="2072032" y="2018446"/>
            <a:ext cx="1516483" cy="574675"/>
          </a:xfrm>
        </p:spPr>
        <p:txBody>
          <a:bodyPr>
            <a:noAutofit/>
          </a:bodyPr>
          <a:lstStyle>
            <a:lvl1pPr marL="0" indent="0" algn="l">
              <a:buNone/>
              <a:defRPr sz="2800" b="0" cap="all" spc="0" baseline="0">
                <a:solidFill>
                  <a:schemeClr val="accent5"/>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0000</a:t>
            </a:r>
          </a:p>
        </p:txBody>
      </p:sp>
      <p:sp>
        <p:nvSpPr>
          <p:cNvPr id="12" name="Text Placeholder 6">
            <a:extLst>
              <a:ext uri="{FF2B5EF4-FFF2-40B4-BE49-F238E27FC236}">
                <a16:creationId xmlns:a16="http://schemas.microsoft.com/office/drawing/2014/main" id="{AE291EFA-0974-0076-CEBE-59D6F7EA799F}"/>
              </a:ext>
            </a:extLst>
          </p:cNvPr>
          <p:cNvSpPr>
            <a:spLocks noGrp="1"/>
          </p:cNvSpPr>
          <p:nvPr>
            <p:ph type="body" sz="quarter" idx="13" hasCustomPrompt="1"/>
          </p:nvPr>
        </p:nvSpPr>
        <p:spPr>
          <a:xfrm>
            <a:off x="3696502" y="2018446"/>
            <a:ext cx="1516483" cy="574675"/>
          </a:xfrm>
        </p:spPr>
        <p:txBody>
          <a:bodyPr>
            <a:noAutofit/>
          </a:bodyPr>
          <a:lstStyle>
            <a:lvl1pPr marL="0" indent="0" algn="l">
              <a:buNone/>
              <a:defRPr sz="2800" b="0" cap="all" spc="0" baseline="0">
                <a:solidFill>
                  <a:schemeClr val="accent5"/>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0000</a:t>
            </a:r>
          </a:p>
        </p:txBody>
      </p:sp>
      <p:sp>
        <p:nvSpPr>
          <p:cNvPr id="13" name="Text Placeholder 6">
            <a:extLst>
              <a:ext uri="{FF2B5EF4-FFF2-40B4-BE49-F238E27FC236}">
                <a16:creationId xmlns:a16="http://schemas.microsoft.com/office/drawing/2014/main" id="{D6D7C929-37FC-D4F9-240C-3E716CF74ACF}"/>
              </a:ext>
            </a:extLst>
          </p:cNvPr>
          <p:cNvSpPr>
            <a:spLocks noGrp="1"/>
          </p:cNvSpPr>
          <p:nvPr>
            <p:ph type="body" sz="quarter" idx="14" hasCustomPrompt="1"/>
          </p:nvPr>
        </p:nvSpPr>
        <p:spPr>
          <a:xfrm>
            <a:off x="5343550" y="2018446"/>
            <a:ext cx="1516483" cy="574675"/>
          </a:xfrm>
        </p:spPr>
        <p:txBody>
          <a:bodyPr>
            <a:noAutofit/>
          </a:bodyPr>
          <a:lstStyle>
            <a:lvl1pPr marL="0" indent="0" algn="l">
              <a:buNone/>
              <a:defRPr sz="2800" b="0" cap="all" spc="0" baseline="0">
                <a:solidFill>
                  <a:schemeClr val="accent5"/>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0000</a:t>
            </a:r>
          </a:p>
        </p:txBody>
      </p:sp>
      <p:sp>
        <p:nvSpPr>
          <p:cNvPr id="14" name="Text Placeholder 6">
            <a:extLst>
              <a:ext uri="{FF2B5EF4-FFF2-40B4-BE49-F238E27FC236}">
                <a16:creationId xmlns:a16="http://schemas.microsoft.com/office/drawing/2014/main" id="{FD4D7B7F-47B6-90A3-0C50-BFF900083477}"/>
              </a:ext>
            </a:extLst>
          </p:cNvPr>
          <p:cNvSpPr>
            <a:spLocks noGrp="1"/>
          </p:cNvSpPr>
          <p:nvPr>
            <p:ph type="body" sz="quarter" idx="15" hasCustomPrompt="1"/>
          </p:nvPr>
        </p:nvSpPr>
        <p:spPr>
          <a:xfrm>
            <a:off x="6968020" y="2018446"/>
            <a:ext cx="1516483" cy="574675"/>
          </a:xfrm>
        </p:spPr>
        <p:txBody>
          <a:bodyPr>
            <a:noAutofit/>
          </a:bodyPr>
          <a:lstStyle>
            <a:lvl1pPr marL="0" indent="0" algn="l">
              <a:buNone/>
              <a:defRPr sz="2800" b="0" cap="all" spc="0" baseline="0">
                <a:solidFill>
                  <a:schemeClr val="accent5"/>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0000</a:t>
            </a:r>
          </a:p>
        </p:txBody>
      </p:sp>
      <p:sp>
        <p:nvSpPr>
          <p:cNvPr id="15" name="Text Placeholder 6">
            <a:extLst>
              <a:ext uri="{FF2B5EF4-FFF2-40B4-BE49-F238E27FC236}">
                <a16:creationId xmlns:a16="http://schemas.microsoft.com/office/drawing/2014/main" id="{D8299739-6734-AC50-12FE-A0EDBE695861}"/>
              </a:ext>
            </a:extLst>
          </p:cNvPr>
          <p:cNvSpPr>
            <a:spLocks noGrp="1"/>
          </p:cNvSpPr>
          <p:nvPr>
            <p:ph type="body" sz="quarter" idx="16" hasCustomPrompt="1"/>
          </p:nvPr>
        </p:nvSpPr>
        <p:spPr>
          <a:xfrm>
            <a:off x="8592490" y="2018446"/>
            <a:ext cx="1516483" cy="574675"/>
          </a:xfrm>
        </p:spPr>
        <p:txBody>
          <a:bodyPr>
            <a:noAutofit/>
          </a:bodyPr>
          <a:lstStyle>
            <a:lvl1pPr marL="0" indent="0" algn="l">
              <a:buNone/>
              <a:defRPr sz="2800" b="0" cap="all" spc="0" baseline="0">
                <a:solidFill>
                  <a:schemeClr val="accent5"/>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XXXX</a:t>
            </a:r>
          </a:p>
        </p:txBody>
      </p:sp>
      <p:sp>
        <p:nvSpPr>
          <p:cNvPr id="16" name="Text Placeholder 6">
            <a:extLst>
              <a:ext uri="{FF2B5EF4-FFF2-40B4-BE49-F238E27FC236}">
                <a16:creationId xmlns:a16="http://schemas.microsoft.com/office/drawing/2014/main" id="{12B20D24-A521-7B35-F80C-43831172F22C}"/>
              </a:ext>
            </a:extLst>
          </p:cNvPr>
          <p:cNvSpPr>
            <a:spLocks noGrp="1"/>
          </p:cNvSpPr>
          <p:nvPr>
            <p:ph type="body" sz="quarter" idx="17" hasCustomPrompt="1"/>
          </p:nvPr>
        </p:nvSpPr>
        <p:spPr>
          <a:xfrm>
            <a:off x="10230303" y="2018446"/>
            <a:ext cx="1516483" cy="574675"/>
          </a:xfrm>
        </p:spPr>
        <p:txBody>
          <a:bodyPr>
            <a:noAutofit/>
          </a:bodyPr>
          <a:lstStyle>
            <a:lvl1pPr marL="0" indent="0" algn="l">
              <a:buNone/>
              <a:defRPr sz="2800" b="0" cap="all" spc="0" baseline="0">
                <a:solidFill>
                  <a:schemeClr val="accent5"/>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XXXX</a:t>
            </a:r>
          </a:p>
        </p:txBody>
      </p:sp>
      <p:sp>
        <p:nvSpPr>
          <p:cNvPr id="17" name="Text Placeholder 6">
            <a:extLst>
              <a:ext uri="{FF2B5EF4-FFF2-40B4-BE49-F238E27FC236}">
                <a16:creationId xmlns:a16="http://schemas.microsoft.com/office/drawing/2014/main" id="{6B73193A-88EA-B0EF-BE93-8DF234EB1751}"/>
              </a:ext>
            </a:extLst>
          </p:cNvPr>
          <p:cNvSpPr>
            <a:spLocks noGrp="1"/>
          </p:cNvSpPr>
          <p:nvPr>
            <p:ph type="body" sz="quarter" idx="18" hasCustomPrompt="1"/>
          </p:nvPr>
        </p:nvSpPr>
        <p:spPr>
          <a:xfrm>
            <a:off x="427769" y="2615508"/>
            <a:ext cx="1516483" cy="677239"/>
          </a:xfrm>
        </p:spPr>
        <p:txBody>
          <a:bodyPr>
            <a:noAutofit/>
          </a:bodyPr>
          <a:lstStyle>
            <a:lvl1pPr marL="0" indent="0" algn="l">
              <a:buNone/>
              <a:defRPr sz="1000" b="1" cap="all" spc="300" baseline="0">
                <a:solidFill>
                  <a:schemeClr val="accent5"/>
                </a:solidFill>
                <a:latin typeface="+mj-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a:t>
            </a:r>
          </a:p>
        </p:txBody>
      </p:sp>
      <p:sp>
        <p:nvSpPr>
          <p:cNvPr id="18" name="Text Placeholder 6">
            <a:extLst>
              <a:ext uri="{FF2B5EF4-FFF2-40B4-BE49-F238E27FC236}">
                <a16:creationId xmlns:a16="http://schemas.microsoft.com/office/drawing/2014/main" id="{EDCB1B8E-D420-780E-9AB7-AC039F356D3B}"/>
              </a:ext>
            </a:extLst>
          </p:cNvPr>
          <p:cNvSpPr>
            <a:spLocks noGrp="1"/>
          </p:cNvSpPr>
          <p:nvPr>
            <p:ph type="body" sz="quarter" idx="19" hasCustomPrompt="1"/>
          </p:nvPr>
        </p:nvSpPr>
        <p:spPr>
          <a:xfrm>
            <a:off x="2072032" y="2615508"/>
            <a:ext cx="1516483" cy="677239"/>
          </a:xfrm>
        </p:spPr>
        <p:txBody>
          <a:bodyPr>
            <a:noAutofit/>
          </a:bodyPr>
          <a:lstStyle>
            <a:lvl1pPr marL="0" indent="0" algn="l">
              <a:buNone/>
              <a:defRPr sz="1000" b="1" cap="all" spc="300" baseline="0">
                <a:solidFill>
                  <a:schemeClr val="accent5"/>
                </a:solidFill>
                <a:latin typeface="+mj-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a:t>
            </a:r>
          </a:p>
        </p:txBody>
      </p:sp>
      <p:sp>
        <p:nvSpPr>
          <p:cNvPr id="19" name="Text Placeholder 6">
            <a:extLst>
              <a:ext uri="{FF2B5EF4-FFF2-40B4-BE49-F238E27FC236}">
                <a16:creationId xmlns:a16="http://schemas.microsoft.com/office/drawing/2014/main" id="{7656A84E-C390-F554-7CF9-98D0A99CB425}"/>
              </a:ext>
            </a:extLst>
          </p:cNvPr>
          <p:cNvSpPr>
            <a:spLocks noGrp="1"/>
          </p:cNvSpPr>
          <p:nvPr>
            <p:ph type="body" sz="quarter" idx="20" hasCustomPrompt="1"/>
          </p:nvPr>
        </p:nvSpPr>
        <p:spPr>
          <a:xfrm>
            <a:off x="3696502" y="2615508"/>
            <a:ext cx="1516483" cy="677239"/>
          </a:xfrm>
        </p:spPr>
        <p:txBody>
          <a:bodyPr>
            <a:noAutofit/>
          </a:bodyPr>
          <a:lstStyle>
            <a:lvl1pPr marL="0" indent="0" algn="l">
              <a:buNone/>
              <a:defRPr sz="1000" b="1" cap="all" spc="300" baseline="0">
                <a:solidFill>
                  <a:schemeClr val="accent5"/>
                </a:solidFill>
                <a:latin typeface="+mj-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a:t>
            </a:r>
          </a:p>
        </p:txBody>
      </p:sp>
      <p:sp>
        <p:nvSpPr>
          <p:cNvPr id="20" name="Text Placeholder 6">
            <a:extLst>
              <a:ext uri="{FF2B5EF4-FFF2-40B4-BE49-F238E27FC236}">
                <a16:creationId xmlns:a16="http://schemas.microsoft.com/office/drawing/2014/main" id="{58932D1A-5F27-5DB5-2EA3-5D2198BFE1E4}"/>
              </a:ext>
            </a:extLst>
          </p:cNvPr>
          <p:cNvSpPr>
            <a:spLocks noGrp="1"/>
          </p:cNvSpPr>
          <p:nvPr>
            <p:ph type="body" sz="quarter" idx="21" hasCustomPrompt="1"/>
          </p:nvPr>
        </p:nvSpPr>
        <p:spPr>
          <a:xfrm>
            <a:off x="5343550" y="2615508"/>
            <a:ext cx="1516483" cy="677239"/>
          </a:xfrm>
        </p:spPr>
        <p:txBody>
          <a:bodyPr>
            <a:noAutofit/>
          </a:bodyPr>
          <a:lstStyle>
            <a:lvl1pPr marL="0" indent="0" algn="l">
              <a:buNone/>
              <a:defRPr sz="1000" b="1" cap="all" spc="300" baseline="0">
                <a:solidFill>
                  <a:schemeClr val="accent5"/>
                </a:solidFill>
                <a:latin typeface="+mj-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a:t>
            </a:r>
          </a:p>
        </p:txBody>
      </p:sp>
      <p:sp>
        <p:nvSpPr>
          <p:cNvPr id="21" name="Text Placeholder 6">
            <a:extLst>
              <a:ext uri="{FF2B5EF4-FFF2-40B4-BE49-F238E27FC236}">
                <a16:creationId xmlns:a16="http://schemas.microsoft.com/office/drawing/2014/main" id="{DB0B66E2-831B-8B5D-7260-F680B1DCB4C0}"/>
              </a:ext>
            </a:extLst>
          </p:cNvPr>
          <p:cNvSpPr>
            <a:spLocks noGrp="1"/>
          </p:cNvSpPr>
          <p:nvPr>
            <p:ph type="body" sz="quarter" idx="22" hasCustomPrompt="1"/>
          </p:nvPr>
        </p:nvSpPr>
        <p:spPr>
          <a:xfrm>
            <a:off x="6968020" y="2615508"/>
            <a:ext cx="1516483" cy="677239"/>
          </a:xfrm>
        </p:spPr>
        <p:txBody>
          <a:bodyPr>
            <a:noAutofit/>
          </a:bodyPr>
          <a:lstStyle>
            <a:lvl1pPr marL="0" indent="0" algn="l">
              <a:buNone/>
              <a:defRPr sz="1000" b="1" cap="all" spc="300" baseline="0">
                <a:solidFill>
                  <a:schemeClr val="accent5"/>
                </a:solidFill>
                <a:latin typeface="+mj-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a:t>
            </a:r>
          </a:p>
        </p:txBody>
      </p:sp>
      <p:sp>
        <p:nvSpPr>
          <p:cNvPr id="22" name="Text Placeholder 6">
            <a:extLst>
              <a:ext uri="{FF2B5EF4-FFF2-40B4-BE49-F238E27FC236}">
                <a16:creationId xmlns:a16="http://schemas.microsoft.com/office/drawing/2014/main" id="{5E01213A-B19D-C32B-3CC5-8C7DF3E8B253}"/>
              </a:ext>
            </a:extLst>
          </p:cNvPr>
          <p:cNvSpPr>
            <a:spLocks noGrp="1"/>
          </p:cNvSpPr>
          <p:nvPr>
            <p:ph type="body" sz="quarter" idx="23" hasCustomPrompt="1"/>
          </p:nvPr>
        </p:nvSpPr>
        <p:spPr>
          <a:xfrm>
            <a:off x="8592490" y="2615508"/>
            <a:ext cx="1516483" cy="677239"/>
          </a:xfrm>
        </p:spPr>
        <p:txBody>
          <a:bodyPr>
            <a:noAutofit/>
          </a:bodyPr>
          <a:lstStyle>
            <a:lvl1pPr marL="0" indent="0" algn="l">
              <a:buNone/>
              <a:defRPr sz="1000" b="1" cap="all" spc="300" baseline="0">
                <a:solidFill>
                  <a:schemeClr val="accent5"/>
                </a:solidFill>
                <a:latin typeface="+mj-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a:t>
            </a:r>
          </a:p>
        </p:txBody>
      </p:sp>
      <p:sp>
        <p:nvSpPr>
          <p:cNvPr id="23" name="Text Placeholder 6">
            <a:extLst>
              <a:ext uri="{FF2B5EF4-FFF2-40B4-BE49-F238E27FC236}">
                <a16:creationId xmlns:a16="http://schemas.microsoft.com/office/drawing/2014/main" id="{5D66B4D4-1888-12A9-F2A9-581EC9B06386}"/>
              </a:ext>
            </a:extLst>
          </p:cNvPr>
          <p:cNvSpPr>
            <a:spLocks noGrp="1"/>
          </p:cNvSpPr>
          <p:nvPr>
            <p:ph type="body" sz="quarter" idx="24" hasCustomPrompt="1"/>
          </p:nvPr>
        </p:nvSpPr>
        <p:spPr>
          <a:xfrm>
            <a:off x="10230303" y="2615508"/>
            <a:ext cx="1516483" cy="677239"/>
          </a:xfrm>
        </p:spPr>
        <p:txBody>
          <a:bodyPr>
            <a:noAutofit/>
          </a:bodyPr>
          <a:lstStyle>
            <a:lvl1pPr marL="0" indent="0" algn="l">
              <a:buNone/>
              <a:defRPr sz="1000" b="1" cap="all" spc="300" baseline="0">
                <a:solidFill>
                  <a:schemeClr val="accent5"/>
                </a:solidFill>
                <a:latin typeface="+mj-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 </a:t>
            </a:r>
          </a:p>
        </p:txBody>
      </p:sp>
      <p:sp>
        <p:nvSpPr>
          <p:cNvPr id="26" name="Text Placeholder 6">
            <a:extLst>
              <a:ext uri="{FF2B5EF4-FFF2-40B4-BE49-F238E27FC236}">
                <a16:creationId xmlns:a16="http://schemas.microsoft.com/office/drawing/2014/main" id="{8BA70EC6-938E-0C76-59B1-A0D291AC520E}"/>
              </a:ext>
            </a:extLst>
          </p:cNvPr>
          <p:cNvSpPr>
            <a:spLocks noGrp="1"/>
          </p:cNvSpPr>
          <p:nvPr>
            <p:ph type="body" sz="quarter" idx="25" hasCustomPrompt="1"/>
          </p:nvPr>
        </p:nvSpPr>
        <p:spPr>
          <a:xfrm>
            <a:off x="427769" y="3588497"/>
            <a:ext cx="1516483" cy="1176023"/>
          </a:xfrm>
        </p:spPr>
        <p:txBody>
          <a:bodyPr>
            <a:noAutofit/>
          </a:bodyPr>
          <a:lstStyle>
            <a:lvl1pPr marL="0" indent="0" algn="l">
              <a:lnSpc>
                <a:spcPct val="113000"/>
              </a:lnSpc>
              <a:buNone/>
              <a:defRPr sz="1200" b="0" spc="0" baseline="0">
                <a:solidFill>
                  <a:schemeClr val="accent5"/>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 here</a:t>
            </a:r>
          </a:p>
        </p:txBody>
      </p:sp>
      <p:sp>
        <p:nvSpPr>
          <p:cNvPr id="27" name="Text Placeholder 6">
            <a:extLst>
              <a:ext uri="{FF2B5EF4-FFF2-40B4-BE49-F238E27FC236}">
                <a16:creationId xmlns:a16="http://schemas.microsoft.com/office/drawing/2014/main" id="{45208294-243B-6B1C-7B4D-D51C83E833BA}"/>
              </a:ext>
            </a:extLst>
          </p:cNvPr>
          <p:cNvSpPr>
            <a:spLocks noGrp="1"/>
          </p:cNvSpPr>
          <p:nvPr>
            <p:ph type="body" sz="quarter" idx="26" hasCustomPrompt="1"/>
          </p:nvPr>
        </p:nvSpPr>
        <p:spPr>
          <a:xfrm>
            <a:off x="2056496" y="3588497"/>
            <a:ext cx="1516483" cy="1176023"/>
          </a:xfrm>
        </p:spPr>
        <p:txBody>
          <a:bodyPr>
            <a:noAutofit/>
          </a:bodyPr>
          <a:lstStyle>
            <a:lvl1pPr marL="0" indent="0" algn="l">
              <a:lnSpc>
                <a:spcPct val="113000"/>
              </a:lnSpc>
              <a:buNone/>
              <a:defRPr sz="1200" b="0" spc="0" baseline="0">
                <a:solidFill>
                  <a:schemeClr val="accent5"/>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 here</a:t>
            </a:r>
          </a:p>
        </p:txBody>
      </p:sp>
      <p:sp>
        <p:nvSpPr>
          <p:cNvPr id="28" name="Text Placeholder 6">
            <a:extLst>
              <a:ext uri="{FF2B5EF4-FFF2-40B4-BE49-F238E27FC236}">
                <a16:creationId xmlns:a16="http://schemas.microsoft.com/office/drawing/2014/main" id="{F9F6658C-4BEF-1B93-92E7-AE2570118194}"/>
              </a:ext>
            </a:extLst>
          </p:cNvPr>
          <p:cNvSpPr>
            <a:spLocks noGrp="1"/>
          </p:cNvSpPr>
          <p:nvPr>
            <p:ph type="body" sz="quarter" idx="27" hasCustomPrompt="1"/>
          </p:nvPr>
        </p:nvSpPr>
        <p:spPr>
          <a:xfrm>
            <a:off x="3685223" y="3588497"/>
            <a:ext cx="1546653" cy="1176023"/>
          </a:xfrm>
        </p:spPr>
        <p:txBody>
          <a:bodyPr>
            <a:noAutofit/>
          </a:bodyPr>
          <a:lstStyle>
            <a:lvl1pPr marL="0" indent="0" algn="l">
              <a:lnSpc>
                <a:spcPct val="113000"/>
              </a:lnSpc>
              <a:buNone/>
              <a:defRPr sz="1200" b="0" spc="0" baseline="0">
                <a:solidFill>
                  <a:schemeClr val="accent5"/>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 here</a:t>
            </a:r>
          </a:p>
        </p:txBody>
      </p:sp>
      <p:sp>
        <p:nvSpPr>
          <p:cNvPr id="29" name="Text Placeholder 6">
            <a:extLst>
              <a:ext uri="{FF2B5EF4-FFF2-40B4-BE49-F238E27FC236}">
                <a16:creationId xmlns:a16="http://schemas.microsoft.com/office/drawing/2014/main" id="{C9DE0F18-7248-091B-B3CF-C52106002CCE}"/>
              </a:ext>
            </a:extLst>
          </p:cNvPr>
          <p:cNvSpPr>
            <a:spLocks noGrp="1"/>
          </p:cNvSpPr>
          <p:nvPr>
            <p:ph type="body" sz="quarter" idx="28" hasCustomPrompt="1"/>
          </p:nvPr>
        </p:nvSpPr>
        <p:spPr>
          <a:xfrm>
            <a:off x="5344120" y="3588497"/>
            <a:ext cx="1516483" cy="1176023"/>
          </a:xfrm>
        </p:spPr>
        <p:txBody>
          <a:bodyPr>
            <a:noAutofit/>
          </a:bodyPr>
          <a:lstStyle>
            <a:lvl1pPr marL="0" indent="0" algn="l">
              <a:lnSpc>
                <a:spcPct val="113000"/>
              </a:lnSpc>
              <a:buNone/>
              <a:defRPr sz="1200" b="0" spc="0" baseline="0">
                <a:solidFill>
                  <a:schemeClr val="accent5"/>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 here</a:t>
            </a:r>
          </a:p>
        </p:txBody>
      </p:sp>
      <p:sp>
        <p:nvSpPr>
          <p:cNvPr id="30" name="Text Placeholder 6">
            <a:extLst>
              <a:ext uri="{FF2B5EF4-FFF2-40B4-BE49-F238E27FC236}">
                <a16:creationId xmlns:a16="http://schemas.microsoft.com/office/drawing/2014/main" id="{9940A882-262E-11D9-20F5-FC422DA6058B}"/>
              </a:ext>
            </a:extLst>
          </p:cNvPr>
          <p:cNvSpPr>
            <a:spLocks noGrp="1"/>
          </p:cNvSpPr>
          <p:nvPr>
            <p:ph type="body" sz="quarter" idx="29" hasCustomPrompt="1"/>
          </p:nvPr>
        </p:nvSpPr>
        <p:spPr>
          <a:xfrm>
            <a:off x="6972847" y="3588497"/>
            <a:ext cx="1516483" cy="1176023"/>
          </a:xfrm>
        </p:spPr>
        <p:txBody>
          <a:bodyPr>
            <a:noAutofit/>
          </a:bodyPr>
          <a:lstStyle>
            <a:lvl1pPr marL="0" indent="0" algn="l">
              <a:lnSpc>
                <a:spcPct val="113000"/>
              </a:lnSpc>
              <a:buNone/>
              <a:defRPr sz="1200" b="0" spc="0" baseline="0">
                <a:solidFill>
                  <a:schemeClr val="accent5"/>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 here</a:t>
            </a:r>
          </a:p>
        </p:txBody>
      </p:sp>
      <p:sp>
        <p:nvSpPr>
          <p:cNvPr id="31" name="Text Placeholder 6">
            <a:extLst>
              <a:ext uri="{FF2B5EF4-FFF2-40B4-BE49-F238E27FC236}">
                <a16:creationId xmlns:a16="http://schemas.microsoft.com/office/drawing/2014/main" id="{F1943B66-B889-2293-1A59-B08E0A4A09D8}"/>
              </a:ext>
            </a:extLst>
          </p:cNvPr>
          <p:cNvSpPr>
            <a:spLocks noGrp="1"/>
          </p:cNvSpPr>
          <p:nvPr>
            <p:ph type="body" sz="quarter" idx="30" hasCustomPrompt="1"/>
          </p:nvPr>
        </p:nvSpPr>
        <p:spPr>
          <a:xfrm>
            <a:off x="8601574" y="3588497"/>
            <a:ext cx="1516483" cy="1176023"/>
          </a:xfrm>
        </p:spPr>
        <p:txBody>
          <a:bodyPr>
            <a:noAutofit/>
          </a:bodyPr>
          <a:lstStyle>
            <a:lvl1pPr marL="0" indent="0" algn="l">
              <a:lnSpc>
                <a:spcPct val="113000"/>
              </a:lnSpc>
              <a:buNone/>
              <a:defRPr sz="1200" b="0" spc="0" baseline="0">
                <a:solidFill>
                  <a:schemeClr val="accent5"/>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 here</a:t>
            </a:r>
          </a:p>
        </p:txBody>
      </p:sp>
      <p:sp>
        <p:nvSpPr>
          <p:cNvPr id="32" name="Text Placeholder 6">
            <a:extLst>
              <a:ext uri="{FF2B5EF4-FFF2-40B4-BE49-F238E27FC236}">
                <a16:creationId xmlns:a16="http://schemas.microsoft.com/office/drawing/2014/main" id="{93FE27AA-101D-9FC1-39E1-665CEBA591FB}"/>
              </a:ext>
            </a:extLst>
          </p:cNvPr>
          <p:cNvSpPr>
            <a:spLocks noGrp="1"/>
          </p:cNvSpPr>
          <p:nvPr>
            <p:ph type="body" sz="quarter" idx="31" hasCustomPrompt="1"/>
          </p:nvPr>
        </p:nvSpPr>
        <p:spPr>
          <a:xfrm>
            <a:off x="10230303" y="3588497"/>
            <a:ext cx="1516483" cy="1176023"/>
          </a:xfrm>
        </p:spPr>
        <p:txBody>
          <a:bodyPr>
            <a:noAutofit/>
          </a:bodyPr>
          <a:lstStyle>
            <a:lvl1pPr marL="0" indent="0" algn="l">
              <a:lnSpc>
                <a:spcPct val="113000"/>
              </a:lnSpc>
              <a:buNone/>
              <a:defRPr sz="1200" b="0" spc="0" baseline="0">
                <a:solidFill>
                  <a:schemeClr val="accent5"/>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 here</a:t>
            </a:r>
          </a:p>
        </p:txBody>
      </p:sp>
      <p:sp>
        <p:nvSpPr>
          <p:cNvPr id="34" name="Picture Placeholder 33">
            <a:extLst>
              <a:ext uri="{FF2B5EF4-FFF2-40B4-BE49-F238E27FC236}">
                <a16:creationId xmlns:a16="http://schemas.microsoft.com/office/drawing/2014/main" id="{39C37C26-8255-6660-DCE1-D05B99B82D0D}"/>
              </a:ext>
            </a:extLst>
          </p:cNvPr>
          <p:cNvSpPr>
            <a:spLocks noGrp="1"/>
          </p:cNvSpPr>
          <p:nvPr>
            <p:ph type="pic" sz="quarter" idx="32"/>
          </p:nvPr>
        </p:nvSpPr>
        <p:spPr>
          <a:xfrm>
            <a:off x="0" y="5010912"/>
            <a:ext cx="1709928" cy="1847088"/>
          </a:xfrm>
        </p:spPr>
        <p:txBody>
          <a:bodyPr anchor="ctr">
            <a:normAutofit/>
          </a:bodyPr>
          <a:lstStyle>
            <a:lvl1pPr marL="0" indent="0" algn="ctr">
              <a:buNone/>
              <a:defRPr sz="1600"/>
            </a:lvl1pPr>
          </a:lstStyle>
          <a:p>
            <a:r>
              <a:rPr lang="en-US"/>
              <a:t>Click icon to add picture</a:t>
            </a:r>
            <a:endParaRPr lang="en-US" dirty="0"/>
          </a:p>
        </p:txBody>
      </p:sp>
      <p:sp>
        <p:nvSpPr>
          <p:cNvPr id="36" name="Picture Placeholder 33">
            <a:extLst>
              <a:ext uri="{FF2B5EF4-FFF2-40B4-BE49-F238E27FC236}">
                <a16:creationId xmlns:a16="http://schemas.microsoft.com/office/drawing/2014/main" id="{B8B0653A-87D0-F144-0A04-EC18C75CDE46}"/>
              </a:ext>
            </a:extLst>
          </p:cNvPr>
          <p:cNvSpPr>
            <a:spLocks noGrp="1"/>
          </p:cNvSpPr>
          <p:nvPr>
            <p:ph type="pic" sz="quarter" idx="34"/>
          </p:nvPr>
        </p:nvSpPr>
        <p:spPr>
          <a:xfrm>
            <a:off x="1747012" y="5010912"/>
            <a:ext cx="1709928" cy="1847088"/>
          </a:xfrm>
        </p:spPr>
        <p:txBody>
          <a:bodyPr anchor="ctr">
            <a:normAutofit/>
          </a:bodyPr>
          <a:lstStyle>
            <a:lvl1pPr marL="0" indent="0" algn="ctr">
              <a:buNone/>
              <a:defRPr sz="1600"/>
            </a:lvl1pPr>
          </a:lstStyle>
          <a:p>
            <a:r>
              <a:rPr lang="en-US"/>
              <a:t>Click icon to add picture</a:t>
            </a:r>
            <a:endParaRPr lang="en-US" dirty="0"/>
          </a:p>
        </p:txBody>
      </p:sp>
      <p:sp>
        <p:nvSpPr>
          <p:cNvPr id="37" name="Picture Placeholder 33">
            <a:extLst>
              <a:ext uri="{FF2B5EF4-FFF2-40B4-BE49-F238E27FC236}">
                <a16:creationId xmlns:a16="http://schemas.microsoft.com/office/drawing/2014/main" id="{2D436861-E5E4-0D02-515D-5135ED5C81BD}"/>
              </a:ext>
            </a:extLst>
          </p:cNvPr>
          <p:cNvSpPr>
            <a:spLocks noGrp="1"/>
          </p:cNvSpPr>
          <p:nvPr>
            <p:ph type="pic" sz="quarter" idx="35"/>
          </p:nvPr>
        </p:nvSpPr>
        <p:spPr>
          <a:xfrm>
            <a:off x="3494024" y="5010912"/>
            <a:ext cx="1709928" cy="1847088"/>
          </a:xfrm>
        </p:spPr>
        <p:txBody>
          <a:bodyPr anchor="ctr">
            <a:normAutofit/>
          </a:bodyPr>
          <a:lstStyle>
            <a:lvl1pPr marL="0" indent="0" algn="ctr">
              <a:buNone/>
              <a:defRPr sz="1600"/>
            </a:lvl1pPr>
          </a:lstStyle>
          <a:p>
            <a:r>
              <a:rPr lang="en-US"/>
              <a:t>Click icon to add picture</a:t>
            </a:r>
            <a:endParaRPr lang="en-US" dirty="0"/>
          </a:p>
        </p:txBody>
      </p:sp>
      <p:sp>
        <p:nvSpPr>
          <p:cNvPr id="38" name="Picture Placeholder 33">
            <a:extLst>
              <a:ext uri="{FF2B5EF4-FFF2-40B4-BE49-F238E27FC236}">
                <a16:creationId xmlns:a16="http://schemas.microsoft.com/office/drawing/2014/main" id="{38A682C7-CD55-0D0D-115A-C741A38A9D57}"/>
              </a:ext>
            </a:extLst>
          </p:cNvPr>
          <p:cNvSpPr>
            <a:spLocks noGrp="1"/>
          </p:cNvSpPr>
          <p:nvPr>
            <p:ph type="pic" sz="quarter" idx="36"/>
          </p:nvPr>
        </p:nvSpPr>
        <p:spPr>
          <a:xfrm>
            <a:off x="5241036" y="5010912"/>
            <a:ext cx="1709928" cy="1847088"/>
          </a:xfrm>
        </p:spPr>
        <p:txBody>
          <a:bodyPr anchor="ctr">
            <a:normAutofit/>
          </a:bodyPr>
          <a:lstStyle>
            <a:lvl1pPr marL="0" indent="0" algn="ctr">
              <a:buNone/>
              <a:defRPr sz="1600"/>
            </a:lvl1pPr>
          </a:lstStyle>
          <a:p>
            <a:r>
              <a:rPr lang="en-US"/>
              <a:t>Click icon to add picture</a:t>
            </a:r>
            <a:endParaRPr lang="en-US" dirty="0"/>
          </a:p>
        </p:txBody>
      </p:sp>
      <p:sp>
        <p:nvSpPr>
          <p:cNvPr id="39" name="Picture Placeholder 33">
            <a:extLst>
              <a:ext uri="{FF2B5EF4-FFF2-40B4-BE49-F238E27FC236}">
                <a16:creationId xmlns:a16="http://schemas.microsoft.com/office/drawing/2014/main" id="{6D2E46AE-8931-07D9-E4BA-236767F05123}"/>
              </a:ext>
            </a:extLst>
          </p:cNvPr>
          <p:cNvSpPr>
            <a:spLocks noGrp="1"/>
          </p:cNvSpPr>
          <p:nvPr>
            <p:ph type="pic" sz="quarter" idx="37"/>
          </p:nvPr>
        </p:nvSpPr>
        <p:spPr>
          <a:xfrm>
            <a:off x="6988048" y="5010912"/>
            <a:ext cx="1709928" cy="1847088"/>
          </a:xfrm>
        </p:spPr>
        <p:txBody>
          <a:bodyPr anchor="ctr">
            <a:normAutofit/>
          </a:bodyPr>
          <a:lstStyle>
            <a:lvl1pPr marL="0" indent="0" algn="ctr">
              <a:buNone/>
              <a:defRPr sz="1600"/>
            </a:lvl1pPr>
          </a:lstStyle>
          <a:p>
            <a:r>
              <a:rPr lang="en-US"/>
              <a:t>Click icon to add picture</a:t>
            </a:r>
            <a:endParaRPr lang="en-US" dirty="0"/>
          </a:p>
        </p:txBody>
      </p:sp>
      <p:sp>
        <p:nvSpPr>
          <p:cNvPr id="40" name="Picture Placeholder 33">
            <a:extLst>
              <a:ext uri="{FF2B5EF4-FFF2-40B4-BE49-F238E27FC236}">
                <a16:creationId xmlns:a16="http://schemas.microsoft.com/office/drawing/2014/main" id="{295565B1-ACA7-F26E-8827-05E8356C7C54}"/>
              </a:ext>
            </a:extLst>
          </p:cNvPr>
          <p:cNvSpPr>
            <a:spLocks noGrp="1"/>
          </p:cNvSpPr>
          <p:nvPr>
            <p:ph type="pic" sz="quarter" idx="38"/>
          </p:nvPr>
        </p:nvSpPr>
        <p:spPr>
          <a:xfrm>
            <a:off x="8735060" y="5010912"/>
            <a:ext cx="1709928" cy="1847088"/>
          </a:xfrm>
        </p:spPr>
        <p:txBody>
          <a:bodyPr anchor="ctr">
            <a:normAutofit/>
          </a:bodyPr>
          <a:lstStyle>
            <a:lvl1pPr marL="0" indent="0" algn="ctr">
              <a:buNone/>
              <a:defRPr sz="1600"/>
            </a:lvl1pPr>
          </a:lstStyle>
          <a:p>
            <a:r>
              <a:rPr lang="en-US"/>
              <a:t>Click icon to add picture</a:t>
            </a:r>
            <a:endParaRPr lang="en-US" dirty="0"/>
          </a:p>
        </p:txBody>
      </p:sp>
      <p:sp>
        <p:nvSpPr>
          <p:cNvPr id="35" name="Picture Placeholder 33">
            <a:extLst>
              <a:ext uri="{FF2B5EF4-FFF2-40B4-BE49-F238E27FC236}">
                <a16:creationId xmlns:a16="http://schemas.microsoft.com/office/drawing/2014/main" id="{AFF99AF0-07B4-1CEE-3781-E91ED317B3DE}"/>
              </a:ext>
            </a:extLst>
          </p:cNvPr>
          <p:cNvSpPr>
            <a:spLocks noGrp="1"/>
          </p:cNvSpPr>
          <p:nvPr>
            <p:ph type="pic" sz="quarter" idx="33"/>
          </p:nvPr>
        </p:nvSpPr>
        <p:spPr>
          <a:xfrm>
            <a:off x="10482072" y="5010912"/>
            <a:ext cx="1709928" cy="1847088"/>
          </a:xfrm>
        </p:spPr>
        <p:txBody>
          <a:bodyPr anchor="ctr">
            <a:normAutofit/>
          </a:bodyPr>
          <a:lstStyle>
            <a:lvl1pPr marL="0" indent="0" algn="ctr">
              <a:buNone/>
              <a:defRPr sz="1600"/>
            </a:lvl1pPr>
          </a:lstStyle>
          <a:p>
            <a:r>
              <a:rPr lang="en-US"/>
              <a:t>Click icon to add picture</a:t>
            </a:r>
            <a:endParaRPr lang="en-US" dirty="0"/>
          </a:p>
        </p:txBody>
      </p:sp>
    </p:spTree>
    <p:extLst>
      <p:ext uri="{BB962C8B-B14F-4D97-AF65-F5344CB8AC3E}">
        <p14:creationId xmlns:p14="http://schemas.microsoft.com/office/powerpoint/2010/main" val="173676607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meline_2">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6B855-995C-1225-6A02-C46FF326D417}"/>
              </a:ext>
            </a:extLst>
          </p:cNvPr>
          <p:cNvSpPr>
            <a:spLocks noGrp="1"/>
          </p:cNvSpPr>
          <p:nvPr>
            <p:ph type="title" hasCustomPrompt="1"/>
          </p:nvPr>
        </p:nvSpPr>
        <p:spPr>
          <a:xfrm>
            <a:off x="123849" y="365125"/>
            <a:ext cx="11944303" cy="924709"/>
          </a:xfrm>
        </p:spPr>
        <p:txBody>
          <a:bodyPr tIns="91440" bIns="0">
            <a:noAutofit/>
          </a:bodyPr>
          <a:lstStyle>
            <a:lvl1pPr algn="ctr">
              <a:defRPr sz="5000">
                <a:solidFill>
                  <a:schemeClr val="accent5"/>
                </a:solidFill>
              </a:defRPr>
            </a:lvl1pPr>
          </a:lstStyle>
          <a:p>
            <a:r>
              <a:rPr lang="en-US" dirty="0"/>
              <a:t>Add title</a:t>
            </a:r>
          </a:p>
        </p:txBody>
      </p:sp>
      <p:sp>
        <p:nvSpPr>
          <p:cNvPr id="7" name="Text Placeholder 6">
            <a:extLst>
              <a:ext uri="{FF2B5EF4-FFF2-40B4-BE49-F238E27FC236}">
                <a16:creationId xmlns:a16="http://schemas.microsoft.com/office/drawing/2014/main" id="{3FC7E382-139D-81C9-213E-ABB543805117}"/>
              </a:ext>
            </a:extLst>
          </p:cNvPr>
          <p:cNvSpPr>
            <a:spLocks noGrp="1"/>
          </p:cNvSpPr>
          <p:nvPr>
            <p:ph type="body" sz="quarter" idx="10" hasCustomPrompt="1"/>
          </p:nvPr>
        </p:nvSpPr>
        <p:spPr>
          <a:xfrm>
            <a:off x="123849" y="1296083"/>
            <a:ext cx="11944303" cy="574675"/>
          </a:xfrm>
        </p:spPr>
        <p:txBody>
          <a:bodyPr>
            <a:noAutofit/>
          </a:bodyPr>
          <a:lstStyle>
            <a:lvl1pPr marL="0" indent="0" algn="ctr">
              <a:buNone/>
              <a:defRPr sz="2000" b="1" cap="all" spc="300" baseline="0">
                <a:solidFill>
                  <a:schemeClr val="accent5"/>
                </a:solidFill>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SUBTITLE</a:t>
            </a:r>
          </a:p>
        </p:txBody>
      </p:sp>
      <p:sp>
        <p:nvSpPr>
          <p:cNvPr id="34" name="Picture Placeholder 33">
            <a:extLst>
              <a:ext uri="{FF2B5EF4-FFF2-40B4-BE49-F238E27FC236}">
                <a16:creationId xmlns:a16="http://schemas.microsoft.com/office/drawing/2014/main" id="{39C37C26-8255-6660-DCE1-D05B99B82D0D}"/>
              </a:ext>
            </a:extLst>
          </p:cNvPr>
          <p:cNvSpPr>
            <a:spLocks noGrp="1"/>
          </p:cNvSpPr>
          <p:nvPr>
            <p:ph type="pic" sz="quarter" idx="32"/>
          </p:nvPr>
        </p:nvSpPr>
        <p:spPr>
          <a:xfrm>
            <a:off x="0" y="2458212"/>
            <a:ext cx="1746504" cy="1847088"/>
          </a:xfrm>
        </p:spPr>
        <p:txBody>
          <a:bodyPr anchor="ctr">
            <a:normAutofit/>
          </a:bodyPr>
          <a:lstStyle>
            <a:lvl1pPr marL="0" indent="0" algn="ctr">
              <a:buNone/>
              <a:defRPr sz="1600"/>
            </a:lvl1pPr>
          </a:lstStyle>
          <a:p>
            <a:r>
              <a:rPr lang="en-US"/>
              <a:t>Click icon to add picture</a:t>
            </a:r>
            <a:endParaRPr lang="en-US" dirty="0"/>
          </a:p>
        </p:txBody>
      </p:sp>
      <p:sp>
        <p:nvSpPr>
          <p:cNvPr id="8" name="Text Placeholder 6">
            <a:extLst>
              <a:ext uri="{FF2B5EF4-FFF2-40B4-BE49-F238E27FC236}">
                <a16:creationId xmlns:a16="http://schemas.microsoft.com/office/drawing/2014/main" id="{0A65FCCB-71AC-57AB-9072-A30D1F53FC2A}"/>
              </a:ext>
            </a:extLst>
          </p:cNvPr>
          <p:cNvSpPr>
            <a:spLocks noGrp="1"/>
          </p:cNvSpPr>
          <p:nvPr>
            <p:ph type="body" sz="quarter" idx="11" hasCustomPrompt="1"/>
          </p:nvPr>
        </p:nvSpPr>
        <p:spPr>
          <a:xfrm>
            <a:off x="0" y="4300773"/>
            <a:ext cx="1746504" cy="310896"/>
          </a:xfrm>
          <a:solidFill>
            <a:schemeClr val="accent5"/>
          </a:solidFill>
        </p:spPr>
        <p:txBody>
          <a:bodyPr lIns="0" tIns="0" rIns="0" bIns="0">
            <a:noAutofit/>
          </a:bodyPr>
          <a:lstStyle>
            <a:lvl1pPr marL="0" indent="0" algn="ctr">
              <a:lnSpc>
                <a:spcPct val="80000"/>
              </a:lnSpc>
              <a:spcBef>
                <a:spcPts val="0"/>
              </a:spcBef>
              <a:buNone/>
              <a:defRPr sz="2400" b="0" spc="0" baseline="0">
                <a:solidFill>
                  <a:schemeClr val="bg1"/>
                </a:solidFill>
                <a:latin typeface="+mj-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0000</a:t>
            </a:r>
          </a:p>
        </p:txBody>
      </p:sp>
      <p:sp>
        <p:nvSpPr>
          <p:cNvPr id="17" name="Text Placeholder 6">
            <a:extLst>
              <a:ext uri="{FF2B5EF4-FFF2-40B4-BE49-F238E27FC236}">
                <a16:creationId xmlns:a16="http://schemas.microsoft.com/office/drawing/2014/main" id="{6B73193A-88EA-B0EF-BE93-8DF234EB1751}"/>
              </a:ext>
            </a:extLst>
          </p:cNvPr>
          <p:cNvSpPr>
            <a:spLocks noGrp="1"/>
          </p:cNvSpPr>
          <p:nvPr>
            <p:ph type="body" sz="quarter" idx="18" hasCustomPrompt="1"/>
          </p:nvPr>
        </p:nvSpPr>
        <p:spPr>
          <a:xfrm>
            <a:off x="95904" y="4766451"/>
            <a:ext cx="1554480" cy="409171"/>
          </a:xfrm>
        </p:spPr>
        <p:txBody>
          <a:bodyPr>
            <a:noAutofit/>
          </a:bodyPr>
          <a:lstStyle>
            <a:lvl1pPr marL="0" indent="0" algn="l">
              <a:lnSpc>
                <a:spcPct val="100000"/>
              </a:lnSpc>
              <a:spcBef>
                <a:spcPts val="0"/>
              </a:spcBef>
              <a:buNone/>
              <a:defRPr sz="1000" b="1" cap="all" spc="300" baseline="0">
                <a:solidFill>
                  <a:schemeClr val="accent5"/>
                </a:solidFill>
                <a:latin typeface="+mj-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a:t>
            </a:r>
          </a:p>
        </p:txBody>
      </p:sp>
      <p:sp>
        <p:nvSpPr>
          <p:cNvPr id="26" name="Text Placeholder 6">
            <a:extLst>
              <a:ext uri="{FF2B5EF4-FFF2-40B4-BE49-F238E27FC236}">
                <a16:creationId xmlns:a16="http://schemas.microsoft.com/office/drawing/2014/main" id="{8BA70EC6-938E-0C76-59B1-A0D291AC520E}"/>
              </a:ext>
            </a:extLst>
          </p:cNvPr>
          <p:cNvSpPr>
            <a:spLocks noGrp="1"/>
          </p:cNvSpPr>
          <p:nvPr>
            <p:ph type="body" sz="quarter" idx="25" hasCustomPrompt="1"/>
          </p:nvPr>
        </p:nvSpPr>
        <p:spPr>
          <a:xfrm>
            <a:off x="95904" y="5244139"/>
            <a:ext cx="1554480" cy="1188720"/>
          </a:xfrm>
        </p:spPr>
        <p:txBody>
          <a:bodyPr>
            <a:noAutofit/>
          </a:bodyPr>
          <a:lstStyle>
            <a:lvl1pPr marL="0" indent="0" algn="l">
              <a:lnSpc>
                <a:spcPct val="113000"/>
              </a:lnSpc>
              <a:buNone/>
              <a:defRPr sz="1200" b="0" spc="0" baseline="0">
                <a:solidFill>
                  <a:schemeClr val="accent5"/>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 here</a:t>
            </a:r>
          </a:p>
        </p:txBody>
      </p:sp>
      <p:sp>
        <p:nvSpPr>
          <p:cNvPr id="18" name="Text Placeholder 6">
            <a:extLst>
              <a:ext uri="{FF2B5EF4-FFF2-40B4-BE49-F238E27FC236}">
                <a16:creationId xmlns:a16="http://schemas.microsoft.com/office/drawing/2014/main" id="{EDCB1B8E-D420-780E-9AB7-AC039F356D3B}"/>
              </a:ext>
            </a:extLst>
          </p:cNvPr>
          <p:cNvSpPr>
            <a:spLocks noGrp="1"/>
          </p:cNvSpPr>
          <p:nvPr>
            <p:ph type="body" sz="quarter" idx="19" hasCustomPrompt="1"/>
          </p:nvPr>
        </p:nvSpPr>
        <p:spPr>
          <a:xfrm>
            <a:off x="1839260" y="2553667"/>
            <a:ext cx="1554480" cy="409171"/>
          </a:xfrm>
        </p:spPr>
        <p:txBody>
          <a:bodyPr>
            <a:noAutofit/>
          </a:bodyPr>
          <a:lstStyle>
            <a:lvl1pPr marL="0" indent="0" algn="l">
              <a:lnSpc>
                <a:spcPct val="100000"/>
              </a:lnSpc>
              <a:spcBef>
                <a:spcPts val="0"/>
              </a:spcBef>
              <a:buNone/>
              <a:defRPr sz="1000" b="1" cap="all" spc="300" baseline="0">
                <a:solidFill>
                  <a:schemeClr val="accent5"/>
                </a:solidFill>
                <a:latin typeface="+mj-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a:t>
            </a:r>
          </a:p>
        </p:txBody>
      </p:sp>
      <p:sp>
        <p:nvSpPr>
          <p:cNvPr id="27" name="Text Placeholder 6">
            <a:extLst>
              <a:ext uri="{FF2B5EF4-FFF2-40B4-BE49-F238E27FC236}">
                <a16:creationId xmlns:a16="http://schemas.microsoft.com/office/drawing/2014/main" id="{45208294-243B-6B1C-7B4D-D51C83E833BA}"/>
              </a:ext>
            </a:extLst>
          </p:cNvPr>
          <p:cNvSpPr>
            <a:spLocks noGrp="1"/>
          </p:cNvSpPr>
          <p:nvPr>
            <p:ph type="body" sz="quarter" idx="26" hasCustomPrompt="1"/>
          </p:nvPr>
        </p:nvSpPr>
        <p:spPr>
          <a:xfrm>
            <a:off x="1839259" y="3039116"/>
            <a:ext cx="1554480" cy="1188720"/>
          </a:xfrm>
        </p:spPr>
        <p:txBody>
          <a:bodyPr>
            <a:noAutofit/>
          </a:bodyPr>
          <a:lstStyle>
            <a:lvl1pPr marL="0" indent="0" algn="l">
              <a:lnSpc>
                <a:spcPct val="113000"/>
              </a:lnSpc>
              <a:buNone/>
              <a:defRPr sz="1200" b="0" spc="0" baseline="0">
                <a:solidFill>
                  <a:schemeClr val="accent5"/>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 here</a:t>
            </a:r>
          </a:p>
        </p:txBody>
      </p:sp>
      <p:sp>
        <p:nvSpPr>
          <p:cNvPr id="11" name="Text Placeholder 6">
            <a:extLst>
              <a:ext uri="{FF2B5EF4-FFF2-40B4-BE49-F238E27FC236}">
                <a16:creationId xmlns:a16="http://schemas.microsoft.com/office/drawing/2014/main" id="{5CF6C398-93E6-A99F-EFDF-A55942B3F0E0}"/>
              </a:ext>
            </a:extLst>
          </p:cNvPr>
          <p:cNvSpPr>
            <a:spLocks noGrp="1"/>
          </p:cNvSpPr>
          <p:nvPr>
            <p:ph type="body" sz="quarter" idx="12" hasCustomPrompt="1"/>
          </p:nvPr>
        </p:nvSpPr>
        <p:spPr>
          <a:xfrm>
            <a:off x="1740916" y="4300773"/>
            <a:ext cx="1746504" cy="310896"/>
          </a:xfrm>
          <a:solidFill>
            <a:schemeClr val="accent5">
              <a:lumMod val="40000"/>
              <a:lumOff val="60000"/>
            </a:schemeClr>
          </a:solidFill>
        </p:spPr>
        <p:txBody>
          <a:bodyPr lIns="0" tIns="0" rIns="0" bIns="0">
            <a:noAutofit/>
          </a:bodyPr>
          <a:lstStyle>
            <a:lvl1pPr marL="0" indent="0" algn="ctr">
              <a:lnSpc>
                <a:spcPct val="80000"/>
              </a:lnSpc>
              <a:spcBef>
                <a:spcPts val="0"/>
              </a:spcBef>
              <a:buNone/>
              <a:defRPr sz="2400" b="0" spc="0" baseline="0">
                <a:solidFill>
                  <a:schemeClr val="accent5"/>
                </a:solidFill>
                <a:latin typeface="+mj-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0000</a:t>
            </a:r>
          </a:p>
        </p:txBody>
      </p:sp>
      <p:sp>
        <p:nvSpPr>
          <p:cNvPr id="36" name="Picture Placeholder 33">
            <a:extLst>
              <a:ext uri="{FF2B5EF4-FFF2-40B4-BE49-F238E27FC236}">
                <a16:creationId xmlns:a16="http://schemas.microsoft.com/office/drawing/2014/main" id="{B8B0653A-87D0-F144-0A04-EC18C75CDE46}"/>
              </a:ext>
            </a:extLst>
          </p:cNvPr>
          <p:cNvSpPr>
            <a:spLocks noGrp="1"/>
          </p:cNvSpPr>
          <p:nvPr>
            <p:ph type="pic" sz="quarter" idx="34"/>
          </p:nvPr>
        </p:nvSpPr>
        <p:spPr>
          <a:xfrm>
            <a:off x="1727962" y="4610919"/>
            <a:ext cx="1746504" cy="1847088"/>
          </a:xfrm>
        </p:spPr>
        <p:txBody>
          <a:bodyPr anchor="ctr">
            <a:normAutofit/>
          </a:bodyPr>
          <a:lstStyle>
            <a:lvl1pPr marL="0" indent="0" algn="ctr">
              <a:buNone/>
              <a:defRPr sz="1600"/>
            </a:lvl1pPr>
          </a:lstStyle>
          <a:p>
            <a:r>
              <a:rPr lang="en-US"/>
              <a:t>Click icon to add picture</a:t>
            </a:r>
            <a:endParaRPr lang="en-US" dirty="0"/>
          </a:p>
        </p:txBody>
      </p:sp>
      <p:sp>
        <p:nvSpPr>
          <p:cNvPr id="37" name="Picture Placeholder 33">
            <a:extLst>
              <a:ext uri="{FF2B5EF4-FFF2-40B4-BE49-F238E27FC236}">
                <a16:creationId xmlns:a16="http://schemas.microsoft.com/office/drawing/2014/main" id="{2D436861-E5E4-0D02-515D-5135ED5C81BD}"/>
              </a:ext>
            </a:extLst>
          </p:cNvPr>
          <p:cNvSpPr>
            <a:spLocks noGrp="1"/>
          </p:cNvSpPr>
          <p:nvPr>
            <p:ph type="pic" sz="quarter" idx="35"/>
          </p:nvPr>
        </p:nvSpPr>
        <p:spPr>
          <a:xfrm>
            <a:off x="3484499" y="2458212"/>
            <a:ext cx="1746504" cy="1847088"/>
          </a:xfrm>
        </p:spPr>
        <p:txBody>
          <a:bodyPr anchor="ctr">
            <a:normAutofit/>
          </a:bodyPr>
          <a:lstStyle>
            <a:lvl1pPr marL="0" indent="0" algn="ctr">
              <a:buNone/>
              <a:defRPr sz="1600"/>
            </a:lvl1pPr>
          </a:lstStyle>
          <a:p>
            <a:r>
              <a:rPr lang="en-US"/>
              <a:t>Click icon to add picture</a:t>
            </a:r>
            <a:endParaRPr lang="en-US" dirty="0"/>
          </a:p>
        </p:txBody>
      </p:sp>
      <p:sp>
        <p:nvSpPr>
          <p:cNvPr id="12" name="Text Placeholder 6">
            <a:extLst>
              <a:ext uri="{FF2B5EF4-FFF2-40B4-BE49-F238E27FC236}">
                <a16:creationId xmlns:a16="http://schemas.microsoft.com/office/drawing/2014/main" id="{AE291EFA-0974-0076-CEBE-59D6F7EA799F}"/>
              </a:ext>
            </a:extLst>
          </p:cNvPr>
          <p:cNvSpPr>
            <a:spLocks noGrp="1"/>
          </p:cNvSpPr>
          <p:nvPr>
            <p:ph type="body" sz="quarter" idx="13" hasCustomPrompt="1"/>
          </p:nvPr>
        </p:nvSpPr>
        <p:spPr>
          <a:xfrm>
            <a:off x="3481832" y="4300773"/>
            <a:ext cx="1746504" cy="310896"/>
          </a:xfrm>
          <a:solidFill>
            <a:schemeClr val="accent5"/>
          </a:solidFill>
        </p:spPr>
        <p:txBody>
          <a:bodyPr lIns="0" tIns="0" rIns="0" bIns="0">
            <a:noAutofit/>
          </a:bodyPr>
          <a:lstStyle>
            <a:lvl1pPr marL="0" indent="0" algn="ctr">
              <a:lnSpc>
                <a:spcPct val="80000"/>
              </a:lnSpc>
              <a:spcBef>
                <a:spcPts val="0"/>
              </a:spcBef>
              <a:buNone/>
              <a:defRPr sz="2400" b="0" spc="0" baseline="0">
                <a:solidFill>
                  <a:schemeClr val="bg1"/>
                </a:solidFill>
                <a:latin typeface="+mj-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0000</a:t>
            </a:r>
          </a:p>
        </p:txBody>
      </p:sp>
      <p:sp>
        <p:nvSpPr>
          <p:cNvPr id="19" name="Text Placeholder 6">
            <a:extLst>
              <a:ext uri="{FF2B5EF4-FFF2-40B4-BE49-F238E27FC236}">
                <a16:creationId xmlns:a16="http://schemas.microsoft.com/office/drawing/2014/main" id="{7656A84E-C390-F554-7CF9-98D0A99CB425}"/>
              </a:ext>
            </a:extLst>
          </p:cNvPr>
          <p:cNvSpPr>
            <a:spLocks noGrp="1"/>
          </p:cNvSpPr>
          <p:nvPr>
            <p:ph type="body" sz="quarter" idx="20" hasCustomPrompt="1"/>
          </p:nvPr>
        </p:nvSpPr>
        <p:spPr>
          <a:xfrm>
            <a:off x="3564206" y="4766451"/>
            <a:ext cx="1554480" cy="409171"/>
          </a:xfrm>
        </p:spPr>
        <p:txBody>
          <a:bodyPr>
            <a:noAutofit/>
          </a:bodyPr>
          <a:lstStyle>
            <a:lvl1pPr marL="0" indent="0" algn="l">
              <a:lnSpc>
                <a:spcPct val="100000"/>
              </a:lnSpc>
              <a:spcBef>
                <a:spcPts val="0"/>
              </a:spcBef>
              <a:buNone/>
              <a:defRPr sz="1000" b="1" cap="all" spc="300" baseline="0">
                <a:solidFill>
                  <a:schemeClr val="accent5"/>
                </a:solidFill>
                <a:latin typeface="+mj-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a:t>
            </a:r>
          </a:p>
        </p:txBody>
      </p:sp>
      <p:sp>
        <p:nvSpPr>
          <p:cNvPr id="28" name="Text Placeholder 6">
            <a:extLst>
              <a:ext uri="{FF2B5EF4-FFF2-40B4-BE49-F238E27FC236}">
                <a16:creationId xmlns:a16="http://schemas.microsoft.com/office/drawing/2014/main" id="{F9F6658C-4BEF-1B93-92E7-AE2570118194}"/>
              </a:ext>
            </a:extLst>
          </p:cNvPr>
          <p:cNvSpPr>
            <a:spLocks noGrp="1"/>
          </p:cNvSpPr>
          <p:nvPr>
            <p:ph type="body" sz="quarter" idx="27" hasCustomPrompt="1"/>
          </p:nvPr>
        </p:nvSpPr>
        <p:spPr>
          <a:xfrm>
            <a:off x="3564206" y="5244139"/>
            <a:ext cx="1554480" cy="1188720"/>
          </a:xfrm>
        </p:spPr>
        <p:txBody>
          <a:bodyPr>
            <a:noAutofit/>
          </a:bodyPr>
          <a:lstStyle>
            <a:lvl1pPr marL="0" indent="0" algn="l">
              <a:lnSpc>
                <a:spcPct val="113000"/>
              </a:lnSpc>
              <a:buNone/>
              <a:defRPr sz="1200" b="0" spc="0" baseline="0">
                <a:solidFill>
                  <a:schemeClr val="accent5"/>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 here</a:t>
            </a:r>
          </a:p>
        </p:txBody>
      </p:sp>
      <p:sp>
        <p:nvSpPr>
          <p:cNvPr id="20" name="Text Placeholder 6">
            <a:extLst>
              <a:ext uri="{FF2B5EF4-FFF2-40B4-BE49-F238E27FC236}">
                <a16:creationId xmlns:a16="http://schemas.microsoft.com/office/drawing/2014/main" id="{58932D1A-5F27-5DB5-2EA3-5D2198BFE1E4}"/>
              </a:ext>
            </a:extLst>
          </p:cNvPr>
          <p:cNvSpPr>
            <a:spLocks noGrp="1"/>
          </p:cNvSpPr>
          <p:nvPr>
            <p:ph type="body" sz="quarter" idx="21" hasCustomPrompt="1"/>
          </p:nvPr>
        </p:nvSpPr>
        <p:spPr>
          <a:xfrm>
            <a:off x="5330142" y="2553667"/>
            <a:ext cx="1554480" cy="409171"/>
          </a:xfrm>
        </p:spPr>
        <p:txBody>
          <a:bodyPr>
            <a:noAutofit/>
          </a:bodyPr>
          <a:lstStyle>
            <a:lvl1pPr marL="0" indent="0" algn="l">
              <a:lnSpc>
                <a:spcPct val="100000"/>
              </a:lnSpc>
              <a:spcBef>
                <a:spcPts val="0"/>
              </a:spcBef>
              <a:buNone/>
              <a:defRPr sz="1000" b="1" cap="all" spc="300" baseline="0">
                <a:solidFill>
                  <a:schemeClr val="accent5"/>
                </a:solidFill>
                <a:latin typeface="+mj-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a:t>
            </a:r>
          </a:p>
        </p:txBody>
      </p:sp>
      <p:sp>
        <p:nvSpPr>
          <p:cNvPr id="29" name="Text Placeholder 6">
            <a:extLst>
              <a:ext uri="{FF2B5EF4-FFF2-40B4-BE49-F238E27FC236}">
                <a16:creationId xmlns:a16="http://schemas.microsoft.com/office/drawing/2014/main" id="{C9DE0F18-7248-091B-B3CF-C52106002CCE}"/>
              </a:ext>
            </a:extLst>
          </p:cNvPr>
          <p:cNvSpPr>
            <a:spLocks noGrp="1"/>
          </p:cNvSpPr>
          <p:nvPr>
            <p:ph type="body" sz="quarter" idx="28" hasCustomPrompt="1"/>
          </p:nvPr>
        </p:nvSpPr>
        <p:spPr>
          <a:xfrm>
            <a:off x="5330141" y="3039116"/>
            <a:ext cx="1554480" cy="1188720"/>
          </a:xfrm>
        </p:spPr>
        <p:txBody>
          <a:bodyPr>
            <a:noAutofit/>
          </a:bodyPr>
          <a:lstStyle>
            <a:lvl1pPr marL="0" indent="0" algn="l">
              <a:lnSpc>
                <a:spcPct val="113000"/>
              </a:lnSpc>
              <a:buNone/>
              <a:defRPr sz="1200" b="0" spc="0" baseline="0">
                <a:solidFill>
                  <a:schemeClr val="accent5"/>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 here</a:t>
            </a:r>
          </a:p>
        </p:txBody>
      </p:sp>
      <p:sp>
        <p:nvSpPr>
          <p:cNvPr id="13" name="Text Placeholder 6">
            <a:extLst>
              <a:ext uri="{FF2B5EF4-FFF2-40B4-BE49-F238E27FC236}">
                <a16:creationId xmlns:a16="http://schemas.microsoft.com/office/drawing/2014/main" id="{D6D7C929-37FC-D4F9-240C-3E716CF74ACF}"/>
              </a:ext>
            </a:extLst>
          </p:cNvPr>
          <p:cNvSpPr>
            <a:spLocks noGrp="1"/>
          </p:cNvSpPr>
          <p:nvPr>
            <p:ph type="body" sz="quarter" idx="14" hasCustomPrompt="1"/>
          </p:nvPr>
        </p:nvSpPr>
        <p:spPr>
          <a:xfrm>
            <a:off x="5222748" y="4300773"/>
            <a:ext cx="1746504" cy="310896"/>
          </a:xfrm>
          <a:solidFill>
            <a:schemeClr val="accent5">
              <a:lumMod val="40000"/>
              <a:lumOff val="60000"/>
            </a:schemeClr>
          </a:solidFill>
        </p:spPr>
        <p:txBody>
          <a:bodyPr lIns="0" tIns="0" rIns="0" bIns="0">
            <a:noAutofit/>
          </a:bodyPr>
          <a:lstStyle>
            <a:lvl1pPr marL="0" indent="0" algn="ctr">
              <a:lnSpc>
                <a:spcPct val="80000"/>
              </a:lnSpc>
              <a:spcBef>
                <a:spcPts val="0"/>
              </a:spcBef>
              <a:buNone/>
              <a:defRPr sz="2400" b="0" spc="0" baseline="0">
                <a:solidFill>
                  <a:schemeClr val="accent5"/>
                </a:solidFill>
                <a:latin typeface="+mj-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0000</a:t>
            </a:r>
          </a:p>
        </p:txBody>
      </p:sp>
      <p:sp>
        <p:nvSpPr>
          <p:cNvPr id="38" name="Picture Placeholder 33">
            <a:extLst>
              <a:ext uri="{FF2B5EF4-FFF2-40B4-BE49-F238E27FC236}">
                <a16:creationId xmlns:a16="http://schemas.microsoft.com/office/drawing/2014/main" id="{38A682C7-CD55-0D0D-115A-C741A38A9D57}"/>
              </a:ext>
            </a:extLst>
          </p:cNvPr>
          <p:cNvSpPr>
            <a:spLocks noGrp="1"/>
          </p:cNvSpPr>
          <p:nvPr>
            <p:ph type="pic" sz="quarter" idx="36"/>
          </p:nvPr>
        </p:nvSpPr>
        <p:spPr>
          <a:xfrm>
            <a:off x="5221986" y="4610919"/>
            <a:ext cx="1746504" cy="1847088"/>
          </a:xfrm>
        </p:spPr>
        <p:txBody>
          <a:bodyPr anchor="ctr">
            <a:normAutofit/>
          </a:bodyPr>
          <a:lstStyle>
            <a:lvl1pPr marL="0" indent="0" algn="ctr">
              <a:buNone/>
              <a:defRPr sz="1600"/>
            </a:lvl1pPr>
          </a:lstStyle>
          <a:p>
            <a:r>
              <a:rPr lang="en-US"/>
              <a:t>Click icon to add picture</a:t>
            </a:r>
            <a:endParaRPr lang="en-US" dirty="0"/>
          </a:p>
        </p:txBody>
      </p:sp>
      <p:sp>
        <p:nvSpPr>
          <p:cNvPr id="39" name="Picture Placeholder 33">
            <a:extLst>
              <a:ext uri="{FF2B5EF4-FFF2-40B4-BE49-F238E27FC236}">
                <a16:creationId xmlns:a16="http://schemas.microsoft.com/office/drawing/2014/main" id="{6D2E46AE-8931-07D9-E4BA-236767F05123}"/>
              </a:ext>
            </a:extLst>
          </p:cNvPr>
          <p:cNvSpPr>
            <a:spLocks noGrp="1"/>
          </p:cNvSpPr>
          <p:nvPr>
            <p:ph type="pic" sz="quarter" idx="37"/>
          </p:nvPr>
        </p:nvSpPr>
        <p:spPr>
          <a:xfrm>
            <a:off x="6968351" y="2458212"/>
            <a:ext cx="1746504" cy="1847088"/>
          </a:xfrm>
        </p:spPr>
        <p:txBody>
          <a:bodyPr anchor="ctr">
            <a:normAutofit/>
          </a:bodyPr>
          <a:lstStyle>
            <a:lvl1pPr marL="0" indent="0" algn="ctr">
              <a:buNone/>
              <a:defRPr sz="1600"/>
            </a:lvl1pPr>
          </a:lstStyle>
          <a:p>
            <a:r>
              <a:rPr lang="en-US"/>
              <a:t>Click icon to add picture</a:t>
            </a:r>
            <a:endParaRPr lang="en-US" dirty="0"/>
          </a:p>
        </p:txBody>
      </p:sp>
      <p:sp>
        <p:nvSpPr>
          <p:cNvPr id="14" name="Text Placeholder 6">
            <a:extLst>
              <a:ext uri="{FF2B5EF4-FFF2-40B4-BE49-F238E27FC236}">
                <a16:creationId xmlns:a16="http://schemas.microsoft.com/office/drawing/2014/main" id="{FD4D7B7F-47B6-90A3-0C50-BFF900083477}"/>
              </a:ext>
            </a:extLst>
          </p:cNvPr>
          <p:cNvSpPr>
            <a:spLocks noGrp="1"/>
          </p:cNvSpPr>
          <p:nvPr>
            <p:ph type="body" sz="quarter" idx="15" hasCustomPrompt="1"/>
          </p:nvPr>
        </p:nvSpPr>
        <p:spPr>
          <a:xfrm>
            <a:off x="6963664" y="4300773"/>
            <a:ext cx="1746504" cy="310896"/>
          </a:xfrm>
          <a:solidFill>
            <a:schemeClr val="accent5"/>
          </a:solidFill>
        </p:spPr>
        <p:txBody>
          <a:bodyPr lIns="0" tIns="0" rIns="0" bIns="0">
            <a:noAutofit/>
          </a:bodyPr>
          <a:lstStyle>
            <a:lvl1pPr marL="0" indent="0" algn="ctr">
              <a:lnSpc>
                <a:spcPct val="80000"/>
              </a:lnSpc>
              <a:spcBef>
                <a:spcPts val="0"/>
              </a:spcBef>
              <a:buNone/>
              <a:defRPr sz="2400" b="0" spc="0" baseline="0">
                <a:solidFill>
                  <a:schemeClr val="bg1"/>
                </a:solidFill>
                <a:latin typeface="+mj-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0000</a:t>
            </a:r>
          </a:p>
        </p:txBody>
      </p:sp>
      <p:sp>
        <p:nvSpPr>
          <p:cNvPr id="21" name="Text Placeholder 6">
            <a:extLst>
              <a:ext uri="{FF2B5EF4-FFF2-40B4-BE49-F238E27FC236}">
                <a16:creationId xmlns:a16="http://schemas.microsoft.com/office/drawing/2014/main" id="{DB0B66E2-831B-8B5D-7260-F680B1DCB4C0}"/>
              </a:ext>
            </a:extLst>
          </p:cNvPr>
          <p:cNvSpPr>
            <a:spLocks noGrp="1"/>
          </p:cNvSpPr>
          <p:nvPr>
            <p:ph type="body" sz="quarter" idx="22" hasCustomPrompt="1"/>
          </p:nvPr>
        </p:nvSpPr>
        <p:spPr>
          <a:xfrm>
            <a:off x="7071380" y="4766451"/>
            <a:ext cx="1554480" cy="409171"/>
          </a:xfrm>
        </p:spPr>
        <p:txBody>
          <a:bodyPr>
            <a:noAutofit/>
          </a:bodyPr>
          <a:lstStyle>
            <a:lvl1pPr marL="0" indent="0" algn="l">
              <a:lnSpc>
                <a:spcPct val="100000"/>
              </a:lnSpc>
              <a:spcBef>
                <a:spcPts val="0"/>
              </a:spcBef>
              <a:buNone/>
              <a:defRPr sz="1000" b="1" cap="all" spc="300" baseline="0">
                <a:solidFill>
                  <a:schemeClr val="accent5"/>
                </a:solidFill>
                <a:latin typeface="+mj-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a:t>
            </a:r>
          </a:p>
        </p:txBody>
      </p:sp>
      <p:sp>
        <p:nvSpPr>
          <p:cNvPr id="30" name="Text Placeholder 6">
            <a:extLst>
              <a:ext uri="{FF2B5EF4-FFF2-40B4-BE49-F238E27FC236}">
                <a16:creationId xmlns:a16="http://schemas.microsoft.com/office/drawing/2014/main" id="{9940A882-262E-11D9-20F5-FC422DA6058B}"/>
              </a:ext>
            </a:extLst>
          </p:cNvPr>
          <p:cNvSpPr>
            <a:spLocks noGrp="1"/>
          </p:cNvSpPr>
          <p:nvPr>
            <p:ph type="body" sz="quarter" idx="29" hasCustomPrompt="1"/>
          </p:nvPr>
        </p:nvSpPr>
        <p:spPr>
          <a:xfrm>
            <a:off x="7071380" y="5244139"/>
            <a:ext cx="1554480" cy="1188720"/>
          </a:xfrm>
        </p:spPr>
        <p:txBody>
          <a:bodyPr>
            <a:noAutofit/>
          </a:bodyPr>
          <a:lstStyle>
            <a:lvl1pPr marL="0" indent="0" algn="l">
              <a:lnSpc>
                <a:spcPct val="113000"/>
              </a:lnSpc>
              <a:buNone/>
              <a:defRPr sz="1200" b="0" spc="0" baseline="0">
                <a:solidFill>
                  <a:schemeClr val="accent5"/>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 here</a:t>
            </a:r>
          </a:p>
        </p:txBody>
      </p:sp>
      <p:sp>
        <p:nvSpPr>
          <p:cNvPr id="22" name="Text Placeholder 6">
            <a:extLst>
              <a:ext uri="{FF2B5EF4-FFF2-40B4-BE49-F238E27FC236}">
                <a16:creationId xmlns:a16="http://schemas.microsoft.com/office/drawing/2014/main" id="{5E01213A-B19D-C32B-3CC5-8C7DF3E8B253}"/>
              </a:ext>
            </a:extLst>
          </p:cNvPr>
          <p:cNvSpPr>
            <a:spLocks noGrp="1"/>
          </p:cNvSpPr>
          <p:nvPr>
            <p:ph type="body" sz="quarter" idx="23" hasCustomPrompt="1"/>
          </p:nvPr>
        </p:nvSpPr>
        <p:spPr>
          <a:xfrm>
            <a:off x="8821024" y="2553667"/>
            <a:ext cx="1554480" cy="409171"/>
          </a:xfrm>
        </p:spPr>
        <p:txBody>
          <a:bodyPr>
            <a:noAutofit/>
          </a:bodyPr>
          <a:lstStyle>
            <a:lvl1pPr marL="0" indent="0" algn="l">
              <a:lnSpc>
                <a:spcPct val="100000"/>
              </a:lnSpc>
              <a:spcBef>
                <a:spcPts val="0"/>
              </a:spcBef>
              <a:buNone/>
              <a:defRPr sz="1000" b="1" cap="all" spc="300" baseline="0">
                <a:solidFill>
                  <a:schemeClr val="accent5"/>
                </a:solidFill>
                <a:latin typeface="+mj-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a:t>
            </a:r>
          </a:p>
        </p:txBody>
      </p:sp>
      <p:sp>
        <p:nvSpPr>
          <p:cNvPr id="31" name="Text Placeholder 6">
            <a:extLst>
              <a:ext uri="{FF2B5EF4-FFF2-40B4-BE49-F238E27FC236}">
                <a16:creationId xmlns:a16="http://schemas.microsoft.com/office/drawing/2014/main" id="{F1943B66-B889-2293-1A59-B08E0A4A09D8}"/>
              </a:ext>
            </a:extLst>
          </p:cNvPr>
          <p:cNvSpPr>
            <a:spLocks noGrp="1"/>
          </p:cNvSpPr>
          <p:nvPr>
            <p:ph type="body" sz="quarter" idx="30" hasCustomPrompt="1"/>
          </p:nvPr>
        </p:nvSpPr>
        <p:spPr>
          <a:xfrm>
            <a:off x="8821023" y="3039116"/>
            <a:ext cx="1554480" cy="1188720"/>
          </a:xfrm>
        </p:spPr>
        <p:txBody>
          <a:bodyPr>
            <a:noAutofit/>
          </a:bodyPr>
          <a:lstStyle>
            <a:lvl1pPr marL="0" indent="0" algn="l">
              <a:lnSpc>
                <a:spcPct val="113000"/>
              </a:lnSpc>
              <a:buNone/>
              <a:defRPr sz="1200" b="0" spc="0" baseline="0">
                <a:solidFill>
                  <a:schemeClr val="accent5"/>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 here</a:t>
            </a:r>
          </a:p>
        </p:txBody>
      </p:sp>
      <p:sp>
        <p:nvSpPr>
          <p:cNvPr id="15" name="Text Placeholder 6">
            <a:extLst>
              <a:ext uri="{FF2B5EF4-FFF2-40B4-BE49-F238E27FC236}">
                <a16:creationId xmlns:a16="http://schemas.microsoft.com/office/drawing/2014/main" id="{D8299739-6734-AC50-12FE-A0EDBE695861}"/>
              </a:ext>
            </a:extLst>
          </p:cNvPr>
          <p:cNvSpPr>
            <a:spLocks noGrp="1"/>
          </p:cNvSpPr>
          <p:nvPr>
            <p:ph type="body" sz="quarter" idx="16" hasCustomPrompt="1"/>
          </p:nvPr>
        </p:nvSpPr>
        <p:spPr>
          <a:xfrm>
            <a:off x="8710295" y="4300773"/>
            <a:ext cx="1746504" cy="310896"/>
          </a:xfrm>
          <a:solidFill>
            <a:schemeClr val="accent5">
              <a:lumMod val="40000"/>
              <a:lumOff val="60000"/>
            </a:schemeClr>
          </a:solidFill>
        </p:spPr>
        <p:txBody>
          <a:bodyPr lIns="0" tIns="0" rIns="0" bIns="0">
            <a:noAutofit/>
          </a:bodyPr>
          <a:lstStyle>
            <a:lvl1pPr marL="0" indent="0" algn="ctr">
              <a:lnSpc>
                <a:spcPct val="80000"/>
              </a:lnSpc>
              <a:spcBef>
                <a:spcPts val="0"/>
              </a:spcBef>
              <a:buNone/>
              <a:defRPr sz="2400" b="0" spc="0" baseline="0">
                <a:solidFill>
                  <a:schemeClr val="accent5"/>
                </a:solidFill>
                <a:latin typeface="+mj-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0000</a:t>
            </a:r>
          </a:p>
        </p:txBody>
      </p:sp>
      <p:sp>
        <p:nvSpPr>
          <p:cNvPr id="40" name="Picture Placeholder 33">
            <a:extLst>
              <a:ext uri="{FF2B5EF4-FFF2-40B4-BE49-F238E27FC236}">
                <a16:creationId xmlns:a16="http://schemas.microsoft.com/office/drawing/2014/main" id="{295565B1-ACA7-F26E-8827-05E8356C7C54}"/>
              </a:ext>
            </a:extLst>
          </p:cNvPr>
          <p:cNvSpPr>
            <a:spLocks noGrp="1"/>
          </p:cNvSpPr>
          <p:nvPr>
            <p:ph type="pic" sz="quarter" idx="38"/>
          </p:nvPr>
        </p:nvSpPr>
        <p:spPr>
          <a:xfrm>
            <a:off x="8710295" y="4610919"/>
            <a:ext cx="1746504" cy="1847088"/>
          </a:xfrm>
        </p:spPr>
        <p:txBody>
          <a:bodyPr anchor="ctr">
            <a:normAutofit/>
          </a:bodyPr>
          <a:lstStyle>
            <a:lvl1pPr marL="0" indent="0" algn="ctr">
              <a:buNone/>
              <a:defRPr sz="1600"/>
            </a:lvl1pPr>
          </a:lstStyle>
          <a:p>
            <a:pPr lvl="0"/>
            <a:r>
              <a:rPr lang="en-US"/>
              <a:t>Click icon to add picture</a:t>
            </a:r>
            <a:endParaRPr lang="en-US" dirty="0"/>
          </a:p>
        </p:txBody>
      </p:sp>
      <p:sp>
        <p:nvSpPr>
          <p:cNvPr id="35" name="Picture Placeholder 33">
            <a:extLst>
              <a:ext uri="{FF2B5EF4-FFF2-40B4-BE49-F238E27FC236}">
                <a16:creationId xmlns:a16="http://schemas.microsoft.com/office/drawing/2014/main" id="{AFF99AF0-07B4-1CEE-3781-E91ED317B3DE}"/>
              </a:ext>
            </a:extLst>
          </p:cNvPr>
          <p:cNvSpPr>
            <a:spLocks noGrp="1"/>
          </p:cNvSpPr>
          <p:nvPr>
            <p:ph type="pic" sz="quarter" idx="33"/>
          </p:nvPr>
        </p:nvSpPr>
        <p:spPr>
          <a:xfrm>
            <a:off x="10445496" y="2458212"/>
            <a:ext cx="1746504" cy="1847088"/>
          </a:xfrm>
        </p:spPr>
        <p:txBody>
          <a:bodyPr anchor="ctr">
            <a:normAutofit/>
          </a:bodyPr>
          <a:lstStyle>
            <a:lvl1pPr marL="0" indent="0" algn="ctr">
              <a:buNone/>
              <a:defRPr sz="1600"/>
            </a:lvl1pPr>
          </a:lstStyle>
          <a:p>
            <a:r>
              <a:rPr lang="en-US"/>
              <a:t>Click icon to add picture</a:t>
            </a:r>
            <a:endParaRPr lang="en-US" dirty="0"/>
          </a:p>
        </p:txBody>
      </p:sp>
      <p:sp>
        <p:nvSpPr>
          <p:cNvPr id="16" name="Text Placeholder 6">
            <a:extLst>
              <a:ext uri="{FF2B5EF4-FFF2-40B4-BE49-F238E27FC236}">
                <a16:creationId xmlns:a16="http://schemas.microsoft.com/office/drawing/2014/main" id="{12B20D24-A521-7B35-F80C-43831172F22C}"/>
              </a:ext>
            </a:extLst>
          </p:cNvPr>
          <p:cNvSpPr>
            <a:spLocks noGrp="1"/>
          </p:cNvSpPr>
          <p:nvPr>
            <p:ph type="body" sz="quarter" idx="17" hasCustomPrompt="1"/>
          </p:nvPr>
        </p:nvSpPr>
        <p:spPr>
          <a:xfrm>
            <a:off x="10445496" y="4300773"/>
            <a:ext cx="1746504" cy="310896"/>
          </a:xfrm>
          <a:solidFill>
            <a:schemeClr val="accent5"/>
          </a:solidFill>
        </p:spPr>
        <p:txBody>
          <a:bodyPr lIns="0" tIns="0" rIns="0" bIns="0">
            <a:noAutofit/>
          </a:bodyPr>
          <a:lstStyle>
            <a:lvl1pPr marL="0" indent="0" algn="ctr">
              <a:lnSpc>
                <a:spcPct val="80000"/>
              </a:lnSpc>
              <a:spcBef>
                <a:spcPts val="0"/>
              </a:spcBef>
              <a:buNone/>
              <a:defRPr sz="2400" b="0" spc="0" baseline="0">
                <a:solidFill>
                  <a:schemeClr val="bg1"/>
                </a:solidFill>
                <a:latin typeface="+mj-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0000</a:t>
            </a:r>
          </a:p>
        </p:txBody>
      </p:sp>
      <p:sp>
        <p:nvSpPr>
          <p:cNvPr id="23" name="Text Placeholder 6">
            <a:extLst>
              <a:ext uri="{FF2B5EF4-FFF2-40B4-BE49-F238E27FC236}">
                <a16:creationId xmlns:a16="http://schemas.microsoft.com/office/drawing/2014/main" id="{5D66B4D4-1888-12A9-F2A9-581EC9B06386}"/>
              </a:ext>
            </a:extLst>
          </p:cNvPr>
          <p:cNvSpPr>
            <a:spLocks noGrp="1"/>
          </p:cNvSpPr>
          <p:nvPr>
            <p:ph type="body" sz="quarter" idx="24" hasCustomPrompt="1"/>
          </p:nvPr>
        </p:nvSpPr>
        <p:spPr>
          <a:xfrm>
            <a:off x="10556971" y="4766451"/>
            <a:ext cx="1554480" cy="409171"/>
          </a:xfrm>
        </p:spPr>
        <p:txBody>
          <a:bodyPr>
            <a:noAutofit/>
          </a:bodyPr>
          <a:lstStyle>
            <a:lvl1pPr marL="0" indent="0" algn="l">
              <a:lnSpc>
                <a:spcPct val="100000"/>
              </a:lnSpc>
              <a:spcBef>
                <a:spcPts val="0"/>
              </a:spcBef>
              <a:buNone/>
              <a:defRPr sz="1000" b="1" cap="all" spc="300" baseline="0">
                <a:solidFill>
                  <a:schemeClr val="accent5"/>
                </a:solidFill>
                <a:latin typeface="+mj-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a:t>
            </a:r>
          </a:p>
        </p:txBody>
      </p:sp>
      <p:sp>
        <p:nvSpPr>
          <p:cNvPr id="32" name="Text Placeholder 6">
            <a:extLst>
              <a:ext uri="{FF2B5EF4-FFF2-40B4-BE49-F238E27FC236}">
                <a16:creationId xmlns:a16="http://schemas.microsoft.com/office/drawing/2014/main" id="{93FE27AA-101D-9FC1-39E1-665CEBA591FB}"/>
              </a:ext>
            </a:extLst>
          </p:cNvPr>
          <p:cNvSpPr>
            <a:spLocks noGrp="1"/>
          </p:cNvSpPr>
          <p:nvPr>
            <p:ph type="body" sz="quarter" idx="31" hasCustomPrompt="1"/>
          </p:nvPr>
        </p:nvSpPr>
        <p:spPr>
          <a:xfrm>
            <a:off x="10556971" y="5244139"/>
            <a:ext cx="1554480" cy="1188720"/>
          </a:xfrm>
        </p:spPr>
        <p:txBody>
          <a:bodyPr>
            <a:noAutofit/>
          </a:bodyPr>
          <a:lstStyle>
            <a:lvl1pPr marL="0" indent="0" algn="l">
              <a:lnSpc>
                <a:spcPct val="113000"/>
              </a:lnSpc>
              <a:buNone/>
              <a:defRPr sz="1200" b="0" spc="0" baseline="0">
                <a:solidFill>
                  <a:schemeClr val="accent5"/>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 here</a:t>
            </a:r>
          </a:p>
        </p:txBody>
      </p:sp>
    </p:spTree>
    <p:extLst>
      <p:ext uri="{BB962C8B-B14F-4D97-AF65-F5344CB8AC3E}">
        <p14:creationId xmlns:p14="http://schemas.microsoft.com/office/powerpoint/2010/main" val="293028456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meline_3">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6B855-995C-1225-6A02-C46FF326D417}"/>
              </a:ext>
            </a:extLst>
          </p:cNvPr>
          <p:cNvSpPr>
            <a:spLocks noGrp="1"/>
          </p:cNvSpPr>
          <p:nvPr>
            <p:ph type="title" hasCustomPrompt="1"/>
          </p:nvPr>
        </p:nvSpPr>
        <p:spPr>
          <a:xfrm>
            <a:off x="561974" y="365126"/>
            <a:ext cx="11308913" cy="930958"/>
          </a:xfrm>
        </p:spPr>
        <p:txBody>
          <a:bodyPr tIns="91440" bIns="0">
            <a:noAutofit/>
          </a:bodyPr>
          <a:lstStyle>
            <a:lvl1pPr algn="l">
              <a:defRPr sz="5000">
                <a:solidFill>
                  <a:schemeClr val="accent4"/>
                </a:solidFill>
              </a:defRPr>
            </a:lvl1pPr>
          </a:lstStyle>
          <a:p>
            <a:r>
              <a:rPr lang="en-US" dirty="0"/>
              <a:t>Add title</a:t>
            </a:r>
          </a:p>
        </p:txBody>
      </p:sp>
      <p:sp>
        <p:nvSpPr>
          <p:cNvPr id="7" name="Text Placeholder 6">
            <a:extLst>
              <a:ext uri="{FF2B5EF4-FFF2-40B4-BE49-F238E27FC236}">
                <a16:creationId xmlns:a16="http://schemas.microsoft.com/office/drawing/2014/main" id="{3FC7E382-139D-81C9-213E-ABB543805117}"/>
              </a:ext>
            </a:extLst>
          </p:cNvPr>
          <p:cNvSpPr>
            <a:spLocks noGrp="1"/>
          </p:cNvSpPr>
          <p:nvPr>
            <p:ph type="body" sz="quarter" idx="10" hasCustomPrompt="1"/>
          </p:nvPr>
        </p:nvSpPr>
        <p:spPr>
          <a:xfrm>
            <a:off x="561974" y="1296083"/>
            <a:ext cx="11312303" cy="574675"/>
          </a:xfrm>
        </p:spPr>
        <p:txBody>
          <a:bodyPr>
            <a:noAutofit/>
          </a:bodyPr>
          <a:lstStyle>
            <a:lvl1pPr marL="0" indent="0" algn="l">
              <a:buNone/>
              <a:defRPr sz="2000" b="0" cap="all" spc="300" baseline="0">
                <a:solidFill>
                  <a:schemeClr val="accent6">
                    <a:lumMod val="75000"/>
                  </a:schemeClr>
                </a:solidFill>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SUBTITLE</a:t>
            </a:r>
          </a:p>
        </p:txBody>
      </p:sp>
      <p:sp>
        <p:nvSpPr>
          <p:cNvPr id="17" name="Text Placeholder 6">
            <a:extLst>
              <a:ext uri="{FF2B5EF4-FFF2-40B4-BE49-F238E27FC236}">
                <a16:creationId xmlns:a16="http://schemas.microsoft.com/office/drawing/2014/main" id="{6B73193A-88EA-B0EF-BE93-8DF234EB1751}"/>
              </a:ext>
            </a:extLst>
          </p:cNvPr>
          <p:cNvSpPr>
            <a:spLocks noGrp="1"/>
          </p:cNvSpPr>
          <p:nvPr>
            <p:ph type="body" sz="quarter" idx="18" hasCustomPrompt="1"/>
          </p:nvPr>
        </p:nvSpPr>
        <p:spPr>
          <a:xfrm>
            <a:off x="568880" y="2158308"/>
            <a:ext cx="1456536" cy="643408"/>
          </a:xfrm>
        </p:spPr>
        <p:txBody>
          <a:bodyPr>
            <a:noAutofit/>
          </a:bodyPr>
          <a:lstStyle>
            <a:lvl1pPr marL="0" indent="0" algn="l">
              <a:lnSpc>
                <a:spcPct val="90000"/>
              </a:lnSpc>
              <a:spcBef>
                <a:spcPts val="1000"/>
              </a:spcBef>
              <a:buNone/>
              <a:defRPr sz="1000" b="1" cap="all" spc="300" baseline="0">
                <a:solidFill>
                  <a:schemeClr val="accent6">
                    <a:lumMod val="50000"/>
                  </a:schemeClr>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a:t>
            </a:r>
          </a:p>
        </p:txBody>
      </p:sp>
      <p:sp>
        <p:nvSpPr>
          <p:cNvPr id="18" name="Text Placeholder 6">
            <a:extLst>
              <a:ext uri="{FF2B5EF4-FFF2-40B4-BE49-F238E27FC236}">
                <a16:creationId xmlns:a16="http://schemas.microsoft.com/office/drawing/2014/main" id="{EDCB1B8E-D420-780E-9AB7-AC039F356D3B}"/>
              </a:ext>
            </a:extLst>
          </p:cNvPr>
          <p:cNvSpPr>
            <a:spLocks noGrp="1"/>
          </p:cNvSpPr>
          <p:nvPr>
            <p:ph type="body" sz="quarter" idx="19" hasCustomPrompt="1"/>
          </p:nvPr>
        </p:nvSpPr>
        <p:spPr>
          <a:xfrm>
            <a:off x="2209792" y="2158308"/>
            <a:ext cx="1456536" cy="643408"/>
          </a:xfrm>
        </p:spPr>
        <p:txBody>
          <a:bodyPr>
            <a:noAutofit/>
          </a:bodyPr>
          <a:lstStyle>
            <a:lvl1pPr marL="0" indent="0" algn="l">
              <a:lnSpc>
                <a:spcPct val="90000"/>
              </a:lnSpc>
              <a:spcBef>
                <a:spcPts val="1000"/>
              </a:spcBef>
              <a:buNone/>
              <a:defRPr sz="1000" b="1" cap="all" spc="300" baseline="0">
                <a:solidFill>
                  <a:schemeClr val="accent6">
                    <a:lumMod val="50000"/>
                  </a:schemeClr>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a:t>
            </a:r>
          </a:p>
        </p:txBody>
      </p:sp>
      <p:sp>
        <p:nvSpPr>
          <p:cNvPr id="19" name="Text Placeholder 6">
            <a:extLst>
              <a:ext uri="{FF2B5EF4-FFF2-40B4-BE49-F238E27FC236}">
                <a16:creationId xmlns:a16="http://schemas.microsoft.com/office/drawing/2014/main" id="{7656A84E-C390-F554-7CF9-98D0A99CB425}"/>
              </a:ext>
            </a:extLst>
          </p:cNvPr>
          <p:cNvSpPr>
            <a:spLocks noGrp="1"/>
          </p:cNvSpPr>
          <p:nvPr>
            <p:ph type="body" sz="quarter" idx="20" hasCustomPrompt="1"/>
          </p:nvPr>
        </p:nvSpPr>
        <p:spPr>
          <a:xfrm>
            <a:off x="3850704" y="2158308"/>
            <a:ext cx="1456536" cy="643408"/>
          </a:xfrm>
        </p:spPr>
        <p:txBody>
          <a:bodyPr>
            <a:noAutofit/>
          </a:bodyPr>
          <a:lstStyle>
            <a:lvl1pPr marL="0" indent="0" algn="l">
              <a:lnSpc>
                <a:spcPct val="90000"/>
              </a:lnSpc>
              <a:spcBef>
                <a:spcPts val="1000"/>
              </a:spcBef>
              <a:buNone/>
              <a:defRPr sz="1000" b="1" cap="all" spc="300" baseline="0">
                <a:solidFill>
                  <a:schemeClr val="accent6">
                    <a:lumMod val="50000"/>
                  </a:schemeClr>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a:t>
            </a:r>
          </a:p>
        </p:txBody>
      </p:sp>
      <p:sp>
        <p:nvSpPr>
          <p:cNvPr id="20" name="Text Placeholder 6">
            <a:extLst>
              <a:ext uri="{FF2B5EF4-FFF2-40B4-BE49-F238E27FC236}">
                <a16:creationId xmlns:a16="http://schemas.microsoft.com/office/drawing/2014/main" id="{58932D1A-5F27-5DB5-2EA3-5D2198BFE1E4}"/>
              </a:ext>
            </a:extLst>
          </p:cNvPr>
          <p:cNvSpPr>
            <a:spLocks noGrp="1"/>
          </p:cNvSpPr>
          <p:nvPr>
            <p:ph type="body" sz="quarter" idx="21" hasCustomPrompt="1"/>
          </p:nvPr>
        </p:nvSpPr>
        <p:spPr>
          <a:xfrm>
            <a:off x="5491616" y="2158308"/>
            <a:ext cx="1456536" cy="643408"/>
          </a:xfrm>
        </p:spPr>
        <p:txBody>
          <a:bodyPr>
            <a:noAutofit/>
          </a:bodyPr>
          <a:lstStyle>
            <a:lvl1pPr marL="0" indent="0" algn="l">
              <a:lnSpc>
                <a:spcPct val="90000"/>
              </a:lnSpc>
              <a:spcBef>
                <a:spcPts val="1000"/>
              </a:spcBef>
              <a:buNone/>
              <a:defRPr sz="1000" b="1" cap="all" spc="300" baseline="0">
                <a:solidFill>
                  <a:schemeClr val="accent6">
                    <a:lumMod val="50000"/>
                  </a:schemeClr>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a:t>
            </a:r>
          </a:p>
        </p:txBody>
      </p:sp>
      <p:sp>
        <p:nvSpPr>
          <p:cNvPr id="21" name="Text Placeholder 6">
            <a:extLst>
              <a:ext uri="{FF2B5EF4-FFF2-40B4-BE49-F238E27FC236}">
                <a16:creationId xmlns:a16="http://schemas.microsoft.com/office/drawing/2014/main" id="{DB0B66E2-831B-8B5D-7260-F680B1DCB4C0}"/>
              </a:ext>
            </a:extLst>
          </p:cNvPr>
          <p:cNvSpPr>
            <a:spLocks noGrp="1"/>
          </p:cNvSpPr>
          <p:nvPr>
            <p:ph type="body" sz="quarter" idx="22" hasCustomPrompt="1"/>
          </p:nvPr>
        </p:nvSpPr>
        <p:spPr>
          <a:xfrm>
            <a:off x="7132528" y="2158308"/>
            <a:ext cx="1456536" cy="643408"/>
          </a:xfrm>
        </p:spPr>
        <p:txBody>
          <a:bodyPr>
            <a:noAutofit/>
          </a:bodyPr>
          <a:lstStyle>
            <a:lvl1pPr marL="0" indent="0" algn="l">
              <a:lnSpc>
                <a:spcPct val="90000"/>
              </a:lnSpc>
              <a:spcBef>
                <a:spcPts val="1000"/>
              </a:spcBef>
              <a:buNone/>
              <a:defRPr sz="1000" b="1" cap="all" spc="300" baseline="0">
                <a:solidFill>
                  <a:schemeClr val="accent6">
                    <a:lumMod val="50000"/>
                  </a:schemeClr>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a:t>
            </a:r>
          </a:p>
        </p:txBody>
      </p:sp>
      <p:sp>
        <p:nvSpPr>
          <p:cNvPr id="22" name="Text Placeholder 6">
            <a:extLst>
              <a:ext uri="{FF2B5EF4-FFF2-40B4-BE49-F238E27FC236}">
                <a16:creationId xmlns:a16="http://schemas.microsoft.com/office/drawing/2014/main" id="{5E01213A-B19D-C32B-3CC5-8C7DF3E8B253}"/>
              </a:ext>
            </a:extLst>
          </p:cNvPr>
          <p:cNvSpPr>
            <a:spLocks noGrp="1"/>
          </p:cNvSpPr>
          <p:nvPr>
            <p:ph type="body" sz="quarter" idx="23" hasCustomPrompt="1"/>
          </p:nvPr>
        </p:nvSpPr>
        <p:spPr>
          <a:xfrm>
            <a:off x="8773440" y="2158308"/>
            <a:ext cx="1456536" cy="643408"/>
          </a:xfrm>
        </p:spPr>
        <p:txBody>
          <a:bodyPr>
            <a:noAutofit/>
          </a:bodyPr>
          <a:lstStyle>
            <a:lvl1pPr marL="0" indent="0" algn="l">
              <a:lnSpc>
                <a:spcPct val="90000"/>
              </a:lnSpc>
              <a:spcBef>
                <a:spcPts val="1000"/>
              </a:spcBef>
              <a:buNone/>
              <a:defRPr sz="1000" b="1" cap="all" spc="300" baseline="0">
                <a:solidFill>
                  <a:schemeClr val="accent6">
                    <a:lumMod val="50000"/>
                  </a:schemeClr>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a:t>
            </a:r>
          </a:p>
        </p:txBody>
      </p:sp>
      <p:sp>
        <p:nvSpPr>
          <p:cNvPr id="23" name="Text Placeholder 6">
            <a:extLst>
              <a:ext uri="{FF2B5EF4-FFF2-40B4-BE49-F238E27FC236}">
                <a16:creationId xmlns:a16="http://schemas.microsoft.com/office/drawing/2014/main" id="{5D66B4D4-1888-12A9-F2A9-581EC9B06386}"/>
              </a:ext>
            </a:extLst>
          </p:cNvPr>
          <p:cNvSpPr>
            <a:spLocks noGrp="1"/>
          </p:cNvSpPr>
          <p:nvPr>
            <p:ph type="body" sz="quarter" idx="24" hasCustomPrompt="1"/>
          </p:nvPr>
        </p:nvSpPr>
        <p:spPr>
          <a:xfrm>
            <a:off x="10414352" y="2158308"/>
            <a:ext cx="1456536" cy="643408"/>
          </a:xfrm>
        </p:spPr>
        <p:txBody>
          <a:bodyPr>
            <a:noAutofit/>
          </a:bodyPr>
          <a:lstStyle>
            <a:lvl1pPr marL="0" indent="0" algn="l">
              <a:lnSpc>
                <a:spcPct val="90000"/>
              </a:lnSpc>
              <a:spcBef>
                <a:spcPts val="1000"/>
              </a:spcBef>
              <a:buNone/>
              <a:defRPr sz="1000" b="1" cap="all" spc="300" baseline="0">
                <a:solidFill>
                  <a:schemeClr val="accent6">
                    <a:lumMod val="50000"/>
                  </a:schemeClr>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a:t>
            </a:r>
          </a:p>
        </p:txBody>
      </p:sp>
      <p:sp>
        <p:nvSpPr>
          <p:cNvPr id="26" name="Text Placeholder 6">
            <a:extLst>
              <a:ext uri="{FF2B5EF4-FFF2-40B4-BE49-F238E27FC236}">
                <a16:creationId xmlns:a16="http://schemas.microsoft.com/office/drawing/2014/main" id="{8BA70EC6-938E-0C76-59B1-A0D291AC520E}"/>
              </a:ext>
            </a:extLst>
          </p:cNvPr>
          <p:cNvSpPr>
            <a:spLocks noGrp="1"/>
          </p:cNvSpPr>
          <p:nvPr>
            <p:ph type="body" sz="quarter" idx="25" hasCustomPrompt="1"/>
          </p:nvPr>
        </p:nvSpPr>
        <p:spPr>
          <a:xfrm>
            <a:off x="565492" y="3282263"/>
            <a:ext cx="1459924" cy="1097280"/>
          </a:xfrm>
        </p:spPr>
        <p:txBody>
          <a:bodyPr>
            <a:noAutofit/>
          </a:bodyPr>
          <a:lstStyle>
            <a:lvl1pPr marL="0" indent="0" algn="l">
              <a:lnSpc>
                <a:spcPct val="113000"/>
              </a:lnSpc>
              <a:buNone/>
              <a:defRPr sz="1000" b="0" spc="0" baseline="0">
                <a:solidFill>
                  <a:schemeClr val="accent3">
                    <a:lumMod val="10000"/>
                  </a:schemeClr>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 here</a:t>
            </a:r>
          </a:p>
        </p:txBody>
      </p:sp>
      <p:sp>
        <p:nvSpPr>
          <p:cNvPr id="27" name="Text Placeholder 6">
            <a:extLst>
              <a:ext uri="{FF2B5EF4-FFF2-40B4-BE49-F238E27FC236}">
                <a16:creationId xmlns:a16="http://schemas.microsoft.com/office/drawing/2014/main" id="{45208294-243B-6B1C-7B4D-D51C83E833BA}"/>
              </a:ext>
            </a:extLst>
          </p:cNvPr>
          <p:cNvSpPr>
            <a:spLocks noGrp="1"/>
          </p:cNvSpPr>
          <p:nvPr>
            <p:ph type="body" sz="quarter" idx="26" hasCustomPrompt="1"/>
          </p:nvPr>
        </p:nvSpPr>
        <p:spPr>
          <a:xfrm>
            <a:off x="2211478" y="3282263"/>
            <a:ext cx="1463040" cy="1097280"/>
          </a:xfrm>
        </p:spPr>
        <p:txBody>
          <a:bodyPr>
            <a:noAutofit/>
          </a:bodyPr>
          <a:lstStyle>
            <a:lvl1pPr marL="0" indent="0" algn="l">
              <a:lnSpc>
                <a:spcPct val="113000"/>
              </a:lnSpc>
              <a:buNone/>
              <a:defRPr sz="1000" b="0" spc="0" baseline="0">
                <a:solidFill>
                  <a:schemeClr val="accent3">
                    <a:lumMod val="10000"/>
                  </a:schemeClr>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 here</a:t>
            </a:r>
          </a:p>
        </p:txBody>
      </p:sp>
      <p:sp>
        <p:nvSpPr>
          <p:cNvPr id="28" name="Text Placeholder 6">
            <a:extLst>
              <a:ext uri="{FF2B5EF4-FFF2-40B4-BE49-F238E27FC236}">
                <a16:creationId xmlns:a16="http://schemas.microsoft.com/office/drawing/2014/main" id="{F9F6658C-4BEF-1B93-92E7-AE2570118194}"/>
              </a:ext>
            </a:extLst>
          </p:cNvPr>
          <p:cNvSpPr>
            <a:spLocks noGrp="1"/>
          </p:cNvSpPr>
          <p:nvPr>
            <p:ph type="body" sz="quarter" idx="27" hasCustomPrompt="1"/>
          </p:nvPr>
        </p:nvSpPr>
        <p:spPr>
          <a:xfrm>
            <a:off x="3860580" y="3282263"/>
            <a:ext cx="1459925" cy="1097280"/>
          </a:xfrm>
        </p:spPr>
        <p:txBody>
          <a:bodyPr>
            <a:noAutofit/>
          </a:bodyPr>
          <a:lstStyle>
            <a:lvl1pPr marL="0" indent="0" algn="l">
              <a:lnSpc>
                <a:spcPct val="113000"/>
              </a:lnSpc>
              <a:buNone/>
              <a:defRPr sz="1000" b="0" spc="0" baseline="0">
                <a:solidFill>
                  <a:schemeClr val="accent3">
                    <a:lumMod val="10000"/>
                  </a:schemeClr>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 here</a:t>
            </a:r>
          </a:p>
        </p:txBody>
      </p:sp>
      <p:sp>
        <p:nvSpPr>
          <p:cNvPr id="29" name="Text Placeholder 6">
            <a:extLst>
              <a:ext uri="{FF2B5EF4-FFF2-40B4-BE49-F238E27FC236}">
                <a16:creationId xmlns:a16="http://schemas.microsoft.com/office/drawing/2014/main" id="{C9DE0F18-7248-091B-B3CF-C52106002CCE}"/>
              </a:ext>
            </a:extLst>
          </p:cNvPr>
          <p:cNvSpPr>
            <a:spLocks noGrp="1"/>
          </p:cNvSpPr>
          <p:nvPr>
            <p:ph type="body" sz="quarter" idx="28" hasCustomPrompt="1"/>
          </p:nvPr>
        </p:nvSpPr>
        <p:spPr>
          <a:xfrm>
            <a:off x="5520680" y="3282263"/>
            <a:ext cx="1459925" cy="1097280"/>
          </a:xfrm>
        </p:spPr>
        <p:txBody>
          <a:bodyPr>
            <a:noAutofit/>
          </a:bodyPr>
          <a:lstStyle>
            <a:lvl1pPr marL="0" indent="0" algn="l">
              <a:lnSpc>
                <a:spcPct val="113000"/>
              </a:lnSpc>
              <a:buNone/>
              <a:defRPr sz="1000" b="0" spc="0" baseline="0">
                <a:solidFill>
                  <a:schemeClr val="accent3">
                    <a:lumMod val="10000"/>
                  </a:schemeClr>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 here</a:t>
            </a:r>
          </a:p>
        </p:txBody>
      </p:sp>
      <p:sp>
        <p:nvSpPr>
          <p:cNvPr id="30" name="Text Placeholder 6">
            <a:extLst>
              <a:ext uri="{FF2B5EF4-FFF2-40B4-BE49-F238E27FC236}">
                <a16:creationId xmlns:a16="http://schemas.microsoft.com/office/drawing/2014/main" id="{9940A882-262E-11D9-20F5-FC422DA6058B}"/>
              </a:ext>
            </a:extLst>
          </p:cNvPr>
          <p:cNvSpPr>
            <a:spLocks noGrp="1"/>
          </p:cNvSpPr>
          <p:nvPr>
            <p:ph type="body" sz="quarter" idx="29" hasCustomPrompt="1"/>
          </p:nvPr>
        </p:nvSpPr>
        <p:spPr>
          <a:xfrm>
            <a:off x="7146915" y="3282263"/>
            <a:ext cx="1459925" cy="1097280"/>
          </a:xfrm>
        </p:spPr>
        <p:txBody>
          <a:bodyPr>
            <a:noAutofit/>
          </a:bodyPr>
          <a:lstStyle>
            <a:lvl1pPr marL="0" indent="0" algn="l">
              <a:lnSpc>
                <a:spcPct val="113000"/>
              </a:lnSpc>
              <a:buNone/>
              <a:defRPr sz="1000" b="0" spc="0" baseline="0">
                <a:solidFill>
                  <a:schemeClr val="accent3">
                    <a:lumMod val="10000"/>
                  </a:schemeClr>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 here</a:t>
            </a:r>
          </a:p>
        </p:txBody>
      </p:sp>
      <p:sp>
        <p:nvSpPr>
          <p:cNvPr id="31" name="Text Placeholder 6">
            <a:extLst>
              <a:ext uri="{FF2B5EF4-FFF2-40B4-BE49-F238E27FC236}">
                <a16:creationId xmlns:a16="http://schemas.microsoft.com/office/drawing/2014/main" id="{F1943B66-B889-2293-1A59-B08E0A4A09D8}"/>
              </a:ext>
            </a:extLst>
          </p:cNvPr>
          <p:cNvSpPr>
            <a:spLocks noGrp="1"/>
          </p:cNvSpPr>
          <p:nvPr>
            <p:ph type="body" sz="quarter" idx="30" hasCustomPrompt="1"/>
          </p:nvPr>
        </p:nvSpPr>
        <p:spPr>
          <a:xfrm>
            <a:off x="8773438" y="3282263"/>
            <a:ext cx="1459925" cy="1097280"/>
          </a:xfrm>
        </p:spPr>
        <p:txBody>
          <a:bodyPr>
            <a:noAutofit/>
          </a:bodyPr>
          <a:lstStyle>
            <a:lvl1pPr marL="0" indent="0" algn="l">
              <a:lnSpc>
                <a:spcPct val="113000"/>
              </a:lnSpc>
              <a:buNone/>
              <a:defRPr sz="1000" b="0" spc="0" baseline="0">
                <a:solidFill>
                  <a:schemeClr val="accent3">
                    <a:lumMod val="10000"/>
                  </a:schemeClr>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 here</a:t>
            </a:r>
          </a:p>
        </p:txBody>
      </p:sp>
      <p:sp>
        <p:nvSpPr>
          <p:cNvPr id="32" name="Text Placeholder 6">
            <a:extLst>
              <a:ext uri="{FF2B5EF4-FFF2-40B4-BE49-F238E27FC236}">
                <a16:creationId xmlns:a16="http://schemas.microsoft.com/office/drawing/2014/main" id="{93FE27AA-101D-9FC1-39E1-665CEBA591FB}"/>
              </a:ext>
            </a:extLst>
          </p:cNvPr>
          <p:cNvSpPr>
            <a:spLocks noGrp="1"/>
          </p:cNvSpPr>
          <p:nvPr>
            <p:ph type="body" sz="quarter" idx="31" hasCustomPrompt="1"/>
          </p:nvPr>
        </p:nvSpPr>
        <p:spPr>
          <a:xfrm>
            <a:off x="10414352" y="3282263"/>
            <a:ext cx="1459925" cy="1097280"/>
          </a:xfrm>
        </p:spPr>
        <p:txBody>
          <a:bodyPr>
            <a:noAutofit/>
          </a:bodyPr>
          <a:lstStyle>
            <a:lvl1pPr marL="0" indent="0" algn="l">
              <a:lnSpc>
                <a:spcPct val="113000"/>
              </a:lnSpc>
              <a:buNone/>
              <a:defRPr sz="1000" b="0" spc="0" baseline="0">
                <a:solidFill>
                  <a:schemeClr val="accent3">
                    <a:lumMod val="10000"/>
                  </a:schemeClr>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 here</a:t>
            </a:r>
          </a:p>
        </p:txBody>
      </p:sp>
      <p:sp>
        <p:nvSpPr>
          <p:cNvPr id="8" name="Text Placeholder 6">
            <a:extLst>
              <a:ext uri="{FF2B5EF4-FFF2-40B4-BE49-F238E27FC236}">
                <a16:creationId xmlns:a16="http://schemas.microsoft.com/office/drawing/2014/main" id="{0A65FCCB-71AC-57AB-9072-A30D1F53FC2A}"/>
              </a:ext>
            </a:extLst>
          </p:cNvPr>
          <p:cNvSpPr>
            <a:spLocks noGrp="1"/>
          </p:cNvSpPr>
          <p:nvPr>
            <p:ph type="body" sz="quarter" idx="11" hasCustomPrompt="1"/>
          </p:nvPr>
        </p:nvSpPr>
        <p:spPr>
          <a:xfrm>
            <a:off x="408717" y="5029928"/>
            <a:ext cx="504653" cy="718427"/>
          </a:xfrm>
          <a:solidFill>
            <a:schemeClr val="accent6">
              <a:lumMod val="20000"/>
              <a:lumOff val="80000"/>
            </a:schemeClr>
          </a:solidFill>
        </p:spPr>
        <p:txBody>
          <a:bodyPr lIns="0" tIns="0" rIns="0" bIns="0" anchor="ctr">
            <a:noAutofit/>
          </a:bodyPr>
          <a:lstStyle>
            <a:lvl1pPr marL="0" indent="0" algn="ctr">
              <a:lnSpc>
                <a:spcPct val="75000"/>
              </a:lnSpc>
              <a:spcBef>
                <a:spcPts val="0"/>
              </a:spcBef>
              <a:buNone/>
              <a:defRPr sz="2800" b="0" spc="0" baseline="0">
                <a:solidFill>
                  <a:schemeClr val="accent4"/>
                </a:solidFill>
                <a:latin typeface="+mj-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0000</a:t>
            </a:r>
          </a:p>
        </p:txBody>
      </p:sp>
      <p:sp>
        <p:nvSpPr>
          <p:cNvPr id="6" name="Picture Placeholder 33">
            <a:extLst>
              <a:ext uri="{FF2B5EF4-FFF2-40B4-BE49-F238E27FC236}">
                <a16:creationId xmlns:a16="http://schemas.microsoft.com/office/drawing/2014/main" id="{205F58A7-5C5A-5AEB-01EA-BF85602BA233}"/>
              </a:ext>
            </a:extLst>
          </p:cNvPr>
          <p:cNvSpPr>
            <a:spLocks noGrp="1"/>
          </p:cNvSpPr>
          <p:nvPr>
            <p:ph type="pic" sz="quarter" idx="39"/>
          </p:nvPr>
        </p:nvSpPr>
        <p:spPr>
          <a:xfrm>
            <a:off x="677383" y="4449228"/>
            <a:ext cx="1175525" cy="1847088"/>
          </a:xfrm>
          <a:custGeom>
            <a:avLst/>
            <a:gdLst>
              <a:gd name="connsiteX0" fmla="*/ 0 w 1172923"/>
              <a:gd name="connsiteY0" fmla="*/ 0 h 1847088"/>
              <a:gd name="connsiteX1" fmla="*/ 1172923 w 1172923"/>
              <a:gd name="connsiteY1" fmla="*/ 0 h 1847088"/>
              <a:gd name="connsiteX2" fmla="*/ 1172923 w 1172923"/>
              <a:gd name="connsiteY2" fmla="*/ 1847088 h 1847088"/>
              <a:gd name="connsiteX3" fmla="*/ 0 w 1172923"/>
              <a:gd name="connsiteY3" fmla="*/ 1847088 h 1847088"/>
              <a:gd name="connsiteX4" fmla="*/ 0 w 1172923"/>
              <a:gd name="connsiteY4" fmla="*/ 0 h 1847088"/>
              <a:gd name="connsiteX0" fmla="*/ 484 w 1173407"/>
              <a:gd name="connsiteY0" fmla="*/ 0 h 1847088"/>
              <a:gd name="connsiteX1" fmla="*/ 1173407 w 1173407"/>
              <a:gd name="connsiteY1" fmla="*/ 0 h 1847088"/>
              <a:gd name="connsiteX2" fmla="*/ 1173407 w 1173407"/>
              <a:gd name="connsiteY2" fmla="*/ 1847088 h 1847088"/>
              <a:gd name="connsiteX3" fmla="*/ 484 w 1173407"/>
              <a:gd name="connsiteY3" fmla="*/ 1847088 h 1847088"/>
              <a:gd name="connsiteX4" fmla="*/ 0 w 1173407"/>
              <a:gd name="connsiteY4" fmla="*/ 574814 h 1847088"/>
              <a:gd name="connsiteX5" fmla="*/ 484 w 1173407"/>
              <a:gd name="connsiteY5" fmla="*/ 0 h 1847088"/>
              <a:gd name="connsiteX0" fmla="*/ 50869 w 1223792"/>
              <a:gd name="connsiteY0" fmla="*/ 0 h 1847088"/>
              <a:gd name="connsiteX1" fmla="*/ 1223792 w 1223792"/>
              <a:gd name="connsiteY1" fmla="*/ 0 h 1847088"/>
              <a:gd name="connsiteX2" fmla="*/ 1223792 w 1223792"/>
              <a:gd name="connsiteY2" fmla="*/ 1847088 h 1847088"/>
              <a:gd name="connsiteX3" fmla="*/ 50869 w 1223792"/>
              <a:gd name="connsiteY3" fmla="*/ 1847088 h 1847088"/>
              <a:gd name="connsiteX4" fmla="*/ 286605 w 1223792"/>
              <a:gd name="connsiteY4" fmla="*/ 572909 h 1847088"/>
              <a:gd name="connsiteX5" fmla="*/ 50385 w 1223792"/>
              <a:gd name="connsiteY5" fmla="*/ 574814 h 1847088"/>
              <a:gd name="connsiteX6" fmla="*/ 50869 w 1223792"/>
              <a:gd name="connsiteY6" fmla="*/ 0 h 1847088"/>
              <a:gd name="connsiteX0" fmla="*/ 50869 w 1223792"/>
              <a:gd name="connsiteY0" fmla="*/ 0 h 1847088"/>
              <a:gd name="connsiteX1" fmla="*/ 1223792 w 1223792"/>
              <a:gd name="connsiteY1" fmla="*/ 0 h 1847088"/>
              <a:gd name="connsiteX2" fmla="*/ 1223792 w 1223792"/>
              <a:gd name="connsiteY2" fmla="*/ 1847088 h 1847088"/>
              <a:gd name="connsiteX3" fmla="*/ 50869 w 1223792"/>
              <a:gd name="connsiteY3" fmla="*/ 1847088 h 1847088"/>
              <a:gd name="connsiteX4" fmla="*/ 286605 w 1223792"/>
              <a:gd name="connsiteY4" fmla="*/ 572909 h 1847088"/>
              <a:gd name="connsiteX5" fmla="*/ 50385 w 1223792"/>
              <a:gd name="connsiteY5" fmla="*/ 574814 h 1847088"/>
              <a:gd name="connsiteX6" fmla="*/ 50869 w 1223792"/>
              <a:gd name="connsiteY6" fmla="*/ 0 h 1847088"/>
              <a:gd name="connsiteX0" fmla="*/ 50869 w 1223792"/>
              <a:gd name="connsiteY0" fmla="*/ 0 h 1847088"/>
              <a:gd name="connsiteX1" fmla="*/ 1223792 w 1223792"/>
              <a:gd name="connsiteY1" fmla="*/ 0 h 1847088"/>
              <a:gd name="connsiteX2" fmla="*/ 1223792 w 1223792"/>
              <a:gd name="connsiteY2" fmla="*/ 1847088 h 1847088"/>
              <a:gd name="connsiteX3" fmla="*/ 50869 w 1223792"/>
              <a:gd name="connsiteY3" fmla="*/ 1847088 h 1847088"/>
              <a:gd name="connsiteX4" fmla="*/ 286605 w 1223792"/>
              <a:gd name="connsiteY4" fmla="*/ 572909 h 1847088"/>
              <a:gd name="connsiteX5" fmla="*/ 50385 w 1223792"/>
              <a:gd name="connsiteY5" fmla="*/ 574814 h 1847088"/>
              <a:gd name="connsiteX6" fmla="*/ 50869 w 1223792"/>
              <a:gd name="connsiteY6" fmla="*/ 0 h 1847088"/>
              <a:gd name="connsiteX0" fmla="*/ 101701 w 1274624"/>
              <a:gd name="connsiteY0" fmla="*/ 0 h 1847088"/>
              <a:gd name="connsiteX1" fmla="*/ 1274624 w 1274624"/>
              <a:gd name="connsiteY1" fmla="*/ 0 h 1847088"/>
              <a:gd name="connsiteX2" fmla="*/ 1274624 w 1274624"/>
              <a:gd name="connsiteY2" fmla="*/ 1847088 h 1847088"/>
              <a:gd name="connsiteX3" fmla="*/ 101701 w 1274624"/>
              <a:gd name="connsiteY3" fmla="*/ 1847088 h 1847088"/>
              <a:gd name="connsiteX4" fmla="*/ 80262 w 1274624"/>
              <a:gd name="connsiteY4" fmla="*/ 1292999 h 1847088"/>
              <a:gd name="connsiteX5" fmla="*/ 337437 w 1274624"/>
              <a:gd name="connsiteY5" fmla="*/ 572909 h 1847088"/>
              <a:gd name="connsiteX6" fmla="*/ 101217 w 1274624"/>
              <a:gd name="connsiteY6" fmla="*/ 574814 h 1847088"/>
              <a:gd name="connsiteX7" fmla="*/ 101701 w 1274624"/>
              <a:gd name="connsiteY7" fmla="*/ 0 h 1847088"/>
              <a:gd name="connsiteX0" fmla="*/ 91460 w 1264383"/>
              <a:gd name="connsiteY0" fmla="*/ 0 h 1847088"/>
              <a:gd name="connsiteX1" fmla="*/ 1264383 w 1264383"/>
              <a:gd name="connsiteY1" fmla="*/ 0 h 1847088"/>
              <a:gd name="connsiteX2" fmla="*/ 1264383 w 1264383"/>
              <a:gd name="connsiteY2" fmla="*/ 1847088 h 1847088"/>
              <a:gd name="connsiteX3" fmla="*/ 91460 w 1264383"/>
              <a:gd name="connsiteY3" fmla="*/ 1847088 h 1847088"/>
              <a:gd name="connsiteX4" fmla="*/ 70021 w 1264383"/>
              <a:gd name="connsiteY4" fmla="*/ 1292999 h 1847088"/>
              <a:gd name="connsiteX5" fmla="*/ 327196 w 1264383"/>
              <a:gd name="connsiteY5" fmla="*/ 572909 h 1847088"/>
              <a:gd name="connsiteX6" fmla="*/ 90976 w 1264383"/>
              <a:gd name="connsiteY6" fmla="*/ 574814 h 1847088"/>
              <a:gd name="connsiteX7" fmla="*/ 91460 w 1264383"/>
              <a:gd name="connsiteY7" fmla="*/ 0 h 1847088"/>
              <a:gd name="connsiteX0" fmla="*/ 91460 w 1264383"/>
              <a:gd name="connsiteY0" fmla="*/ 0 h 1847088"/>
              <a:gd name="connsiteX1" fmla="*/ 1264383 w 1264383"/>
              <a:gd name="connsiteY1" fmla="*/ 0 h 1847088"/>
              <a:gd name="connsiteX2" fmla="*/ 1264383 w 1264383"/>
              <a:gd name="connsiteY2" fmla="*/ 1847088 h 1847088"/>
              <a:gd name="connsiteX3" fmla="*/ 91460 w 1264383"/>
              <a:gd name="connsiteY3" fmla="*/ 1847088 h 1847088"/>
              <a:gd name="connsiteX4" fmla="*/ 70021 w 1264383"/>
              <a:gd name="connsiteY4" fmla="*/ 1292999 h 1847088"/>
              <a:gd name="connsiteX5" fmla="*/ 327196 w 1264383"/>
              <a:gd name="connsiteY5" fmla="*/ 572909 h 1847088"/>
              <a:gd name="connsiteX6" fmla="*/ 90976 w 1264383"/>
              <a:gd name="connsiteY6" fmla="*/ 574814 h 1847088"/>
              <a:gd name="connsiteX7" fmla="*/ 91460 w 1264383"/>
              <a:gd name="connsiteY7" fmla="*/ 0 h 1847088"/>
              <a:gd name="connsiteX0" fmla="*/ 91460 w 1264383"/>
              <a:gd name="connsiteY0" fmla="*/ 0 h 1847088"/>
              <a:gd name="connsiteX1" fmla="*/ 1264383 w 1264383"/>
              <a:gd name="connsiteY1" fmla="*/ 0 h 1847088"/>
              <a:gd name="connsiteX2" fmla="*/ 1264383 w 1264383"/>
              <a:gd name="connsiteY2" fmla="*/ 1847088 h 1847088"/>
              <a:gd name="connsiteX3" fmla="*/ 91460 w 1264383"/>
              <a:gd name="connsiteY3" fmla="*/ 1847088 h 1847088"/>
              <a:gd name="connsiteX4" fmla="*/ 70021 w 1264383"/>
              <a:gd name="connsiteY4" fmla="*/ 1292999 h 1847088"/>
              <a:gd name="connsiteX5" fmla="*/ 323386 w 1264383"/>
              <a:gd name="connsiteY5" fmla="*/ 1289189 h 1847088"/>
              <a:gd name="connsiteX6" fmla="*/ 327196 w 1264383"/>
              <a:gd name="connsiteY6" fmla="*/ 572909 h 1847088"/>
              <a:gd name="connsiteX7" fmla="*/ 90976 w 1264383"/>
              <a:gd name="connsiteY7" fmla="*/ 574814 h 1847088"/>
              <a:gd name="connsiteX8" fmla="*/ 91460 w 1264383"/>
              <a:gd name="connsiteY8" fmla="*/ 0 h 1847088"/>
              <a:gd name="connsiteX0" fmla="*/ 91460 w 1264383"/>
              <a:gd name="connsiteY0" fmla="*/ 0 h 1847088"/>
              <a:gd name="connsiteX1" fmla="*/ 1264383 w 1264383"/>
              <a:gd name="connsiteY1" fmla="*/ 0 h 1847088"/>
              <a:gd name="connsiteX2" fmla="*/ 1264383 w 1264383"/>
              <a:gd name="connsiteY2" fmla="*/ 1847088 h 1847088"/>
              <a:gd name="connsiteX3" fmla="*/ 91460 w 1264383"/>
              <a:gd name="connsiteY3" fmla="*/ 1847088 h 1847088"/>
              <a:gd name="connsiteX4" fmla="*/ 70021 w 1264383"/>
              <a:gd name="connsiteY4" fmla="*/ 1292999 h 1847088"/>
              <a:gd name="connsiteX5" fmla="*/ 323386 w 1264383"/>
              <a:gd name="connsiteY5" fmla="*/ 1289189 h 1847088"/>
              <a:gd name="connsiteX6" fmla="*/ 327196 w 1264383"/>
              <a:gd name="connsiteY6" fmla="*/ 572909 h 1847088"/>
              <a:gd name="connsiteX7" fmla="*/ 90976 w 1264383"/>
              <a:gd name="connsiteY7" fmla="*/ 574814 h 1847088"/>
              <a:gd name="connsiteX8" fmla="*/ 91460 w 1264383"/>
              <a:gd name="connsiteY8" fmla="*/ 0 h 1847088"/>
              <a:gd name="connsiteX0" fmla="*/ 91460 w 1264383"/>
              <a:gd name="connsiteY0" fmla="*/ 0 h 1847088"/>
              <a:gd name="connsiteX1" fmla="*/ 1264383 w 1264383"/>
              <a:gd name="connsiteY1" fmla="*/ 0 h 1847088"/>
              <a:gd name="connsiteX2" fmla="*/ 1264383 w 1264383"/>
              <a:gd name="connsiteY2" fmla="*/ 1847088 h 1847088"/>
              <a:gd name="connsiteX3" fmla="*/ 91460 w 1264383"/>
              <a:gd name="connsiteY3" fmla="*/ 1847088 h 1847088"/>
              <a:gd name="connsiteX4" fmla="*/ 70021 w 1264383"/>
              <a:gd name="connsiteY4" fmla="*/ 1292999 h 1847088"/>
              <a:gd name="connsiteX5" fmla="*/ 323386 w 1264383"/>
              <a:gd name="connsiteY5" fmla="*/ 1289189 h 1847088"/>
              <a:gd name="connsiteX6" fmla="*/ 327196 w 1264383"/>
              <a:gd name="connsiteY6" fmla="*/ 572909 h 1847088"/>
              <a:gd name="connsiteX7" fmla="*/ 90976 w 1264383"/>
              <a:gd name="connsiteY7" fmla="*/ 574814 h 1847088"/>
              <a:gd name="connsiteX8" fmla="*/ 91460 w 1264383"/>
              <a:gd name="connsiteY8" fmla="*/ 0 h 1847088"/>
              <a:gd name="connsiteX0" fmla="*/ 91460 w 1264383"/>
              <a:gd name="connsiteY0" fmla="*/ 0 h 1847088"/>
              <a:gd name="connsiteX1" fmla="*/ 1264383 w 1264383"/>
              <a:gd name="connsiteY1" fmla="*/ 0 h 1847088"/>
              <a:gd name="connsiteX2" fmla="*/ 1264383 w 1264383"/>
              <a:gd name="connsiteY2" fmla="*/ 1847088 h 1847088"/>
              <a:gd name="connsiteX3" fmla="*/ 91460 w 1264383"/>
              <a:gd name="connsiteY3" fmla="*/ 1847088 h 1847088"/>
              <a:gd name="connsiteX4" fmla="*/ 70021 w 1264383"/>
              <a:gd name="connsiteY4" fmla="*/ 1292999 h 1847088"/>
              <a:gd name="connsiteX5" fmla="*/ 323386 w 1264383"/>
              <a:gd name="connsiteY5" fmla="*/ 1289189 h 1847088"/>
              <a:gd name="connsiteX6" fmla="*/ 327196 w 1264383"/>
              <a:gd name="connsiteY6" fmla="*/ 572909 h 1847088"/>
              <a:gd name="connsiteX7" fmla="*/ 90976 w 1264383"/>
              <a:gd name="connsiteY7" fmla="*/ 574814 h 1847088"/>
              <a:gd name="connsiteX8" fmla="*/ 91460 w 1264383"/>
              <a:gd name="connsiteY8" fmla="*/ 0 h 1847088"/>
              <a:gd name="connsiteX0" fmla="*/ 91460 w 1264383"/>
              <a:gd name="connsiteY0" fmla="*/ 0 h 1847088"/>
              <a:gd name="connsiteX1" fmla="*/ 1264383 w 1264383"/>
              <a:gd name="connsiteY1" fmla="*/ 0 h 1847088"/>
              <a:gd name="connsiteX2" fmla="*/ 1264383 w 1264383"/>
              <a:gd name="connsiteY2" fmla="*/ 1847088 h 1847088"/>
              <a:gd name="connsiteX3" fmla="*/ 91460 w 1264383"/>
              <a:gd name="connsiteY3" fmla="*/ 1847088 h 1847088"/>
              <a:gd name="connsiteX4" fmla="*/ 70021 w 1264383"/>
              <a:gd name="connsiteY4" fmla="*/ 1292999 h 1847088"/>
              <a:gd name="connsiteX5" fmla="*/ 323386 w 1264383"/>
              <a:gd name="connsiteY5" fmla="*/ 1289189 h 1847088"/>
              <a:gd name="connsiteX6" fmla="*/ 327196 w 1264383"/>
              <a:gd name="connsiteY6" fmla="*/ 572909 h 1847088"/>
              <a:gd name="connsiteX7" fmla="*/ 90976 w 1264383"/>
              <a:gd name="connsiteY7" fmla="*/ 574814 h 1847088"/>
              <a:gd name="connsiteX8" fmla="*/ 91460 w 1264383"/>
              <a:gd name="connsiteY8" fmla="*/ 0 h 1847088"/>
              <a:gd name="connsiteX0" fmla="*/ 21484 w 1194407"/>
              <a:gd name="connsiteY0" fmla="*/ 0 h 1847088"/>
              <a:gd name="connsiteX1" fmla="*/ 1194407 w 1194407"/>
              <a:gd name="connsiteY1" fmla="*/ 0 h 1847088"/>
              <a:gd name="connsiteX2" fmla="*/ 1194407 w 1194407"/>
              <a:gd name="connsiteY2" fmla="*/ 1847088 h 1847088"/>
              <a:gd name="connsiteX3" fmla="*/ 21484 w 1194407"/>
              <a:gd name="connsiteY3" fmla="*/ 1847088 h 1847088"/>
              <a:gd name="connsiteX4" fmla="*/ 45 w 1194407"/>
              <a:gd name="connsiteY4" fmla="*/ 1292999 h 1847088"/>
              <a:gd name="connsiteX5" fmla="*/ 253410 w 1194407"/>
              <a:gd name="connsiteY5" fmla="*/ 1289189 h 1847088"/>
              <a:gd name="connsiteX6" fmla="*/ 257220 w 1194407"/>
              <a:gd name="connsiteY6" fmla="*/ 572909 h 1847088"/>
              <a:gd name="connsiteX7" fmla="*/ 21000 w 1194407"/>
              <a:gd name="connsiteY7" fmla="*/ 574814 h 1847088"/>
              <a:gd name="connsiteX8" fmla="*/ 21484 w 1194407"/>
              <a:gd name="connsiteY8" fmla="*/ 0 h 1847088"/>
              <a:gd name="connsiteX0" fmla="*/ 2602 w 1175525"/>
              <a:gd name="connsiteY0" fmla="*/ 0 h 1847088"/>
              <a:gd name="connsiteX1" fmla="*/ 1175525 w 1175525"/>
              <a:gd name="connsiteY1" fmla="*/ 0 h 1847088"/>
              <a:gd name="connsiteX2" fmla="*/ 1175525 w 1175525"/>
              <a:gd name="connsiteY2" fmla="*/ 1847088 h 1847088"/>
              <a:gd name="connsiteX3" fmla="*/ 2602 w 1175525"/>
              <a:gd name="connsiteY3" fmla="*/ 1847088 h 1847088"/>
              <a:gd name="connsiteX4" fmla="*/ 213 w 1175525"/>
              <a:gd name="connsiteY4" fmla="*/ 1292999 h 1847088"/>
              <a:gd name="connsiteX5" fmla="*/ 234528 w 1175525"/>
              <a:gd name="connsiteY5" fmla="*/ 1289189 h 1847088"/>
              <a:gd name="connsiteX6" fmla="*/ 238338 w 1175525"/>
              <a:gd name="connsiteY6" fmla="*/ 572909 h 1847088"/>
              <a:gd name="connsiteX7" fmla="*/ 2118 w 1175525"/>
              <a:gd name="connsiteY7" fmla="*/ 574814 h 1847088"/>
              <a:gd name="connsiteX8" fmla="*/ 2602 w 1175525"/>
              <a:gd name="connsiteY8" fmla="*/ 0 h 1847088"/>
              <a:gd name="connsiteX0" fmla="*/ 2602 w 1175525"/>
              <a:gd name="connsiteY0" fmla="*/ 0 h 1847088"/>
              <a:gd name="connsiteX1" fmla="*/ 1175525 w 1175525"/>
              <a:gd name="connsiteY1" fmla="*/ 0 h 1847088"/>
              <a:gd name="connsiteX2" fmla="*/ 1175525 w 1175525"/>
              <a:gd name="connsiteY2" fmla="*/ 1847088 h 1847088"/>
              <a:gd name="connsiteX3" fmla="*/ 2602 w 1175525"/>
              <a:gd name="connsiteY3" fmla="*/ 1847088 h 1847088"/>
              <a:gd name="connsiteX4" fmla="*/ 213 w 1175525"/>
              <a:gd name="connsiteY4" fmla="*/ 1292999 h 1847088"/>
              <a:gd name="connsiteX5" fmla="*/ 236433 w 1175525"/>
              <a:gd name="connsiteY5" fmla="*/ 1289189 h 1847088"/>
              <a:gd name="connsiteX6" fmla="*/ 238338 w 1175525"/>
              <a:gd name="connsiteY6" fmla="*/ 572909 h 1847088"/>
              <a:gd name="connsiteX7" fmla="*/ 2118 w 1175525"/>
              <a:gd name="connsiteY7" fmla="*/ 574814 h 1847088"/>
              <a:gd name="connsiteX8" fmla="*/ 2602 w 1175525"/>
              <a:gd name="connsiteY8" fmla="*/ 0 h 1847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75525" h="1847088">
                <a:moveTo>
                  <a:pt x="2602" y="0"/>
                </a:moveTo>
                <a:lnTo>
                  <a:pt x="1175525" y="0"/>
                </a:lnTo>
                <a:lnTo>
                  <a:pt x="1175525" y="1847088"/>
                </a:lnTo>
                <a:lnTo>
                  <a:pt x="2602" y="1847088"/>
                </a:lnTo>
                <a:cubicBezTo>
                  <a:pt x="3249" y="1657585"/>
                  <a:pt x="-976" y="1575847"/>
                  <a:pt x="213" y="1292999"/>
                </a:cubicBezTo>
                <a:cubicBezTo>
                  <a:pt x="102050" y="1290186"/>
                  <a:pt x="174521" y="1291094"/>
                  <a:pt x="236433" y="1289189"/>
                </a:cubicBezTo>
                <a:cubicBezTo>
                  <a:pt x="239291" y="1026299"/>
                  <a:pt x="237386" y="749757"/>
                  <a:pt x="238338" y="572909"/>
                </a:cubicBezTo>
                <a:cubicBezTo>
                  <a:pt x="116337" y="572318"/>
                  <a:pt x="89667" y="575684"/>
                  <a:pt x="2118" y="574814"/>
                </a:cubicBezTo>
                <a:cubicBezTo>
                  <a:pt x="2279" y="383209"/>
                  <a:pt x="2441" y="191605"/>
                  <a:pt x="2602" y="0"/>
                </a:cubicBezTo>
                <a:close/>
              </a:path>
            </a:pathLst>
          </a:custGeom>
          <a:ln>
            <a:noFill/>
          </a:ln>
        </p:spPr>
        <p:txBody>
          <a:bodyPr anchor="ctr">
            <a:normAutofit/>
          </a:bodyPr>
          <a:lstStyle>
            <a:lvl1pPr marL="0" indent="0" algn="ctr">
              <a:buNone/>
              <a:defRPr sz="1600"/>
            </a:lvl1pPr>
          </a:lstStyle>
          <a:p>
            <a:r>
              <a:rPr lang="en-US"/>
              <a:t>Click icon to add picture</a:t>
            </a:r>
            <a:endParaRPr lang="en-US" dirty="0"/>
          </a:p>
        </p:txBody>
      </p:sp>
      <p:sp>
        <p:nvSpPr>
          <p:cNvPr id="11" name="Text Placeholder 6">
            <a:extLst>
              <a:ext uri="{FF2B5EF4-FFF2-40B4-BE49-F238E27FC236}">
                <a16:creationId xmlns:a16="http://schemas.microsoft.com/office/drawing/2014/main" id="{5CF6C398-93E6-A99F-EFDF-A55942B3F0E0}"/>
              </a:ext>
            </a:extLst>
          </p:cNvPr>
          <p:cNvSpPr>
            <a:spLocks noGrp="1"/>
          </p:cNvSpPr>
          <p:nvPr>
            <p:ph type="body" sz="quarter" idx="12" hasCustomPrompt="1"/>
          </p:nvPr>
        </p:nvSpPr>
        <p:spPr>
          <a:xfrm>
            <a:off x="2105533" y="5590964"/>
            <a:ext cx="504653" cy="718427"/>
          </a:xfrm>
          <a:solidFill>
            <a:schemeClr val="accent6">
              <a:lumMod val="20000"/>
              <a:lumOff val="80000"/>
            </a:schemeClr>
          </a:solidFill>
        </p:spPr>
        <p:txBody>
          <a:bodyPr lIns="0" tIns="0" rIns="0" bIns="0" anchor="ctr">
            <a:noAutofit/>
          </a:bodyPr>
          <a:lstStyle>
            <a:lvl1pPr marL="0" indent="0" algn="ctr">
              <a:lnSpc>
                <a:spcPct val="75000"/>
              </a:lnSpc>
              <a:spcBef>
                <a:spcPts val="0"/>
              </a:spcBef>
              <a:buNone/>
              <a:defRPr sz="2800" b="0" spc="0" baseline="0">
                <a:solidFill>
                  <a:schemeClr val="accent4"/>
                </a:solidFill>
                <a:latin typeface="+mj-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0000</a:t>
            </a:r>
          </a:p>
        </p:txBody>
      </p:sp>
      <p:sp>
        <p:nvSpPr>
          <p:cNvPr id="9" name="Picture Placeholder 33">
            <a:extLst>
              <a:ext uri="{FF2B5EF4-FFF2-40B4-BE49-F238E27FC236}">
                <a16:creationId xmlns:a16="http://schemas.microsoft.com/office/drawing/2014/main" id="{B6E82F90-717A-C484-C839-87784F130D4F}"/>
              </a:ext>
            </a:extLst>
          </p:cNvPr>
          <p:cNvSpPr>
            <a:spLocks noGrp="1"/>
          </p:cNvSpPr>
          <p:nvPr>
            <p:ph type="pic" sz="quarter" idx="40"/>
          </p:nvPr>
        </p:nvSpPr>
        <p:spPr>
          <a:xfrm>
            <a:off x="2374952" y="5016242"/>
            <a:ext cx="1175525" cy="1847088"/>
          </a:xfrm>
          <a:custGeom>
            <a:avLst/>
            <a:gdLst>
              <a:gd name="connsiteX0" fmla="*/ 0 w 1172923"/>
              <a:gd name="connsiteY0" fmla="*/ 0 h 1847088"/>
              <a:gd name="connsiteX1" fmla="*/ 1172923 w 1172923"/>
              <a:gd name="connsiteY1" fmla="*/ 0 h 1847088"/>
              <a:gd name="connsiteX2" fmla="*/ 1172923 w 1172923"/>
              <a:gd name="connsiteY2" fmla="*/ 1847088 h 1847088"/>
              <a:gd name="connsiteX3" fmla="*/ 0 w 1172923"/>
              <a:gd name="connsiteY3" fmla="*/ 1847088 h 1847088"/>
              <a:gd name="connsiteX4" fmla="*/ 0 w 1172923"/>
              <a:gd name="connsiteY4" fmla="*/ 0 h 1847088"/>
              <a:gd name="connsiteX0" fmla="*/ 484 w 1173407"/>
              <a:gd name="connsiteY0" fmla="*/ 0 h 1847088"/>
              <a:gd name="connsiteX1" fmla="*/ 1173407 w 1173407"/>
              <a:gd name="connsiteY1" fmla="*/ 0 h 1847088"/>
              <a:gd name="connsiteX2" fmla="*/ 1173407 w 1173407"/>
              <a:gd name="connsiteY2" fmla="*/ 1847088 h 1847088"/>
              <a:gd name="connsiteX3" fmla="*/ 484 w 1173407"/>
              <a:gd name="connsiteY3" fmla="*/ 1847088 h 1847088"/>
              <a:gd name="connsiteX4" fmla="*/ 0 w 1173407"/>
              <a:gd name="connsiteY4" fmla="*/ 574814 h 1847088"/>
              <a:gd name="connsiteX5" fmla="*/ 484 w 1173407"/>
              <a:gd name="connsiteY5" fmla="*/ 0 h 1847088"/>
              <a:gd name="connsiteX0" fmla="*/ 50869 w 1223792"/>
              <a:gd name="connsiteY0" fmla="*/ 0 h 1847088"/>
              <a:gd name="connsiteX1" fmla="*/ 1223792 w 1223792"/>
              <a:gd name="connsiteY1" fmla="*/ 0 h 1847088"/>
              <a:gd name="connsiteX2" fmla="*/ 1223792 w 1223792"/>
              <a:gd name="connsiteY2" fmla="*/ 1847088 h 1847088"/>
              <a:gd name="connsiteX3" fmla="*/ 50869 w 1223792"/>
              <a:gd name="connsiteY3" fmla="*/ 1847088 h 1847088"/>
              <a:gd name="connsiteX4" fmla="*/ 286605 w 1223792"/>
              <a:gd name="connsiteY4" fmla="*/ 572909 h 1847088"/>
              <a:gd name="connsiteX5" fmla="*/ 50385 w 1223792"/>
              <a:gd name="connsiteY5" fmla="*/ 574814 h 1847088"/>
              <a:gd name="connsiteX6" fmla="*/ 50869 w 1223792"/>
              <a:gd name="connsiteY6" fmla="*/ 0 h 1847088"/>
              <a:gd name="connsiteX0" fmla="*/ 50869 w 1223792"/>
              <a:gd name="connsiteY0" fmla="*/ 0 h 1847088"/>
              <a:gd name="connsiteX1" fmla="*/ 1223792 w 1223792"/>
              <a:gd name="connsiteY1" fmla="*/ 0 h 1847088"/>
              <a:gd name="connsiteX2" fmla="*/ 1223792 w 1223792"/>
              <a:gd name="connsiteY2" fmla="*/ 1847088 h 1847088"/>
              <a:gd name="connsiteX3" fmla="*/ 50869 w 1223792"/>
              <a:gd name="connsiteY3" fmla="*/ 1847088 h 1847088"/>
              <a:gd name="connsiteX4" fmla="*/ 286605 w 1223792"/>
              <a:gd name="connsiteY4" fmla="*/ 572909 h 1847088"/>
              <a:gd name="connsiteX5" fmla="*/ 50385 w 1223792"/>
              <a:gd name="connsiteY5" fmla="*/ 574814 h 1847088"/>
              <a:gd name="connsiteX6" fmla="*/ 50869 w 1223792"/>
              <a:gd name="connsiteY6" fmla="*/ 0 h 1847088"/>
              <a:gd name="connsiteX0" fmla="*/ 50869 w 1223792"/>
              <a:gd name="connsiteY0" fmla="*/ 0 h 1847088"/>
              <a:gd name="connsiteX1" fmla="*/ 1223792 w 1223792"/>
              <a:gd name="connsiteY1" fmla="*/ 0 h 1847088"/>
              <a:gd name="connsiteX2" fmla="*/ 1223792 w 1223792"/>
              <a:gd name="connsiteY2" fmla="*/ 1847088 h 1847088"/>
              <a:gd name="connsiteX3" fmla="*/ 50869 w 1223792"/>
              <a:gd name="connsiteY3" fmla="*/ 1847088 h 1847088"/>
              <a:gd name="connsiteX4" fmla="*/ 286605 w 1223792"/>
              <a:gd name="connsiteY4" fmla="*/ 572909 h 1847088"/>
              <a:gd name="connsiteX5" fmla="*/ 50385 w 1223792"/>
              <a:gd name="connsiteY5" fmla="*/ 574814 h 1847088"/>
              <a:gd name="connsiteX6" fmla="*/ 50869 w 1223792"/>
              <a:gd name="connsiteY6" fmla="*/ 0 h 1847088"/>
              <a:gd name="connsiteX0" fmla="*/ 101701 w 1274624"/>
              <a:gd name="connsiteY0" fmla="*/ 0 h 1847088"/>
              <a:gd name="connsiteX1" fmla="*/ 1274624 w 1274624"/>
              <a:gd name="connsiteY1" fmla="*/ 0 h 1847088"/>
              <a:gd name="connsiteX2" fmla="*/ 1274624 w 1274624"/>
              <a:gd name="connsiteY2" fmla="*/ 1847088 h 1847088"/>
              <a:gd name="connsiteX3" fmla="*/ 101701 w 1274624"/>
              <a:gd name="connsiteY3" fmla="*/ 1847088 h 1847088"/>
              <a:gd name="connsiteX4" fmla="*/ 80262 w 1274624"/>
              <a:gd name="connsiteY4" fmla="*/ 1292999 h 1847088"/>
              <a:gd name="connsiteX5" fmla="*/ 337437 w 1274624"/>
              <a:gd name="connsiteY5" fmla="*/ 572909 h 1847088"/>
              <a:gd name="connsiteX6" fmla="*/ 101217 w 1274624"/>
              <a:gd name="connsiteY6" fmla="*/ 574814 h 1847088"/>
              <a:gd name="connsiteX7" fmla="*/ 101701 w 1274624"/>
              <a:gd name="connsiteY7" fmla="*/ 0 h 1847088"/>
              <a:gd name="connsiteX0" fmla="*/ 91460 w 1264383"/>
              <a:gd name="connsiteY0" fmla="*/ 0 h 1847088"/>
              <a:gd name="connsiteX1" fmla="*/ 1264383 w 1264383"/>
              <a:gd name="connsiteY1" fmla="*/ 0 h 1847088"/>
              <a:gd name="connsiteX2" fmla="*/ 1264383 w 1264383"/>
              <a:gd name="connsiteY2" fmla="*/ 1847088 h 1847088"/>
              <a:gd name="connsiteX3" fmla="*/ 91460 w 1264383"/>
              <a:gd name="connsiteY3" fmla="*/ 1847088 h 1847088"/>
              <a:gd name="connsiteX4" fmla="*/ 70021 w 1264383"/>
              <a:gd name="connsiteY4" fmla="*/ 1292999 h 1847088"/>
              <a:gd name="connsiteX5" fmla="*/ 327196 w 1264383"/>
              <a:gd name="connsiteY5" fmla="*/ 572909 h 1847088"/>
              <a:gd name="connsiteX6" fmla="*/ 90976 w 1264383"/>
              <a:gd name="connsiteY6" fmla="*/ 574814 h 1847088"/>
              <a:gd name="connsiteX7" fmla="*/ 91460 w 1264383"/>
              <a:gd name="connsiteY7" fmla="*/ 0 h 1847088"/>
              <a:gd name="connsiteX0" fmla="*/ 91460 w 1264383"/>
              <a:gd name="connsiteY0" fmla="*/ 0 h 1847088"/>
              <a:gd name="connsiteX1" fmla="*/ 1264383 w 1264383"/>
              <a:gd name="connsiteY1" fmla="*/ 0 h 1847088"/>
              <a:gd name="connsiteX2" fmla="*/ 1264383 w 1264383"/>
              <a:gd name="connsiteY2" fmla="*/ 1847088 h 1847088"/>
              <a:gd name="connsiteX3" fmla="*/ 91460 w 1264383"/>
              <a:gd name="connsiteY3" fmla="*/ 1847088 h 1847088"/>
              <a:gd name="connsiteX4" fmla="*/ 70021 w 1264383"/>
              <a:gd name="connsiteY4" fmla="*/ 1292999 h 1847088"/>
              <a:gd name="connsiteX5" fmla="*/ 327196 w 1264383"/>
              <a:gd name="connsiteY5" fmla="*/ 572909 h 1847088"/>
              <a:gd name="connsiteX6" fmla="*/ 90976 w 1264383"/>
              <a:gd name="connsiteY6" fmla="*/ 574814 h 1847088"/>
              <a:gd name="connsiteX7" fmla="*/ 91460 w 1264383"/>
              <a:gd name="connsiteY7" fmla="*/ 0 h 1847088"/>
              <a:gd name="connsiteX0" fmla="*/ 91460 w 1264383"/>
              <a:gd name="connsiteY0" fmla="*/ 0 h 1847088"/>
              <a:gd name="connsiteX1" fmla="*/ 1264383 w 1264383"/>
              <a:gd name="connsiteY1" fmla="*/ 0 h 1847088"/>
              <a:gd name="connsiteX2" fmla="*/ 1264383 w 1264383"/>
              <a:gd name="connsiteY2" fmla="*/ 1847088 h 1847088"/>
              <a:gd name="connsiteX3" fmla="*/ 91460 w 1264383"/>
              <a:gd name="connsiteY3" fmla="*/ 1847088 h 1847088"/>
              <a:gd name="connsiteX4" fmla="*/ 70021 w 1264383"/>
              <a:gd name="connsiteY4" fmla="*/ 1292999 h 1847088"/>
              <a:gd name="connsiteX5" fmla="*/ 323386 w 1264383"/>
              <a:gd name="connsiteY5" fmla="*/ 1289189 h 1847088"/>
              <a:gd name="connsiteX6" fmla="*/ 327196 w 1264383"/>
              <a:gd name="connsiteY6" fmla="*/ 572909 h 1847088"/>
              <a:gd name="connsiteX7" fmla="*/ 90976 w 1264383"/>
              <a:gd name="connsiteY7" fmla="*/ 574814 h 1847088"/>
              <a:gd name="connsiteX8" fmla="*/ 91460 w 1264383"/>
              <a:gd name="connsiteY8" fmla="*/ 0 h 1847088"/>
              <a:gd name="connsiteX0" fmla="*/ 91460 w 1264383"/>
              <a:gd name="connsiteY0" fmla="*/ 0 h 1847088"/>
              <a:gd name="connsiteX1" fmla="*/ 1264383 w 1264383"/>
              <a:gd name="connsiteY1" fmla="*/ 0 h 1847088"/>
              <a:gd name="connsiteX2" fmla="*/ 1264383 w 1264383"/>
              <a:gd name="connsiteY2" fmla="*/ 1847088 h 1847088"/>
              <a:gd name="connsiteX3" fmla="*/ 91460 w 1264383"/>
              <a:gd name="connsiteY3" fmla="*/ 1847088 h 1847088"/>
              <a:gd name="connsiteX4" fmla="*/ 70021 w 1264383"/>
              <a:gd name="connsiteY4" fmla="*/ 1292999 h 1847088"/>
              <a:gd name="connsiteX5" fmla="*/ 323386 w 1264383"/>
              <a:gd name="connsiteY5" fmla="*/ 1289189 h 1847088"/>
              <a:gd name="connsiteX6" fmla="*/ 327196 w 1264383"/>
              <a:gd name="connsiteY6" fmla="*/ 572909 h 1847088"/>
              <a:gd name="connsiteX7" fmla="*/ 90976 w 1264383"/>
              <a:gd name="connsiteY7" fmla="*/ 574814 h 1847088"/>
              <a:gd name="connsiteX8" fmla="*/ 91460 w 1264383"/>
              <a:gd name="connsiteY8" fmla="*/ 0 h 1847088"/>
              <a:gd name="connsiteX0" fmla="*/ 91460 w 1264383"/>
              <a:gd name="connsiteY0" fmla="*/ 0 h 1847088"/>
              <a:gd name="connsiteX1" fmla="*/ 1264383 w 1264383"/>
              <a:gd name="connsiteY1" fmla="*/ 0 h 1847088"/>
              <a:gd name="connsiteX2" fmla="*/ 1264383 w 1264383"/>
              <a:gd name="connsiteY2" fmla="*/ 1847088 h 1847088"/>
              <a:gd name="connsiteX3" fmla="*/ 91460 w 1264383"/>
              <a:gd name="connsiteY3" fmla="*/ 1847088 h 1847088"/>
              <a:gd name="connsiteX4" fmla="*/ 70021 w 1264383"/>
              <a:gd name="connsiteY4" fmla="*/ 1292999 h 1847088"/>
              <a:gd name="connsiteX5" fmla="*/ 323386 w 1264383"/>
              <a:gd name="connsiteY5" fmla="*/ 1289189 h 1847088"/>
              <a:gd name="connsiteX6" fmla="*/ 327196 w 1264383"/>
              <a:gd name="connsiteY6" fmla="*/ 572909 h 1847088"/>
              <a:gd name="connsiteX7" fmla="*/ 90976 w 1264383"/>
              <a:gd name="connsiteY7" fmla="*/ 574814 h 1847088"/>
              <a:gd name="connsiteX8" fmla="*/ 91460 w 1264383"/>
              <a:gd name="connsiteY8" fmla="*/ 0 h 1847088"/>
              <a:gd name="connsiteX0" fmla="*/ 91460 w 1264383"/>
              <a:gd name="connsiteY0" fmla="*/ 0 h 1847088"/>
              <a:gd name="connsiteX1" fmla="*/ 1264383 w 1264383"/>
              <a:gd name="connsiteY1" fmla="*/ 0 h 1847088"/>
              <a:gd name="connsiteX2" fmla="*/ 1264383 w 1264383"/>
              <a:gd name="connsiteY2" fmla="*/ 1847088 h 1847088"/>
              <a:gd name="connsiteX3" fmla="*/ 91460 w 1264383"/>
              <a:gd name="connsiteY3" fmla="*/ 1847088 h 1847088"/>
              <a:gd name="connsiteX4" fmla="*/ 70021 w 1264383"/>
              <a:gd name="connsiteY4" fmla="*/ 1292999 h 1847088"/>
              <a:gd name="connsiteX5" fmla="*/ 323386 w 1264383"/>
              <a:gd name="connsiteY5" fmla="*/ 1289189 h 1847088"/>
              <a:gd name="connsiteX6" fmla="*/ 327196 w 1264383"/>
              <a:gd name="connsiteY6" fmla="*/ 572909 h 1847088"/>
              <a:gd name="connsiteX7" fmla="*/ 90976 w 1264383"/>
              <a:gd name="connsiteY7" fmla="*/ 574814 h 1847088"/>
              <a:gd name="connsiteX8" fmla="*/ 91460 w 1264383"/>
              <a:gd name="connsiteY8" fmla="*/ 0 h 1847088"/>
              <a:gd name="connsiteX0" fmla="*/ 91460 w 1264383"/>
              <a:gd name="connsiteY0" fmla="*/ 0 h 1847088"/>
              <a:gd name="connsiteX1" fmla="*/ 1264383 w 1264383"/>
              <a:gd name="connsiteY1" fmla="*/ 0 h 1847088"/>
              <a:gd name="connsiteX2" fmla="*/ 1264383 w 1264383"/>
              <a:gd name="connsiteY2" fmla="*/ 1847088 h 1847088"/>
              <a:gd name="connsiteX3" fmla="*/ 91460 w 1264383"/>
              <a:gd name="connsiteY3" fmla="*/ 1847088 h 1847088"/>
              <a:gd name="connsiteX4" fmla="*/ 70021 w 1264383"/>
              <a:gd name="connsiteY4" fmla="*/ 1292999 h 1847088"/>
              <a:gd name="connsiteX5" fmla="*/ 323386 w 1264383"/>
              <a:gd name="connsiteY5" fmla="*/ 1289189 h 1847088"/>
              <a:gd name="connsiteX6" fmla="*/ 327196 w 1264383"/>
              <a:gd name="connsiteY6" fmla="*/ 572909 h 1847088"/>
              <a:gd name="connsiteX7" fmla="*/ 90976 w 1264383"/>
              <a:gd name="connsiteY7" fmla="*/ 574814 h 1847088"/>
              <a:gd name="connsiteX8" fmla="*/ 91460 w 1264383"/>
              <a:gd name="connsiteY8" fmla="*/ 0 h 1847088"/>
              <a:gd name="connsiteX0" fmla="*/ 21484 w 1194407"/>
              <a:gd name="connsiteY0" fmla="*/ 0 h 1847088"/>
              <a:gd name="connsiteX1" fmla="*/ 1194407 w 1194407"/>
              <a:gd name="connsiteY1" fmla="*/ 0 h 1847088"/>
              <a:gd name="connsiteX2" fmla="*/ 1194407 w 1194407"/>
              <a:gd name="connsiteY2" fmla="*/ 1847088 h 1847088"/>
              <a:gd name="connsiteX3" fmla="*/ 21484 w 1194407"/>
              <a:gd name="connsiteY3" fmla="*/ 1847088 h 1847088"/>
              <a:gd name="connsiteX4" fmla="*/ 45 w 1194407"/>
              <a:gd name="connsiteY4" fmla="*/ 1292999 h 1847088"/>
              <a:gd name="connsiteX5" fmla="*/ 253410 w 1194407"/>
              <a:gd name="connsiteY5" fmla="*/ 1289189 h 1847088"/>
              <a:gd name="connsiteX6" fmla="*/ 257220 w 1194407"/>
              <a:gd name="connsiteY6" fmla="*/ 572909 h 1847088"/>
              <a:gd name="connsiteX7" fmla="*/ 21000 w 1194407"/>
              <a:gd name="connsiteY7" fmla="*/ 574814 h 1847088"/>
              <a:gd name="connsiteX8" fmla="*/ 21484 w 1194407"/>
              <a:gd name="connsiteY8" fmla="*/ 0 h 1847088"/>
              <a:gd name="connsiteX0" fmla="*/ 2602 w 1175525"/>
              <a:gd name="connsiteY0" fmla="*/ 0 h 1847088"/>
              <a:gd name="connsiteX1" fmla="*/ 1175525 w 1175525"/>
              <a:gd name="connsiteY1" fmla="*/ 0 h 1847088"/>
              <a:gd name="connsiteX2" fmla="*/ 1175525 w 1175525"/>
              <a:gd name="connsiteY2" fmla="*/ 1847088 h 1847088"/>
              <a:gd name="connsiteX3" fmla="*/ 2602 w 1175525"/>
              <a:gd name="connsiteY3" fmla="*/ 1847088 h 1847088"/>
              <a:gd name="connsiteX4" fmla="*/ 213 w 1175525"/>
              <a:gd name="connsiteY4" fmla="*/ 1292999 h 1847088"/>
              <a:gd name="connsiteX5" fmla="*/ 234528 w 1175525"/>
              <a:gd name="connsiteY5" fmla="*/ 1289189 h 1847088"/>
              <a:gd name="connsiteX6" fmla="*/ 238338 w 1175525"/>
              <a:gd name="connsiteY6" fmla="*/ 572909 h 1847088"/>
              <a:gd name="connsiteX7" fmla="*/ 2118 w 1175525"/>
              <a:gd name="connsiteY7" fmla="*/ 574814 h 1847088"/>
              <a:gd name="connsiteX8" fmla="*/ 2602 w 1175525"/>
              <a:gd name="connsiteY8" fmla="*/ 0 h 1847088"/>
              <a:gd name="connsiteX0" fmla="*/ 2602 w 1175525"/>
              <a:gd name="connsiteY0" fmla="*/ 0 h 1847088"/>
              <a:gd name="connsiteX1" fmla="*/ 1175525 w 1175525"/>
              <a:gd name="connsiteY1" fmla="*/ 0 h 1847088"/>
              <a:gd name="connsiteX2" fmla="*/ 1175525 w 1175525"/>
              <a:gd name="connsiteY2" fmla="*/ 1847088 h 1847088"/>
              <a:gd name="connsiteX3" fmla="*/ 2602 w 1175525"/>
              <a:gd name="connsiteY3" fmla="*/ 1847088 h 1847088"/>
              <a:gd name="connsiteX4" fmla="*/ 213 w 1175525"/>
              <a:gd name="connsiteY4" fmla="*/ 1292999 h 1847088"/>
              <a:gd name="connsiteX5" fmla="*/ 236433 w 1175525"/>
              <a:gd name="connsiteY5" fmla="*/ 1289189 h 1847088"/>
              <a:gd name="connsiteX6" fmla="*/ 238338 w 1175525"/>
              <a:gd name="connsiteY6" fmla="*/ 572909 h 1847088"/>
              <a:gd name="connsiteX7" fmla="*/ 2118 w 1175525"/>
              <a:gd name="connsiteY7" fmla="*/ 574814 h 1847088"/>
              <a:gd name="connsiteX8" fmla="*/ 2602 w 1175525"/>
              <a:gd name="connsiteY8" fmla="*/ 0 h 1847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75525" h="1847088">
                <a:moveTo>
                  <a:pt x="2602" y="0"/>
                </a:moveTo>
                <a:lnTo>
                  <a:pt x="1175525" y="0"/>
                </a:lnTo>
                <a:lnTo>
                  <a:pt x="1175525" y="1847088"/>
                </a:lnTo>
                <a:lnTo>
                  <a:pt x="2602" y="1847088"/>
                </a:lnTo>
                <a:cubicBezTo>
                  <a:pt x="3249" y="1657585"/>
                  <a:pt x="-976" y="1575847"/>
                  <a:pt x="213" y="1292999"/>
                </a:cubicBezTo>
                <a:cubicBezTo>
                  <a:pt x="102050" y="1290186"/>
                  <a:pt x="174521" y="1291094"/>
                  <a:pt x="236433" y="1289189"/>
                </a:cubicBezTo>
                <a:cubicBezTo>
                  <a:pt x="239291" y="1026299"/>
                  <a:pt x="237386" y="749757"/>
                  <a:pt x="238338" y="572909"/>
                </a:cubicBezTo>
                <a:cubicBezTo>
                  <a:pt x="116337" y="572318"/>
                  <a:pt x="89667" y="575684"/>
                  <a:pt x="2118" y="574814"/>
                </a:cubicBezTo>
                <a:cubicBezTo>
                  <a:pt x="2279" y="383209"/>
                  <a:pt x="2441" y="191605"/>
                  <a:pt x="2602" y="0"/>
                </a:cubicBezTo>
                <a:close/>
              </a:path>
            </a:pathLst>
          </a:custGeom>
          <a:ln>
            <a:noFill/>
          </a:ln>
        </p:spPr>
        <p:txBody>
          <a:bodyPr anchor="ctr">
            <a:normAutofit/>
          </a:bodyPr>
          <a:lstStyle>
            <a:lvl1pPr marL="0" indent="0" algn="ctr">
              <a:buNone/>
              <a:defRPr sz="1600"/>
            </a:lvl1pPr>
          </a:lstStyle>
          <a:p>
            <a:r>
              <a:rPr lang="en-US"/>
              <a:t>Click icon to add picture</a:t>
            </a:r>
            <a:endParaRPr lang="en-US" dirty="0"/>
          </a:p>
        </p:txBody>
      </p:sp>
      <p:sp>
        <p:nvSpPr>
          <p:cNvPr id="12" name="Text Placeholder 6">
            <a:extLst>
              <a:ext uri="{FF2B5EF4-FFF2-40B4-BE49-F238E27FC236}">
                <a16:creationId xmlns:a16="http://schemas.microsoft.com/office/drawing/2014/main" id="{AE291EFA-0974-0076-CEBE-59D6F7EA799F}"/>
              </a:ext>
            </a:extLst>
          </p:cNvPr>
          <p:cNvSpPr>
            <a:spLocks noGrp="1"/>
          </p:cNvSpPr>
          <p:nvPr>
            <p:ph type="body" sz="quarter" idx="13" hasCustomPrompt="1"/>
          </p:nvPr>
        </p:nvSpPr>
        <p:spPr>
          <a:xfrm>
            <a:off x="3733042" y="5029928"/>
            <a:ext cx="504653" cy="718427"/>
          </a:xfrm>
          <a:solidFill>
            <a:schemeClr val="accent6">
              <a:lumMod val="20000"/>
              <a:lumOff val="80000"/>
            </a:schemeClr>
          </a:solidFill>
        </p:spPr>
        <p:txBody>
          <a:bodyPr lIns="0" tIns="0" rIns="0" bIns="0" anchor="ctr">
            <a:noAutofit/>
          </a:bodyPr>
          <a:lstStyle>
            <a:lvl1pPr marL="0" indent="0" algn="ctr">
              <a:lnSpc>
                <a:spcPct val="75000"/>
              </a:lnSpc>
              <a:spcBef>
                <a:spcPts val="0"/>
              </a:spcBef>
              <a:buNone/>
              <a:defRPr sz="2800" b="0" spc="0" baseline="0">
                <a:solidFill>
                  <a:schemeClr val="accent4"/>
                </a:solidFill>
                <a:latin typeface="+mj-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0000</a:t>
            </a:r>
          </a:p>
        </p:txBody>
      </p:sp>
      <p:sp>
        <p:nvSpPr>
          <p:cNvPr id="37" name="Picture Placeholder 33">
            <a:extLst>
              <a:ext uri="{FF2B5EF4-FFF2-40B4-BE49-F238E27FC236}">
                <a16:creationId xmlns:a16="http://schemas.microsoft.com/office/drawing/2014/main" id="{2D436861-E5E4-0D02-515D-5135ED5C81BD}"/>
              </a:ext>
            </a:extLst>
          </p:cNvPr>
          <p:cNvSpPr>
            <a:spLocks noGrp="1"/>
          </p:cNvSpPr>
          <p:nvPr>
            <p:ph type="pic" sz="quarter" idx="35"/>
          </p:nvPr>
        </p:nvSpPr>
        <p:spPr>
          <a:xfrm>
            <a:off x="3997112" y="4449228"/>
            <a:ext cx="1175525" cy="1847088"/>
          </a:xfrm>
          <a:custGeom>
            <a:avLst/>
            <a:gdLst>
              <a:gd name="connsiteX0" fmla="*/ 0 w 1172923"/>
              <a:gd name="connsiteY0" fmla="*/ 0 h 1847088"/>
              <a:gd name="connsiteX1" fmla="*/ 1172923 w 1172923"/>
              <a:gd name="connsiteY1" fmla="*/ 0 h 1847088"/>
              <a:gd name="connsiteX2" fmla="*/ 1172923 w 1172923"/>
              <a:gd name="connsiteY2" fmla="*/ 1847088 h 1847088"/>
              <a:gd name="connsiteX3" fmla="*/ 0 w 1172923"/>
              <a:gd name="connsiteY3" fmla="*/ 1847088 h 1847088"/>
              <a:gd name="connsiteX4" fmla="*/ 0 w 1172923"/>
              <a:gd name="connsiteY4" fmla="*/ 0 h 1847088"/>
              <a:gd name="connsiteX0" fmla="*/ 484 w 1173407"/>
              <a:gd name="connsiteY0" fmla="*/ 0 h 1847088"/>
              <a:gd name="connsiteX1" fmla="*/ 1173407 w 1173407"/>
              <a:gd name="connsiteY1" fmla="*/ 0 h 1847088"/>
              <a:gd name="connsiteX2" fmla="*/ 1173407 w 1173407"/>
              <a:gd name="connsiteY2" fmla="*/ 1847088 h 1847088"/>
              <a:gd name="connsiteX3" fmla="*/ 484 w 1173407"/>
              <a:gd name="connsiteY3" fmla="*/ 1847088 h 1847088"/>
              <a:gd name="connsiteX4" fmla="*/ 0 w 1173407"/>
              <a:gd name="connsiteY4" fmla="*/ 574814 h 1847088"/>
              <a:gd name="connsiteX5" fmla="*/ 484 w 1173407"/>
              <a:gd name="connsiteY5" fmla="*/ 0 h 1847088"/>
              <a:gd name="connsiteX0" fmla="*/ 50869 w 1223792"/>
              <a:gd name="connsiteY0" fmla="*/ 0 h 1847088"/>
              <a:gd name="connsiteX1" fmla="*/ 1223792 w 1223792"/>
              <a:gd name="connsiteY1" fmla="*/ 0 h 1847088"/>
              <a:gd name="connsiteX2" fmla="*/ 1223792 w 1223792"/>
              <a:gd name="connsiteY2" fmla="*/ 1847088 h 1847088"/>
              <a:gd name="connsiteX3" fmla="*/ 50869 w 1223792"/>
              <a:gd name="connsiteY3" fmla="*/ 1847088 h 1847088"/>
              <a:gd name="connsiteX4" fmla="*/ 286605 w 1223792"/>
              <a:gd name="connsiteY4" fmla="*/ 572909 h 1847088"/>
              <a:gd name="connsiteX5" fmla="*/ 50385 w 1223792"/>
              <a:gd name="connsiteY5" fmla="*/ 574814 h 1847088"/>
              <a:gd name="connsiteX6" fmla="*/ 50869 w 1223792"/>
              <a:gd name="connsiteY6" fmla="*/ 0 h 1847088"/>
              <a:gd name="connsiteX0" fmla="*/ 50869 w 1223792"/>
              <a:gd name="connsiteY0" fmla="*/ 0 h 1847088"/>
              <a:gd name="connsiteX1" fmla="*/ 1223792 w 1223792"/>
              <a:gd name="connsiteY1" fmla="*/ 0 h 1847088"/>
              <a:gd name="connsiteX2" fmla="*/ 1223792 w 1223792"/>
              <a:gd name="connsiteY2" fmla="*/ 1847088 h 1847088"/>
              <a:gd name="connsiteX3" fmla="*/ 50869 w 1223792"/>
              <a:gd name="connsiteY3" fmla="*/ 1847088 h 1847088"/>
              <a:gd name="connsiteX4" fmla="*/ 286605 w 1223792"/>
              <a:gd name="connsiteY4" fmla="*/ 572909 h 1847088"/>
              <a:gd name="connsiteX5" fmla="*/ 50385 w 1223792"/>
              <a:gd name="connsiteY5" fmla="*/ 574814 h 1847088"/>
              <a:gd name="connsiteX6" fmla="*/ 50869 w 1223792"/>
              <a:gd name="connsiteY6" fmla="*/ 0 h 1847088"/>
              <a:gd name="connsiteX0" fmla="*/ 50869 w 1223792"/>
              <a:gd name="connsiteY0" fmla="*/ 0 h 1847088"/>
              <a:gd name="connsiteX1" fmla="*/ 1223792 w 1223792"/>
              <a:gd name="connsiteY1" fmla="*/ 0 h 1847088"/>
              <a:gd name="connsiteX2" fmla="*/ 1223792 w 1223792"/>
              <a:gd name="connsiteY2" fmla="*/ 1847088 h 1847088"/>
              <a:gd name="connsiteX3" fmla="*/ 50869 w 1223792"/>
              <a:gd name="connsiteY3" fmla="*/ 1847088 h 1847088"/>
              <a:gd name="connsiteX4" fmla="*/ 286605 w 1223792"/>
              <a:gd name="connsiteY4" fmla="*/ 572909 h 1847088"/>
              <a:gd name="connsiteX5" fmla="*/ 50385 w 1223792"/>
              <a:gd name="connsiteY5" fmla="*/ 574814 h 1847088"/>
              <a:gd name="connsiteX6" fmla="*/ 50869 w 1223792"/>
              <a:gd name="connsiteY6" fmla="*/ 0 h 1847088"/>
              <a:gd name="connsiteX0" fmla="*/ 101701 w 1274624"/>
              <a:gd name="connsiteY0" fmla="*/ 0 h 1847088"/>
              <a:gd name="connsiteX1" fmla="*/ 1274624 w 1274624"/>
              <a:gd name="connsiteY1" fmla="*/ 0 h 1847088"/>
              <a:gd name="connsiteX2" fmla="*/ 1274624 w 1274624"/>
              <a:gd name="connsiteY2" fmla="*/ 1847088 h 1847088"/>
              <a:gd name="connsiteX3" fmla="*/ 101701 w 1274624"/>
              <a:gd name="connsiteY3" fmla="*/ 1847088 h 1847088"/>
              <a:gd name="connsiteX4" fmla="*/ 80262 w 1274624"/>
              <a:gd name="connsiteY4" fmla="*/ 1292999 h 1847088"/>
              <a:gd name="connsiteX5" fmla="*/ 337437 w 1274624"/>
              <a:gd name="connsiteY5" fmla="*/ 572909 h 1847088"/>
              <a:gd name="connsiteX6" fmla="*/ 101217 w 1274624"/>
              <a:gd name="connsiteY6" fmla="*/ 574814 h 1847088"/>
              <a:gd name="connsiteX7" fmla="*/ 101701 w 1274624"/>
              <a:gd name="connsiteY7" fmla="*/ 0 h 1847088"/>
              <a:gd name="connsiteX0" fmla="*/ 91460 w 1264383"/>
              <a:gd name="connsiteY0" fmla="*/ 0 h 1847088"/>
              <a:gd name="connsiteX1" fmla="*/ 1264383 w 1264383"/>
              <a:gd name="connsiteY1" fmla="*/ 0 h 1847088"/>
              <a:gd name="connsiteX2" fmla="*/ 1264383 w 1264383"/>
              <a:gd name="connsiteY2" fmla="*/ 1847088 h 1847088"/>
              <a:gd name="connsiteX3" fmla="*/ 91460 w 1264383"/>
              <a:gd name="connsiteY3" fmla="*/ 1847088 h 1847088"/>
              <a:gd name="connsiteX4" fmla="*/ 70021 w 1264383"/>
              <a:gd name="connsiteY4" fmla="*/ 1292999 h 1847088"/>
              <a:gd name="connsiteX5" fmla="*/ 327196 w 1264383"/>
              <a:gd name="connsiteY5" fmla="*/ 572909 h 1847088"/>
              <a:gd name="connsiteX6" fmla="*/ 90976 w 1264383"/>
              <a:gd name="connsiteY6" fmla="*/ 574814 h 1847088"/>
              <a:gd name="connsiteX7" fmla="*/ 91460 w 1264383"/>
              <a:gd name="connsiteY7" fmla="*/ 0 h 1847088"/>
              <a:gd name="connsiteX0" fmla="*/ 91460 w 1264383"/>
              <a:gd name="connsiteY0" fmla="*/ 0 h 1847088"/>
              <a:gd name="connsiteX1" fmla="*/ 1264383 w 1264383"/>
              <a:gd name="connsiteY1" fmla="*/ 0 h 1847088"/>
              <a:gd name="connsiteX2" fmla="*/ 1264383 w 1264383"/>
              <a:gd name="connsiteY2" fmla="*/ 1847088 h 1847088"/>
              <a:gd name="connsiteX3" fmla="*/ 91460 w 1264383"/>
              <a:gd name="connsiteY3" fmla="*/ 1847088 h 1847088"/>
              <a:gd name="connsiteX4" fmla="*/ 70021 w 1264383"/>
              <a:gd name="connsiteY4" fmla="*/ 1292999 h 1847088"/>
              <a:gd name="connsiteX5" fmla="*/ 327196 w 1264383"/>
              <a:gd name="connsiteY5" fmla="*/ 572909 h 1847088"/>
              <a:gd name="connsiteX6" fmla="*/ 90976 w 1264383"/>
              <a:gd name="connsiteY6" fmla="*/ 574814 h 1847088"/>
              <a:gd name="connsiteX7" fmla="*/ 91460 w 1264383"/>
              <a:gd name="connsiteY7" fmla="*/ 0 h 1847088"/>
              <a:gd name="connsiteX0" fmla="*/ 91460 w 1264383"/>
              <a:gd name="connsiteY0" fmla="*/ 0 h 1847088"/>
              <a:gd name="connsiteX1" fmla="*/ 1264383 w 1264383"/>
              <a:gd name="connsiteY1" fmla="*/ 0 h 1847088"/>
              <a:gd name="connsiteX2" fmla="*/ 1264383 w 1264383"/>
              <a:gd name="connsiteY2" fmla="*/ 1847088 h 1847088"/>
              <a:gd name="connsiteX3" fmla="*/ 91460 w 1264383"/>
              <a:gd name="connsiteY3" fmla="*/ 1847088 h 1847088"/>
              <a:gd name="connsiteX4" fmla="*/ 70021 w 1264383"/>
              <a:gd name="connsiteY4" fmla="*/ 1292999 h 1847088"/>
              <a:gd name="connsiteX5" fmla="*/ 323386 w 1264383"/>
              <a:gd name="connsiteY5" fmla="*/ 1289189 h 1847088"/>
              <a:gd name="connsiteX6" fmla="*/ 327196 w 1264383"/>
              <a:gd name="connsiteY6" fmla="*/ 572909 h 1847088"/>
              <a:gd name="connsiteX7" fmla="*/ 90976 w 1264383"/>
              <a:gd name="connsiteY7" fmla="*/ 574814 h 1847088"/>
              <a:gd name="connsiteX8" fmla="*/ 91460 w 1264383"/>
              <a:gd name="connsiteY8" fmla="*/ 0 h 1847088"/>
              <a:gd name="connsiteX0" fmla="*/ 91460 w 1264383"/>
              <a:gd name="connsiteY0" fmla="*/ 0 h 1847088"/>
              <a:gd name="connsiteX1" fmla="*/ 1264383 w 1264383"/>
              <a:gd name="connsiteY1" fmla="*/ 0 h 1847088"/>
              <a:gd name="connsiteX2" fmla="*/ 1264383 w 1264383"/>
              <a:gd name="connsiteY2" fmla="*/ 1847088 h 1847088"/>
              <a:gd name="connsiteX3" fmla="*/ 91460 w 1264383"/>
              <a:gd name="connsiteY3" fmla="*/ 1847088 h 1847088"/>
              <a:gd name="connsiteX4" fmla="*/ 70021 w 1264383"/>
              <a:gd name="connsiteY4" fmla="*/ 1292999 h 1847088"/>
              <a:gd name="connsiteX5" fmla="*/ 323386 w 1264383"/>
              <a:gd name="connsiteY5" fmla="*/ 1289189 h 1847088"/>
              <a:gd name="connsiteX6" fmla="*/ 327196 w 1264383"/>
              <a:gd name="connsiteY6" fmla="*/ 572909 h 1847088"/>
              <a:gd name="connsiteX7" fmla="*/ 90976 w 1264383"/>
              <a:gd name="connsiteY7" fmla="*/ 574814 h 1847088"/>
              <a:gd name="connsiteX8" fmla="*/ 91460 w 1264383"/>
              <a:gd name="connsiteY8" fmla="*/ 0 h 1847088"/>
              <a:gd name="connsiteX0" fmla="*/ 91460 w 1264383"/>
              <a:gd name="connsiteY0" fmla="*/ 0 h 1847088"/>
              <a:gd name="connsiteX1" fmla="*/ 1264383 w 1264383"/>
              <a:gd name="connsiteY1" fmla="*/ 0 h 1847088"/>
              <a:gd name="connsiteX2" fmla="*/ 1264383 w 1264383"/>
              <a:gd name="connsiteY2" fmla="*/ 1847088 h 1847088"/>
              <a:gd name="connsiteX3" fmla="*/ 91460 w 1264383"/>
              <a:gd name="connsiteY3" fmla="*/ 1847088 h 1847088"/>
              <a:gd name="connsiteX4" fmla="*/ 70021 w 1264383"/>
              <a:gd name="connsiteY4" fmla="*/ 1292999 h 1847088"/>
              <a:gd name="connsiteX5" fmla="*/ 323386 w 1264383"/>
              <a:gd name="connsiteY5" fmla="*/ 1289189 h 1847088"/>
              <a:gd name="connsiteX6" fmla="*/ 327196 w 1264383"/>
              <a:gd name="connsiteY6" fmla="*/ 572909 h 1847088"/>
              <a:gd name="connsiteX7" fmla="*/ 90976 w 1264383"/>
              <a:gd name="connsiteY7" fmla="*/ 574814 h 1847088"/>
              <a:gd name="connsiteX8" fmla="*/ 91460 w 1264383"/>
              <a:gd name="connsiteY8" fmla="*/ 0 h 1847088"/>
              <a:gd name="connsiteX0" fmla="*/ 91460 w 1264383"/>
              <a:gd name="connsiteY0" fmla="*/ 0 h 1847088"/>
              <a:gd name="connsiteX1" fmla="*/ 1264383 w 1264383"/>
              <a:gd name="connsiteY1" fmla="*/ 0 h 1847088"/>
              <a:gd name="connsiteX2" fmla="*/ 1264383 w 1264383"/>
              <a:gd name="connsiteY2" fmla="*/ 1847088 h 1847088"/>
              <a:gd name="connsiteX3" fmla="*/ 91460 w 1264383"/>
              <a:gd name="connsiteY3" fmla="*/ 1847088 h 1847088"/>
              <a:gd name="connsiteX4" fmla="*/ 70021 w 1264383"/>
              <a:gd name="connsiteY4" fmla="*/ 1292999 h 1847088"/>
              <a:gd name="connsiteX5" fmla="*/ 323386 w 1264383"/>
              <a:gd name="connsiteY5" fmla="*/ 1289189 h 1847088"/>
              <a:gd name="connsiteX6" fmla="*/ 327196 w 1264383"/>
              <a:gd name="connsiteY6" fmla="*/ 572909 h 1847088"/>
              <a:gd name="connsiteX7" fmla="*/ 90976 w 1264383"/>
              <a:gd name="connsiteY7" fmla="*/ 574814 h 1847088"/>
              <a:gd name="connsiteX8" fmla="*/ 91460 w 1264383"/>
              <a:gd name="connsiteY8" fmla="*/ 0 h 1847088"/>
              <a:gd name="connsiteX0" fmla="*/ 91460 w 1264383"/>
              <a:gd name="connsiteY0" fmla="*/ 0 h 1847088"/>
              <a:gd name="connsiteX1" fmla="*/ 1264383 w 1264383"/>
              <a:gd name="connsiteY1" fmla="*/ 0 h 1847088"/>
              <a:gd name="connsiteX2" fmla="*/ 1264383 w 1264383"/>
              <a:gd name="connsiteY2" fmla="*/ 1847088 h 1847088"/>
              <a:gd name="connsiteX3" fmla="*/ 91460 w 1264383"/>
              <a:gd name="connsiteY3" fmla="*/ 1847088 h 1847088"/>
              <a:gd name="connsiteX4" fmla="*/ 70021 w 1264383"/>
              <a:gd name="connsiteY4" fmla="*/ 1292999 h 1847088"/>
              <a:gd name="connsiteX5" fmla="*/ 323386 w 1264383"/>
              <a:gd name="connsiteY5" fmla="*/ 1289189 h 1847088"/>
              <a:gd name="connsiteX6" fmla="*/ 327196 w 1264383"/>
              <a:gd name="connsiteY6" fmla="*/ 572909 h 1847088"/>
              <a:gd name="connsiteX7" fmla="*/ 90976 w 1264383"/>
              <a:gd name="connsiteY7" fmla="*/ 574814 h 1847088"/>
              <a:gd name="connsiteX8" fmla="*/ 91460 w 1264383"/>
              <a:gd name="connsiteY8" fmla="*/ 0 h 1847088"/>
              <a:gd name="connsiteX0" fmla="*/ 21484 w 1194407"/>
              <a:gd name="connsiteY0" fmla="*/ 0 h 1847088"/>
              <a:gd name="connsiteX1" fmla="*/ 1194407 w 1194407"/>
              <a:gd name="connsiteY1" fmla="*/ 0 h 1847088"/>
              <a:gd name="connsiteX2" fmla="*/ 1194407 w 1194407"/>
              <a:gd name="connsiteY2" fmla="*/ 1847088 h 1847088"/>
              <a:gd name="connsiteX3" fmla="*/ 21484 w 1194407"/>
              <a:gd name="connsiteY3" fmla="*/ 1847088 h 1847088"/>
              <a:gd name="connsiteX4" fmla="*/ 45 w 1194407"/>
              <a:gd name="connsiteY4" fmla="*/ 1292999 h 1847088"/>
              <a:gd name="connsiteX5" fmla="*/ 253410 w 1194407"/>
              <a:gd name="connsiteY5" fmla="*/ 1289189 h 1847088"/>
              <a:gd name="connsiteX6" fmla="*/ 257220 w 1194407"/>
              <a:gd name="connsiteY6" fmla="*/ 572909 h 1847088"/>
              <a:gd name="connsiteX7" fmla="*/ 21000 w 1194407"/>
              <a:gd name="connsiteY7" fmla="*/ 574814 h 1847088"/>
              <a:gd name="connsiteX8" fmla="*/ 21484 w 1194407"/>
              <a:gd name="connsiteY8" fmla="*/ 0 h 1847088"/>
              <a:gd name="connsiteX0" fmla="*/ 2602 w 1175525"/>
              <a:gd name="connsiteY0" fmla="*/ 0 h 1847088"/>
              <a:gd name="connsiteX1" fmla="*/ 1175525 w 1175525"/>
              <a:gd name="connsiteY1" fmla="*/ 0 h 1847088"/>
              <a:gd name="connsiteX2" fmla="*/ 1175525 w 1175525"/>
              <a:gd name="connsiteY2" fmla="*/ 1847088 h 1847088"/>
              <a:gd name="connsiteX3" fmla="*/ 2602 w 1175525"/>
              <a:gd name="connsiteY3" fmla="*/ 1847088 h 1847088"/>
              <a:gd name="connsiteX4" fmla="*/ 213 w 1175525"/>
              <a:gd name="connsiteY4" fmla="*/ 1292999 h 1847088"/>
              <a:gd name="connsiteX5" fmla="*/ 234528 w 1175525"/>
              <a:gd name="connsiteY5" fmla="*/ 1289189 h 1847088"/>
              <a:gd name="connsiteX6" fmla="*/ 238338 w 1175525"/>
              <a:gd name="connsiteY6" fmla="*/ 572909 h 1847088"/>
              <a:gd name="connsiteX7" fmla="*/ 2118 w 1175525"/>
              <a:gd name="connsiteY7" fmla="*/ 574814 h 1847088"/>
              <a:gd name="connsiteX8" fmla="*/ 2602 w 1175525"/>
              <a:gd name="connsiteY8" fmla="*/ 0 h 1847088"/>
              <a:gd name="connsiteX0" fmla="*/ 2602 w 1175525"/>
              <a:gd name="connsiteY0" fmla="*/ 0 h 1847088"/>
              <a:gd name="connsiteX1" fmla="*/ 1175525 w 1175525"/>
              <a:gd name="connsiteY1" fmla="*/ 0 h 1847088"/>
              <a:gd name="connsiteX2" fmla="*/ 1175525 w 1175525"/>
              <a:gd name="connsiteY2" fmla="*/ 1847088 h 1847088"/>
              <a:gd name="connsiteX3" fmla="*/ 2602 w 1175525"/>
              <a:gd name="connsiteY3" fmla="*/ 1847088 h 1847088"/>
              <a:gd name="connsiteX4" fmla="*/ 213 w 1175525"/>
              <a:gd name="connsiteY4" fmla="*/ 1292999 h 1847088"/>
              <a:gd name="connsiteX5" fmla="*/ 236433 w 1175525"/>
              <a:gd name="connsiteY5" fmla="*/ 1289189 h 1847088"/>
              <a:gd name="connsiteX6" fmla="*/ 238338 w 1175525"/>
              <a:gd name="connsiteY6" fmla="*/ 572909 h 1847088"/>
              <a:gd name="connsiteX7" fmla="*/ 2118 w 1175525"/>
              <a:gd name="connsiteY7" fmla="*/ 574814 h 1847088"/>
              <a:gd name="connsiteX8" fmla="*/ 2602 w 1175525"/>
              <a:gd name="connsiteY8" fmla="*/ 0 h 1847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75525" h="1847088">
                <a:moveTo>
                  <a:pt x="2602" y="0"/>
                </a:moveTo>
                <a:lnTo>
                  <a:pt x="1175525" y="0"/>
                </a:lnTo>
                <a:lnTo>
                  <a:pt x="1175525" y="1847088"/>
                </a:lnTo>
                <a:lnTo>
                  <a:pt x="2602" y="1847088"/>
                </a:lnTo>
                <a:cubicBezTo>
                  <a:pt x="3249" y="1657585"/>
                  <a:pt x="-976" y="1575847"/>
                  <a:pt x="213" y="1292999"/>
                </a:cubicBezTo>
                <a:cubicBezTo>
                  <a:pt x="102050" y="1290186"/>
                  <a:pt x="174521" y="1291094"/>
                  <a:pt x="236433" y="1289189"/>
                </a:cubicBezTo>
                <a:cubicBezTo>
                  <a:pt x="239291" y="1026299"/>
                  <a:pt x="237386" y="749757"/>
                  <a:pt x="238338" y="572909"/>
                </a:cubicBezTo>
                <a:cubicBezTo>
                  <a:pt x="116337" y="572318"/>
                  <a:pt x="89667" y="575684"/>
                  <a:pt x="2118" y="574814"/>
                </a:cubicBezTo>
                <a:cubicBezTo>
                  <a:pt x="2279" y="383209"/>
                  <a:pt x="2441" y="191605"/>
                  <a:pt x="2602" y="0"/>
                </a:cubicBezTo>
                <a:close/>
              </a:path>
            </a:pathLst>
          </a:custGeom>
          <a:ln>
            <a:noFill/>
          </a:ln>
        </p:spPr>
        <p:txBody>
          <a:bodyPr anchor="ctr">
            <a:normAutofit/>
          </a:bodyPr>
          <a:lstStyle>
            <a:lvl1pPr marL="0" indent="0" algn="ctr">
              <a:buNone/>
              <a:defRPr sz="1600"/>
            </a:lvl1pPr>
          </a:lstStyle>
          <a:p>
            <a:r>
              <a:rPr lang="en-US"/>
              <a:t>Click icon to add picture</a:t>
            </a:r>
            <a:endParaRPr lang="en-US" dirty="0"/>
          </a:p>
        </p:txBody>
      </p:sp>
      <p:sp>
        <p:nvSpPr>
          <p:cNvPr id="13" name="Text Placeholder 6">
            <a:extLst>
              <a:ext uri="{FF2B5EF4-FFF2-40B4-BE49-F238E27FC236}">
                <a16:creationId xmlns:a16="http://schemas.microsoft.com/office/drawing/2014/main" id="{D6D7C929-37FC-D4F9-240C-3E716CF74ACF}"/>
              </a:ext>
            </a:extLst>
          </p:cNvPr>
          <p:cNvSpPr>
            <a:spLocks noGrp="1"/>
          </p:cNvSpPr>
          <p:nvPr>
            <p:ph type="body" sz="quarter" idx="14" hasCustomPrompt="1"/>
          </p:nvPr>
        </p:nvSpPr>
        <p:spPr>
          <a:xfrm>
            <a:off x="5363232" y="5581439"/>
            <a:ext cx="504653" cy="718427"/>
          </a:xfrm>
          <a:solidFill>
            <a:schemeClr val="accent6">
              <a:lumMod val="20000"/>
              <a:lumOff val="80000"/>
            </a:schemeClr>
          </a:solidFill>
        </p:spPr>
        <p:txBody>
          <a:bodyPr lIns="0" tIns="0" rIns="0" bIns="0" anchor="ctr">
            <a:noAutofit/>
          </a:bodyPr>
          <a:lstStyle>
            <a:lvl1pPr marL="0" indent="0" algn="ctr">
              <a:lnSpc>
                <a:spcPct val="75000"/>
              </a:lnSpc>
              <a:spcBef>
                <a:spcPts val="0"/>
              </a:spcBef>
              <a:buNone/>
              <a:defRPr sz="2800" b="0" spc="0" baseline="0">
                <a:solidFill>
                  <a:schemeClr val="accent4"/>
                </a:solidFill>
                <a:latin typeface="+mj-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0000</a:t>
            </a:r>
          </a:p>
        </p:txBody>
      </p:sp>
      <p:sp>
        <p:nvSpPr>
          <p:cNvPr id="10" name="Picture Placeholder 33">
            <a:extLst>
              <a:ext uri="{FF2B5EF4-FFF2-40B4-BE49-F238E27FC236}">
                <a16:creationId xmlns:a16="http://schemas.microsoft.com/office/drawing/2014/main" id="{4F7DD637-FE82-C2DD-CE9D-CAF8C85949EF}"/>
              </a:ext>
            </a:extLst>
          </p:cNvPr>
          <p:cNvSpPr>
            <a:spLocks noGrp="1"/>
          </p:cNvSpPr>
          <p:nvPr>
            <p:ph type="pic" sz="quarter" idx="41"/>
          </p:nvPr>
        </p:nvSpPr>
        <p:spPr>
          <a:xfrm>
            <a:off x="5636942" y="5016242"/>
            <a:ext cx="1175525" cy="1847088"/>
          </a:xfrm>
          <a:custGeom>
            <a:avLst/>
            <a:gdLst>
              <a:gd name="connsiteX0" fmla="*/ 0 w 1172923"/>
              <a:gd name="connsiteY0" fmla="*/ 0 h 1847088"/>
              <a:gd name="connsiteX1" fmla="*/ 1172923 w 1172923"/>
              <a:gd name="connsiteY1" fmla="*/ 0 h 1847088"/>
              <a:gd name="connsiteX2" fmla="*/ 1172923 w 1172923"/>
              <a:gd name="connsiteY2" fmla="*/ 1847088 h 1847088"/>
              <a:gd name="connsiteX3" fmla="*/ 0 w 1172923"/>
              <a:gd name="connsiteY3" fmla="*/ 1847088 h 1847088"/>
              <a:gd name="connsiteX4" fmla="*/ 0 w 1172923"/>
              <a:gd name="connsiteY4" fmla="*/ 0 h 1847088"/>
              <a:gd name="connsiteX0" fmla="*/ 484 w 1173407"/>
              <a:gd name="connsiteY0" fmla="*/ 0 h 1847088"/>
              <a:gd name="connsiteX1" fmla="*/ 1173407 w 1173407"/>
              <a:gd name="connsiteY1" fmla="*/ 0 h 1847088"/>
              <a:gd name="connsiteX2" fmla="*/ 1173407 w 1173407"/>
              <a:gd name="connsiteY2" fmla="*/ 1847088 h 1847088"/>
              <a:gd name="connsiteX3" fmla="*/ 484 w 1173407"/>
              <a:gd name="connsiteY3" fmla="*/ 1847088 h 1847088"/>
              <a:gd name="connsiteX4" fmla="*/ 0 w 1173407"/>
              <a:gd name="connsiteY4" fmla="*/ 574814 h 1847088"/>
              <a:gd name="connsiteX5" fmla="*/ 484 w 1173407"/>
              <a:gd name="connsiteY5" fmla="*/ 0 h 1847088"/>
              <a:gd name="connsiteX0" fmla="*/ 50869 w 1223792"/>
              <a:gd name="connsiteY0" fmla="*/ 0 h 1847088"/>
              <a:gd name="connsiteX1" fmla="*/ 1223792 w 1223792"/>
              <a:gd name="connsiteY1" fmla="*/ 0 h 1847088"/>
              <a:gd name="connsiteX2" fmla="*/ 1223792 w 1223792"/>
              <a:gd name="connsiteY2" fmla="*/ 1847088 h 1847088"/>
              <a:gd name="connsiteX3" fmla="*/ 50869 w 1223792"/>
              <a:gd name="connsiteY3" fmla="*/ 1847088 h 1847088"/>
              <a:gd name="connsiteX4" fmla="*/ 286605 w 1223792"/>
              <a:gd name="connsiteY4" fmla="*/ 572909 h 1847088"/>
              <a:gd name="connsiteX5" fmla="*/ 50385 w 1223792"/>
              <a:gd name="connsiteY5" fmla="*/ 574814 h 1847088"/>
              <a:gd name="connsiteX6" fmla="*/ 50869 w 1223792"/>
              <a:gd name="connsiteY6" fmla="*/ 0 h 1847088"/>
              <a:gd name="connsiteX0" fmla="*/ 50869 w 1223792"/>
              <a:gd name="connsiteY0" fmla="*/ 0 h 1847088"/>
              <a:gd name="connsiteX1" fmla="*/ 1223792 w 1223792"/>
              <a:gd name="connsiteY1" fmla="*/ 0 h 1847088"/>
              <a:gd name="connsiteX2" fmla="*/ 1223792 w 1223792"/>
              <a:gd name="connsiteY2" fmla="*/ 1847088 h 1847088"/>
              <a:gd name="connsiteX3" fmla="*/ 50869 w 1223792"/>
              <a:gd name="connsiteY3" fmla="*/ 1847088 h 1847088"/>
              <a:gd name="connsiteX4" fmla="*/ 286605 w 1223792"/>
              <a:gd name="connsiteY4" fmla="*/ 572909 h 1847088"/>
              <a:gd name="connsiteX5" fmla="*/ 50385 w 1223792"/>
              <a:gd name="connsiteY5" fmla="*/ 574814 h 1847088"/>
              <a:gd name="connsiteX6" fmla="*/ 50869 w 1223792"/>
              <a:gd name="connsiteY6" fmla="*/ 0 h 1847088"/>
              <a:gd name="connsiteX0" fmla="*/ 50869 w 1223792"/>
              <a:gd name="connsiteY0" fmla="*/ 0 h 1847088"/>
              <a:gd name="connsiteX1" fmla="*/ 1223792 w 1223792"/>
              <a:gd name="connsiteY1" fmla="*/ 0 h 1847088"/>
              <a:gd name="connsiteX2" fmla="*/ 1223792 w 1223792"/>
              <a:gd name="connsiteY2" fmla="*/ 1847088 h 1847088"/>
              <a:gd name="connsiteX3" fmla="*/ 50869 w 1223792"/>
              <a:gd name="connsiteY3" fmla="*/ 1847088 h 1847088"/>
              <a:gd name="connsiteX4" fmla="*/ 286605 w 1223792"/>
              <a:gd name="connsiteY4" fmla="*/ 572909 h 1847088"/>
              <a:gd name="connsiteX5" fmla="*/ 50385 w 1223792"/>
              <a:gd name="connsiteY5" fmla="*/ 574814 h 1847088"/>
              <a:gd name="connsiteX6" fmla="*/ 50869 w 1223792"/>
              <a:gd name="connsiteY6" fmla="*/ 0 h 1847088"/>
              <a:gd name="connsiteX0" fmla="*/ 101701 w 1274624"/>
              <a:gd name="connsiteY0" fmla="*/ 0 h 1847088"/>
              <a:gd name="connsiteX1" fmla="*/ 1274624 w 1274624"/>
              <a:gd name="connsiteY1" fmla="*/ 0 h 1847088"/>
              <a:gd name="connsiteX2" fmla="*/ 1274624 w 1274624"/>
              <a:gd name="connsiteY2" fmla="*/ 1847088 h 1847088"/>
              <a:gd name="connsiteX3" fmla="*/ 101701 w 1274624"/>
              <a:gd name="connsiteY3" fmla="*/ 1847088 h 1847088"/>
              <a:gd name="connsiteX4" fmla="*/ 80262 w 1274624"/>
              <a:gd name="connsiteY4" fmla="*/ 1292999 h 1847088"/>
              <a:gd name="connsiteX5" fmla="*/ 337437 w 1274624"/>
              <a:gd name="connsiteY5" fmla="*/ 572909 h 1847088"/>
              <a:gd name="connsiteX6" fmla="*/ 101217 w 1274624"/>
              <a:gd name="connsiteY6" fmla="*/ 574814 h 1847088"/>
              <a:gd name="connsiteX7" fmla="*/ 101701 w 1274624"/>
              <a:gd name="connsiteY7" fmla="*/ 0 h 1847088"/>
              <a:gd name="connsiteX0" fmla="*/ 91460 w 1264383"/>
              <a:gd name="connsiteY0" fmla="*/ 0 h 1847088"/>
              <a:gd name="connsiteX1" fmla="*/ 1264383 w 1264383"/>
              <a:gd name="connsiteY1" fmla="*/ 0 h 1847088"/>
              <a:gd name="connsiteX2" fmla="*/ 1264383 w 1264383"/>
              <a:gd name="connsiteY2" fmla="*/ 1847088 h 1847088"/>
              <a:gd name="connsiteX3" fmla="*/ 91460 w 1264383"/>
              <a:gd name="connsiteY3" fmla="*/ 1847088 h 1847088"/>
              <a:gd name="connsiteX4" fmla="*/ 70021 w 1264383"/>
              <a:gd name="connsiteY4" fmla="*/ 1292999 h 1847088"/>
              <a:gd name="connsiteX5" fmla="*/ 327196 w 1264383"/>
              <a:gd name="connsiteY5" fmla="*/ 572909 h 1847088"/>
              <a:gd name="connsiteX6" fmla="*/ 90976 w 1264383"/>
              <a:gd name="connsiteY6" fmla="*/ 574814 h 1847088"/>
              <a:gd name="connsiteX7" fmla="*/ 91460 w 1264383"/>
              <a:gd name="connsiteY7" fmla="*/ 0 h 1847088"/>
              <a:gd name="connsiteX0" fmla="*/ 91460 w 1264383"/>
              <a:gd name="connsiteY0" fmla="*/ 0 h 1847088"/>
              <a:gd name="connsiteX1" fmla="*/ 1264383 w 1264383"/>
              <a:gd name="connsiteY1" fmla="*/ 0 h 1847088"/>
              <a:gd name="connsiteX2" fmla="*/ 1264383 w 1264383"/>
              <a:gd name="connsiteY2" fmla="*/ 1847088 h 1847088"/>
              <a:gd name="connsiteX3" fmla="*/ 91460 w 1264383"/>
              <a:gd name="connsiteY3" fmla="*/ 1847088 h 1847088"/>
              <a:gd name="connsiteX4" fmla="*/ 70021 w 1264383"/>
              <a:gd name="connsiteY4" fmla="*/ 1292999 h 1847088"/>
              <a:gd name="connsiteX5" fmla="*/ 327196 w 1264383"/>
              <a:gd name="connsiteY5" fmla="*/ 572909 h 1847088"/>
              <a:gd name="connsiteX6" fmla="*/ 90976 w 1264383"/>
              <a:gd name="connsiteY6" fmla="*/ 574814 h 1847088"/>
              <a:gd name="connsiteX7" fmla="*/ 91460 w 1264383"/>
              <a:gd name="connsiteY7" fmla="*/ 0 h 1847088"/>
              <a:gd name="connsiteX0" fmla="*/ 91460 w 1264383"/>
              <a:gd name="connsiteY0" fmla="*/ 0 h 1847088"/>
              <a:gd name="connsiteX1" fmla="*/ 1264383 w 1264383"/>
              <a:gd name="connsiteY1" fmla="*/ 0 h 1847088"/>
              <a:gd name="connsiteX2" fmla="*/ 1264383 w 1264383"/>
              <a:gd name="connsiteY2" fmla="*/ 1847088 h 1847088"/>
              <a:gd name="connsiteX3" fmla="*/ 91460 w 1264383"/>
              <a:gd name="connsiteY3" fmla="*/ 1847088 h 1847088"/>
              <a:gd name="connsiteX4" fmla="*/ 70021 w 1264383"/>
              <a:gd name="connsiteY4" fmla="*/ 1292999 h 1847088"/>
              <a:gd name="connsiteX5" fmla="*/ 323386 w 1264383"/>
              <a:gd name="connsiteY5" fmla="*/ 1289189 h 1847088"/>
              <a:gd name="connsiteX6" fmla="*/ 327196 w 1264383"/>
              <a:gd name="connsiteY6" fmla="*/ 572909 h 1847088"/>
              <a:gd name="connsiteX7" fmla="*/ 90976 w 1264383"/>
              <a:gd name="connsiteY7" fmla="*/ 574814 h 1847088"/>
              <a:gd name="connsiteX8" fmla="*/ 91460 w 1264383"/>
              <a:gd name="connsiteY8" fmla="*/ 0 h 1847088"/>
              <a:gd name="connsiteX0" fmla="*/ 91460 w 1264383"/>
              <a:gd name="connsiteY0" fmla="*/ 0 h 1847088"/>
              <a:gd name="connsiteX1" fmla="*/ 1264383 w 1264383"/>
              <a:gd name="connsiteY1" fmla="*/ 0 h 1847088"/>
              <a:gd name="connsiteX2" fmla="*/ 1264383 w 1264383"/>
              <a:gd name="connsiteY2" fmla="*/ 1847088 h 1847088"/>
              <a:gd name="connsiteX3" fmla="*/ 91460 w 1264383"/>
              <a:gd name="connsiteY3" fmla="*/ 1847088 h 1847088"/>
              <a:gd name="connsiteX4" fmla="*/ 70021 w 1264383"/>
              <a:gd name="connsiteY4" fmla="*/ 1292999 h 1847088"/>
              <a:gd name="connsiteX5" fmla="*/ 323386 w 1264383"/>
              <a:gd name="connsiteY5" fmla="*/ 1289189 h 1847088"/>
              <a:gd name="connsiteX6" fmla="*/ 327196 w 1264383"/>
              <a:gd name="connsiteY6" fmla="*/ 572909 h 1847088"/>
              <a:gd name="connsiteX7" fmla="*/ 90976 w 1264383"/>
              <a:gd name="connsiteY7" fmla="*/ 574814 h 1847088"/>
              <a:gd name="connsiteX8" fmla="*/ 91460 w 1264383"/>
              <a:gd name="connsiteY8" fmla="*/ 0 h 1847088"/>
              <a:gd name="connsiteX0" fmla="*/ 91460 w 1264383"/>
              <a:gd name="connsiteY0" fmla="*/ 0 h 1847088"/>
              <a:gd name="connsiteX1" fmla="*/ 1264383 w 1264383"/>
              <a:gd name="connsiteY1" fmla="*/ 0 h 1847088"/>
              <a:gd name="connsiteX2" fmla="*/ 1264383 w 1264383"/>
              <a:gd name="connsiteY2" fmla="*/ 1847088 h 1847088"/>
              <a:gd name="connsiteX3" fmla="*/ 91460 w 1264383"/>
              <a:gd name="connsiteY3" fmla="*/ 1847088 h 1847088"/>
              <a:gd name="connsiteX4" fmla="*/ 70021 w 1264383"/>
              <a:gd name="connsiteY4" fmla="*/ 1292999 h 1847088"/>
              <a:gd name="connsiteX5" fmla="*/ 323386 w 1264383"/>
              <a:gd name="connsiteY5" fmla="*/ 1289189 h 1847088"/>
              <a:gd name="connsiteX6" fmla="*/ 327196 w 1264383"/>
              <a:gd name="connsiteY6" fmla="*/ 572909 h 1847088"/>
              <a:gd name="connsiteX7" fmla="*/ 90976 w 1264383"/>
              <a:gd name="connsiteY7" fmla="*/ 574814 h 1847088"/>
              <a:gd name="connsiteX8" fmla="*/ 91460 w 1264383"/>
              <a:gd name="connsiteY8" fmla="*/ 0 h 1847088"/>
              <a:gd name="connsiteX0" fmla="*/ 91460 w 1264383"/>
              <a:gd name="connsiteY0" fmla="*/ 0 h 1847088"/>
              <a:gd name="connsiteX1" fmla="*/ 1264383 w 1264383"/>
              <a:gd name="connsiteY1" fmla="*/ 0 h 1847088"/>
              <a:gd name="connsiteX2" fmla="*/ 1264383 w 1264383"/>
              <a:gd name="connsiteY2" fmla="*/ 1847088 h 1847088"/>
              <a:gd name="connsiteX3" fmla="*/ 91460 w 1264383"/>
              <a:gd name="connsiteY3" fmla="*/ 1847088 h 1847088"/>
              <a:gd name="connsiteX4" fmla="*/ 70021 w 1264383"/>
              <a:gd name="connsiteY4" fmla="*/ 1292999 h 1847088"/>
              <a:gd name="connsiteX5" fmla="*/ 323386 w 1264383"/>
              <a:gd name="connsiteY5" fmla="*/ 1289189 h 1847088"/>
              <a:gd name="connsiteX6" fmla="*/ 327196 w 1264383"/>
              <a:gd name="connsiteY6" fmla="*/ 572909 h 1847088"/>
              <a:gd name="connsiteX7" fmla="*/ 90976 w 1264383"/>
              <a:gd name="connsiteY7" fmla="*/ 574814 h 1847088"/>
              <a:gd name="connsiteX8" fmla="*/ 91460 w 1264383"/>
              <a:gd name="connsiteY8" fmla="*/ 0 h 1847088"/>
              <a:gd name="connsiteX0" fmla="*/ 91460 w 1264383"/>
              <a:gd name="connsiteY0" fmla="*/ 0 h 1847088"/>
              <a:gd name="connsiteX1" fmla="*/ 1264383 w 1264383"/>
              <a:gd name="connsiteY1" fmla="*/ 0 h 1847088"/>
              <a:gd name="connsiteX2" fmla="*/ 1264383 w 1264383"/>
              <a:gd name="connsiteY2" fmla="*/ 1847088 h 1847088"/>
              <a:gd name="connsiteX3" fmla="*/ 91460 w 1264383"/>
              <a:gd name="connsiteY3" fmla="*/ 1847088 h 1847088"/>
              <a:gd name="connsiteX4" fmla="*/ 70021 w 1264383"/>
              <a:gd name="connsiteY4" fmla="*/ 1292999 h 1847088"/>
              <a:gd name="connsiteX5" fmla="*/ 323386 w 1264383"/>
              <a:gd name="connsiteY5" fmla="*/ 1289189 h 1847088"/>
              <a:gd name="connsiteX6" fmla="*/ 327196 w 1264383"/>
              <a:gd name="connsiteY6" fmla="*/ 572909 h 1847088"/>
              <a:gd name="connsiteX7" fmla="*/ 90976 w 1264383"/>
              <a:gd name="connsiteY7" fmla="*/ 574814 h 1847088"/>
              <a:gd name="connsiteX8" fmla="*/ 91460 w 1264383"/>
              <a:gd name="connsiteY8" fmla="*/ 0 h 1847088"/>
              <a:gd name="connsiteX0" fmla="*/ 21484 w 1194407"/>
              <a:gd name="connsiteY0" fmla="*/ 0 h 1847088"/>
              <a:gd name="connsiteX1" fmla="*/ 1194407 w 1194407"/>
              <a:gd name="connsiteY1" fmla="*/ 0 h 1847088"/>
              <a:gd name="connsiteX2" fmla="*/ 1194407 w 1194407"/>
              <a:gd name="connsiteY2" fmla="*/ 1847088 h 1847088"/>
              <a:gd name="connsiteX3" fmla="*/ 21484 w 1194407"/>
              <a:gd name="connsiteY3" fmla="*/ 1847088 h 1847088"/>
              <a:gd name="connsiteX4" fmla="*/ 45 w 1194407"/>
              <a:gd name="connsiteY4" fmla="*/ 1292999 h 1847088"/>
              <a:gd name="connsiteX5" fmla="*/ 253410 w 1194407"/>
              <a:gd name="connsiteY5" fmla="*/ 1289189 h 1847088"/>
              <a:gd name="connsiteX6" fmla="*/ 257220 w 1194407"/>
              <a:gd name="connsiteY6" fmla="*/ 572909 h 1847088"/>
              <a:gd name="connsiteX7" fmla="*/ 21000 w 1194407"/>
              <a:gd name="connsiteY7" fmla="*/ 574814 h 1847088"/>
              <a:gd name="connsiteX8" fmla="*/ 21484 w 1194407"/>
              <a:gd name="connsiteY8" fmla="*/ 0 h 1847088"/>
              <a:gd name="connsiteX0" fmla="*/ 2602 w 1175525"/>
              <a:gd name="connsiteY0" fmla="*/ 0 h 1847088"/>
              <a:gd name="connsiteX1" fmla="*/ 1175525 w 1175525"/>
              <a:gd name="connsiteY1" fmla="*/ 0 h 1847088"/>
              <a:gd name="connsiteX2" fmla="*/ 1175525 w 1175525"/>
              <a:gd name="connsiteY2" fmla="*/ 1847088 h 1847088"/>
              <a:gd name="connsiteX3" fmla="*/ 2602 w 1175525"/>
              <a:gd name="connsiteY3" fmla="*/ 1847088 h 1847088"/>
              <a:gd name="connsiteX4" fmla="*/ 213 w 1175525"/>
              <a:gd name="connsiteY4" fmla="*/ 1292999 h 1847088"/>
              <a:gd name="connsiteX5" fmla="*/ 234528 w 1175525"/>
              <a:gd name="connsiteY5" fmla="*/ 1289189 h 1847088"/>
              <a:gd name="connsiteX6" fmla="*/ 238338 w 1175525"/>
              <a:gd name="connsiteY6" fmla="*/ 572909 h 1847088"/>
              <a:gd name="connsiteX7" fmla="*/ 2118 w 1175525"/>
              <a:gd name="connsiteY7" fmla="*/ 574814 h 1847088"/>
              <a:gd name="connsiteX8" fmla="*/ 2602 w 1175525"/>
              <a:gd name="connsiteY8" fmla="*/ 0 h 1847088"/>
              <a:gd name="connsiteX0" fmla="*/ 2602 w 1175525"/>
              <a:gd name="connsiteY0" fmla="*/ 0 h 1847088"/>
              <a:gd name="connsiteX1" fmla="*/ 1175525 w 1175525"/>
              <a:gd name="connsiteY1" fmla="*/ 0 h 1847088"/>
              <a:gd name="connsiteX2" fmla="*/ 1175525 w 1175525"/>
              <a:gd name="connsiteY2" fmla="*/ 1847088 h 1847088"/>
              <a:gd name="connsiteX3" fmla="*/ 2602 w 1175525"/>
              <a:gd name="connsiteY3" fmla="*/ 1847088 h 1847088"/>
              <a:gd name="connsiteX4" fmla="*/ 213 w 1175525"/>
              <a:gd name="connsiteY4" fmla="*/ 1292999 h 1847088"/>
              <a:gd name="connsiteX5" fmla="*/ 236433 w 1175525"/>
              <a:gd name="connsiteY5" fmla="*/ 1289189 h 1847088"/>
              <a:gd name="connsiteX6" fmla="*/ 238338 w 1175525"/>
              <a:gd name="connsiteY6" fmla="*/ 572909 h 1847088"/>
              <a:gd name="connsiteX7" fmla="*/ 2118 w 1175525"/>
              <a:gd name="connsiteY7" fmla="*/ 574814 h 1847088"/>
              <a:gd name="connsiteX8" fmla="*/ 2602 w 1175525"/>
              <a:gd name="connsiteY8" fmla="*/ 0 h 1847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75525" h="1847088">
                <a:moveTo>
                  <a:pt x="2602" y="0"/>
                </a:moveTo>
                <a:lnTo>
                  <a:pt x="1175525" y="0"/>
                </a:lnTo>
                <a:lnTo>
                  <a:pt x="1175525" y="1847088"/>
                </a:lnTo>
                <a:lnTo>
                  <a:pt x="2602" y="1847088"/>
                </a:lnTo>
                <a:cubicBezTo>
                  <a:pt x="3249" y="1657585"/>
                  <a:pt x="-976" y="1575847"/>
                  <a:pt x="213" y="1292999"/>
                </a:cubicBezTo>
                <a:cubicBezTo>
                  <a:pt x="102050" y="1290186"/>
                  <a:pt x="174521" y="1291094"/>
                  <a:pt x="236433" y="1289189"/>
                </a:cubicBezTo>
                <a:cubicBezTo>
                  <a:pt x="239291" y="1026299"/>
                  <a:pt x="237386" y="749757"/>
                  <a:pt x="238338" y="572909"/>
                </a:cubicBezTo>
                <a:cubicBezTo>
                  <a:pt x="116337" y="572318"/>
                  <a:pt x="89667" y="575684"/>
                  <a:pt x="2118" y="574814"/>
                </a:cubicBezTo>
                <a:cubicBezTo>
                  <a:pt x="2279" y="383209"/>
                  <a:pt x="2441" y="191605"/>
                  <a:pt x="2602" y="0"/>
                </a:cubicBezTo>
                <a:close/>
              </a:path>
            </a:pathLst>
          </a:custGeom>
          <a:ln>
            <a:noFill/>
          </a:ln>
        </p:spPr>
        <p:txBody>
          <a:bodyPr anchor="ctr">
            <a:normAutofit/>
          </a:bodyPr>
          <a:lstStyle>
            <a:lvl1pPr marL="0" indent="0" algn="ctr">
              <a:buNone/>
              <a:defRPr sz="1600"/>
            </a:lvl1pPr>
          </a:lstStyle>
          <a:p>
            <a:r>
              <a:rPr lang="en-US"/>
              <a:t>Click icon to add picture</a:t>
            </a:r>
            <a:endParaRPr lang="en-US" dirty="0"/>
          </a:p>
        </p:txBody>
      </p:sp>
      <p:sp>
        <p:nvSpPr>
          <p:cNvPr id="14" name="Text Placeholder 6">
            <a:extLst>
              <a:ext uri="{FF2B5EF4-FFF2-40B4-BE49-F238E27FC236}">
                <a16:creationId xmlns:a16="http://schemas.microsoft.com/office/drawing/2014/main" id="{FD4D7B7F-47B6-90A3-0C50-BFF900083477}"/>
              </a:ext>
            </a:extLst>
          </p:cNvPr>
          <p:cNvSpPr>
            <a:spLocks noGrp="1"/>
          </p:cNvSpPr>
          <p:nvPr>
            <p:ph type="body" sz="quarter" idx="15" hasCustomPrompt="1"/>
          </p:nvPr>
        </p:nvSpPr>
        <p:spPr>
          <a:xfrm>
            <a:off x="6990865" y="5029928"/>
            <a:ext cx="504653" cy="718427"/>
          </a:xfrm>
          <a:solidFill>
            <a:schemeClr val="accent6">
              <a:lumMod val="20000"/>
              <a:lumOff val="80000"/>
            </a:schemeClr>
          </a:solidFill>
        </p:spPr>
        <p:txBody>
          <a:bodyPr lIns="0" tIns="0" rIns="0" bIns="0" anchor="ctr">
            <a:noAutofit/>
          </a:bodyPr>
          <a:lstStyle>
            <a:lvl1pPr marL="0" indent="0" algn="ctr">
              <a:lnSpc>
                <a:spcPct val="75000"/>
              </a:lnSpc>
              <a:spcBef>
                <a:spcPts val="0"/>
              </a:spcBef>
              <a:buNone/>
              <a:defRPr sz="2800" b="0" spc="0" baseline="0">
                <a:solidFill>
                  <a:schemeClr val="accent4"/>
                </a:solidFill>
                <a:latin typeface="+mj-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0000</a:t>
            </a:r>
          </a:p>
        </p:txBody>
      </p:sp>
      <p:sp>
        <p:nvSpPr>
          <p:cNvPr id="24" name="Picture Placeholder 33">
            <a:extLst>
              <a:ext uri="{FF2B5EF4-FFF2-40B4-BE49-F238E27FC236}">
                <a16:creationId xmlns:a16="http://schemas.microsoft.com/office/drawing/2014/main" id="{C4A8C7FA-CD1F-E69D-BBCB-ECD5238CF66E}"/>
              </a:ext>
            </a:extLst>
          </p:cNvPr>
          <p:cNvSpPr>
            <a:spLocks noGrp="1"/>
          </p:cNvSpPr>
          <p:nvPr>
            <p:ph type="pic" sz="quarter" idx="42"/>
          </p:nvPr>
        </p:nvSpPr>
        <p:spPr>
          <a:xfrm>
            <a:off x="7263754" y="4449228"/>
            <a:ext cx="1175525" cy="1847088"/>
          </a:xfrm>
          <a:custGeom>
            <a:avLst/>
            <a:gdLst>
              <a:gd name="connsiteX0" fmla="*/ 0 w 1172923"/>
              <a:gd name="connsiteY0" fmla="*/ 0 h 1847088"/>
              <a:gd name="connsiteX1" fmla="*/ 1172923 w 1172923"/>
              <a:gd name="connsiteY1" fmla="*/ 0 h 1847088"/>
              <a:gd name="connsiteX2" fmla="*/ 1172923 w 1172923"/>
              <a:gd name="connsiteY2" fmla="*/ 1847088 h 1847088"/>
              <a:gd name="connsiteX3" fmla="*/ 0 w 1172923"/>
              <a:gd name="connsiteY3" fmla="*/ 1847088 h 1847088"/>
              <a:gd name="connsiteX4" fmla="*/ 0 w 1172923"/>
              <a:gd name="connsiteY4" fmla="*/ 0 h 1847088"/>
              <a:gd name="connsiteX0" fmla="*/ 484 w 1173407"/>
              <a:gd name="connsiteY0" fmla="*/ 0 h 1847088"/>
              <a:gd name="connsiteX1" fmla="*/ 1173407 w 1173407"/>
              <a:gd name="connsiteY1" fmla="*/ 0 h 1847088"/>
              <a:gd name="connsiteX2" fmla="*/ 1173407 w 1173407"/>
              <a:gd name="connsiteY2" fmla="*/ 1847088 h 1847088"/>
              <a:gd name="connsiteX3" fmla="*/ 484 w 1173407"/>
              <a:gd name="connsiteY3" fmla="*/ 1847088 h 1847088"/>
              <a:gd name="connsiteX4" fmla="*/ 0 w 1173407"/>
              <a:gd name="connsiteY4" fmla="*/ 574814 h 1847088"/>
              <a:gd name="connsiteX5" fmla="*/ 484 w 1173407"/>
              <a:gd name="connsiteY5" fmla="*/ 0 h 1847088"/>
              <a:gd name="connsiteX0" fmla="*/ 50869 w 1223792"/>
              <a:gd name="connsiteY0" fmla="*/ 0 h 1847088"/>
              <a:gd name="connsiteX1" fmla="*/ 1223792 w 1223792"/>
              <a:gd name="connsiteY1" fmla="*/ 0 h 1847088"/>
              <a:gd name="connsiteX2" fmla="*/ 1223792 w 1223792"/>
              <a:gd name="connsiteY2" fmla="*/ 1847088 h 1847088"/>
              <a:gd name="connsiteX3" fmla="*/ 50869 w 1223792"/>
              <a:gd name="connsiteY3" fmla="*/ 1847088 h 1847088"/>
              <a:gd name="connsiteX4" fmla="*/ 286605 w 1223792"/>
              <a:gd name="connsiteY4" fmla="*/ 572909 h 1847088"/>
              <a:gd name="connsiteX5" fmla="*/ 50385 w 1223792"/>
              <a:gd name="connsiteY5" fmla="*/ 574814 h 1847088"/>
              <a:gd name="connsiteX6" fmla="*/ 50869 w 1223792"/>
              <a:gd name="connsiteY6" fmla="*/ 0 h 1847088"/>
              <a:gd name="connsiteX0" fmla="*/ 50869 w 1223792"/>
              <a:gd name="connsiteY0" fmla="*/ 0 h 1847088"/>
              <a:gd name="connsiteX1" fmla="*/ 1223792 w 1223792"/>
              <a:gd name="connsiteY1" fmla="*/ 0 h 1847088"/>
              <a:gd name="connsiteX2" fmla="*/ 1223792 w 1223792"/>
              <a:gd name="connsiteY2" fmla="*/ 1847088 h 1847088"/>
              <a:gd name="connsiteX3" fmla="*/ 50869 w 1223792"/>
              <a:gd name="connsiteY3" fmla="*/ 1847088 h 1847088"/>
              <a:gd name="connsiteX4" fmla="*/ 286605 w 1223792"/>
              <a:gd name="connsiteY4" fmla="*/ 572909 h 1847088"/>
              <a:gd name="connsiteX5" fmla="*/ 50385 w 1223792"/>
              <a:gd name="connsiteY5" fmla="*/ 574814 h 1847088"/>
              <a:gd name="connsiteX6" fmla="*/ 50869 w 1223792"/>
              <a:gd name="connsiteY6" fmla="*/ 0 h 1847088"/>
              <a:gd name="connsiteX0" fmla="*/ 50869 w 1223792"/>
              <a:gd name="connsiteY0" fmla="*/ 0 h 1847088"/>
              <a:gd name="connsiteX1" fmla="*/ 1223792 w 1223792"/>
              <a:gd name="connsiteY1" fmla="*/ 0 h 1847088"/>
              <a:gd name="connsiteX2" fmla="*/ 1223792 w 1223792"/>
              <a:gd name="connsiteY2" fmla="*/ 1847088 h 1847088"/>
              <a:gd name="connsiteX3" fmla="*/ 50869 w 1223792"/>
              <a:gd name="connsiteY3" fmla="*/ 1847088 h 1847088"/>
              <a:gd name="connsiteX4" fmla="*/ 286605 w 1223792"/>
              <a:gd name="connsiteY4" fmla="*/ 572909 h 1847088"/>
              <a:gd name="connsiteX5" fmla="*/ 50385 w 1223792"/>
              <a:gd name="connsiteY5" fmla="*/ 574814 h 1847088"/>
              <a:gd name="connsiteX6" fmla="*/ 50869 w 1223792"/>
              <a:gd name="connsiteY6" fmla="*/ 0 h 1847088"/>
              <a:gd name="connsiteX0" fmla="*/ 101701 w 1274624"/>
              <a:gd name="connsiteY0" fmla="*/ 0 h 1847088"/>
              <a:gd name="connsiteX1" fmla="*/ 1274624 w 1274624"/>
              <a:gd name="connsiteY1" fmla="*/ 0 h 1847088"/>
              <a:gd name="connsiteX2" fmla="*/ 1274624 w 1274624"/>
              <a:gd name="connsiteY2" fmla="*/ 1847088 h 1847088"/>
              <a:gd name="connsiteX3" fmla="*/ 101701 w 1274624"/>
              <a:gd name="connsiteY3" fmla="*/ 1847088 h 1847088"/>
              <a:gd name="connsiteX4" fmla="*/ 80262 w 1274624"/>
              <a:gd name="connsiteY4" fmla="*/ 1292999 h 1847088"/>
              <a:gd name="connsiteX5" fmla="*/ 337437 w 1274624"/>
              <a:gd name="connsiteY5" fmla="*/ 572909 h 1847088"/>
              <a:gd name="connsiteX6" fmla="*/ 101217 w 1274624"/>
              <a:gd name="connsiteY6" fmla="*/ 574814 h 1847088"/>
              <a:gd name="connsiteX7" fmla="*/ 101701 w 1274624"/>
              <a:gd name="connsiteY7" fmla="*/ 0 h 1847088"/>
              <a:gd name="connsiteX0" fmla="*/ 91460 w 1264383"/>
              <a:gd name="connsiteY0" fmla="*/ 0 h 1847088"/>
              <a:gd name="connsiteX1" fmla="*/ 1264383 w 1264383"/>
              <a:gd name="connsiteY1" fmla="*/ 0 h 1847088"/>
              <a:gd name="connsiteX2" fmla="*/ 1264383 w 1264383"/>
              <a:gd name="connsiteY2" fmla="*/ 1847088 h 1847088"/>
              <a:gd name="connsiteX3" fmla="*/ 91460 w 1264383"/>
              <a:gd name="connsiteY3" fmla="*/ 1847088 h 1847088"/>
              <a:gd name="connsiteX4" fmla="*/ 70021 w 1264383"/>
              <a:gd name="connsiteY4" fmla="*/ 1292999 h 1847088"/>
              <a:gd name="connsiteX5" fmla="*/ 327196 w 1264383"/>
              <a:gd name="connsiteY5" fmla="*/ 572909 h 1847088"/>
              <a:gd name="connsiteX6" fmla="*/ 90976 w 1264383"/>
              <a:gd name="connsiteY6" fmla="*/ 574814 h 1847088"/>
              <a:gd name="connsiteX7" fmla="*/ 91460 w 1264383"/>
              <a:gd name="connsiteY7" fmla="*/ 0 h 1847088"/>
              <a:gd name="connsiteX0" fmla="*/ 91460 w 1264383"/>
              <a:gd name="connsiteY0" fmla="*/ 0 h 1847088"/>
              <a:gd name="connsiteX1" fmla="*/ 1264383 w 1264383"/>
              <a:gd name="connsiteY1" fmla="*/ 0 h 1847088"/>
              <a:gd name="connsiteX2" fmla="*/ 1264383 w 1264383"/>
              <a:gd name="connsiteY2" fmla="*/ 1847088 h 1847088"/>
              <a:gd name="connsiteX3" fmla="*/ 91460 w 1264383"/>
              <a:gd name="connsiteY3" fmla="*/ 1847088 h 1847088"/>
              <a:gd name="connsiteX4" fmla="*/ 70021 w 1264383"/>
              <a:gd name="connsiteY4" fmla="*/ 1292999 h 1847088"/>
              <a:gd name="connsiteX5" fmla="*/ 327196 w 1264383"/>
              <a:gd name="connsiteY5" fmla="*/ 572909 h 1847088"/>
              <a:gd name="connsiteX6" fmla="*/ 90976 w 1264383"/>
              <a:gd name="connsiteY6" fmla="*/ 574814 h 1847088"/>
              <a:gd name="connsiteX7" fmla="*/ 91460 w 1264383"/>
              <a:gd name="connsiteY7" fmla="*/ 0 h 1847088"/>
              <a:gd name="connsiteX0" fmla="*/ 91460 w 1264383"/>
              <a:gd name="connsiteY0" fmla="*/ 0 h 1847088"/>
              <a:gd name="connsiteX1" fmla="*/ 1264383 w 1264383"/>
              <a:gd name="connsiteY1" fmla="*/ 0 h 1847088"/>
              <a:gd name="connsiteX2" fmla="*/ 1264383 w 1264383"/>
              <a:gd name="connsiteY2" fmla="*/ 1847088 h 1847088"/>
              <a:gd name="connsiteX3" fmla="*/ 91460 w 1264383"/>
              <a:gd name="connsiteY3" fmla="*/ 1847088 h 1847088"/>
              <a:gd name="connsiteX4" fmla="*/ 70021 w 1264383"/>
              <a:gd name="connsiteY4" fmla="*/ 1292999 h 1847088"/>
              <a:gd name="connsiteX5" fmla="*/ 323386 w 1264383"/>
              <a:gd name="connsiteY5" fmla="*/ 1289189 h 1847088"/>
              <a:gd name="connsiteX6" fmla="*/ 327196 w 1264383"/>
              <a:gd name="connsiteY6" fmla="*/ 572909 h 1847088"/>
              <a:gd name="connsiteX7" fmla="*/ 90976 w 1264383"/>
              <a:gd name="connsiteY7" fmla="*/ 574814 h 1847088"/>
              <a:gd name="connsiteX8" fmla="*/ 91460 w 1264383"/>
              <a:gd name="connsiteY8" fmla="*/ 0 h 1847088"/>
              <a:gd name="connsiteX0" fmla="*/ 91460 w 1264383"/>
              <a:gd name="connsiteY0" fmla="*/ 0 h 1847088"/>
              <a:gd name="connsiteX1" fmla="*/ 1264383 w 1264383"/>
              <a:gd name="connsiteY1" fmla="*/ 0 h 1847088"/>
              <a:gd name="connsiteX2" fmla="*/ 1264383 w 1264383"/>
              <a:gd name="connsiteY2" fmla="*/ 1847088 h 1847088"/>
              <a:gd name="connsiteX3" fmla="*/ 91460 w 1264383"/>
              <a:gd name="connsiteY3" fmla="*/ 1847088 h 1847088"/>
              <a:gd name="connsiteX4" fmla="*/ 70021 w 1264383"/>
              <a:gd name="connsiteY4" fmla="*/ 1292999 h 1847088"/>
              <a:gd name="connsiteX5" fmla="*/ 323386 w 1264383"/>
              <a:gd name="connsiteY5" fmla="*/ 1289189 h 1847088"/>
              <a:gd name="connsiteX6" fmla="*/ 327196 w 1264383"/>
              <a:gd name="connsiteY6" fmla="*/ 572909 h 1847088"/>
              <a:gd name="connsiteX7" fmla="*/ 90976 w 1264383"/>
              <a:gd name="connsiteY7" fmla="*/ 574814 h 1847088"/>
              <a:gd name="connsiteX8" fmla="*/ 91460 w 1264383"/>
              <a:gd name="connsiteY8" fmla="*/ 0 h 1847088"/>
              <a:gd name="connsiteX0" fmla="*/ 91460 w 1264383"/>
              <a:gd name="connsiteY0" fmla="*/ 0 h 1847088"/>
              <a:gd name="connsiteX1" fmla="*/ 1264383 w 1264383"/>
              <a:gd name="connsiteY1" fmla="*/ 0 h 1847088"/>
              <a:gd name="connsiteX2" fmla="*/ 1264383 w 1264383"/>
              <a:gd name="connsiteY2" fmla="*/ 1847088 h 1847088"/>
              <a:gd name="connsiteX3" fmla="*/ 91460 w 1264383"/>
              <a:gd name="connsiteY3" fmla="*/ 1847088 h 1847088"/>
              <a:gd name="connsiteX4" fmla="*/ 70021 w 1264383"/>
              <a:gd name="connsiteY4" fmla="*/ 1292999 h 1847088"/>
              <a:gd name="connsiteX5" fmla="*/ 323386 w 1264383"/>
              <a:gd name="connsiteY5" fmla="*/ 1289189 h 1847088"/>
              <a:gd name="connsiteX6" fmla="*/ 327196 w 1264383"/>
              <a:gd name="connsiteY6" fmla="*/ 572909 h 1847088"/>
              <a:gd name="connsiteX7" fmla="*/ 90976 w 1264383"/>
              <a:gd name="connsiteY7" fmla="*/ 574814 h 1847088"/>
              <a:gd name="connsiteX8" fmla="*/ 91460 w 1264383"/>
              <a:gd name="connsiteY8" fmla="*/ 0 h 1847088"/>
              <a:gd name="connsiteX0" fmla="*/ 91460 w 1264383"/>
              <a:gd name="connsiteY0" fmla="*/ 0 h 1847088"/>
              <a:gd name="connsiteX1" fmla="*/ 1264383 w 1264383"/>
              <a:gd name="connsiteY1" fmla="*/ 0 h 1847088"/>
              <a:gd name="connsiteX2" fmla="*/ 1264383 w 1264383"/>
              <a:gd name="connsiteY2" fmla="*/ 1847088 h 1847088"/>
              <a:gd name="connsiteX3" fmla="*/ 91460 w 1264383"/>
              <a:gd name="connsiteY3" fmla="*/ 1847088 h 1847088"/>
              <a:gd name="connsiteX4" fmla="*/ 70021 w 1264383"/>
              <a:gd name="connsiteY4" fmla="*/ 1292999 h 1847088"/>
              <a:gd name="connsiteX5" fmla="*/ 323386 w 1264383"/>
              <a:gd name="connsiteY5" fmla="*/ 1289189 h 1847088"/>
              <a:gd name="connsiteX6" fmla="*/ 327196 w 1264383"/>
              <a:gd name="connsiteY6" fmla="*/ 572909 h 1847088"/>
              <a:gd name="connsiteX7" fmla="*/ 90976 w 1264383"/>
              <a:gd name="connsiteY7" fmla="*/ 574814 h 1847088"/>
              <a:gd name="connsiteX8" fmla="*/ 91460 w 1264383"/>
              <a:gd name="connsiteY8" fmla="*/ 0 h 1847088"/>
              <a:gd name="connsiteX0" fmla="*/ 91460 w 1264383"/>
              <a:gd name="connsiteY0" fmla="*/ 0 h 1847088"/>
              <a:gd name="connsiteX1" fmla="*/ 1264383 w 1264383"/>
              <a:gd name="connsiteY1" fmla="*/ 0 h 1847088"/>
              <a:gd name="connsiteX2" fmla="*/ 1264383 w 1264383"/>
              <a:gd name="connsiteY2" fmla="*/ 1847088 h 1847088"/>
              <a:gd name="connsiteX3" fmla="*/ 91460 w 1264383"/>
              <a:gd name="connsiteY3" fmla="*/ 1847088 h 1847088"/>
              <a:gd name="connsiteX4" fmla="*/ 70021 w 1264383"/>
              <a:gd name="connsiteY4" fmla="*/ 1292999 h 1847088"/>
              <a:gd name="connsiteX5" fmla="*/ 323386 w 1264383"/>
              <a:gd name="connsiteY5" fmla="*/ 1289189 h 1847088"/>
              <a:gd name="connsiteX6" fmla="*/ 327196 w 1264383"/>
              <a:gd name="connsiteY6" fmla="*/ 572909 h 1847088"/>
              <a:gd name="connsiteX7" fmla="*/ 90976 w 1264383"/>
              <a:gd name="connsiteY7" fmla="*/ 574814 h 1847088"/>
              <a:gd name="connsiteX8" fmla="*/ 91460 w 1264383"/>
              <a:gd name="connsiteY8" fmla="*/ 0 h 1847088"/>
              <a:gd name="connsiteX0" fmla="*/ 21484 w 1194407"/>
              <a:gd name="connsiteY0" fmla="*/ 0 h 1847088"/>
              <a:gd name="connsiteX1" fmla="*/ 1194407 w 1194407"/>
              <a:gd name="connsiteY1" fmla="*/ 0 h 1847088"/>
              <a:gd name="connsiteX2" fmla="*/ 1194407 w 1194407"/>
              <a:gd name="connsiteY2" fmla="*/ 1847088 h 1847088"/>
              <a:gd name="connsiteX3" fmla="*/ 21484 w 1194407"/>
              <a:gd name="connsiteY3" fmla="*/ 1847088 h 1847088"/>
              <a:gd name="connsiteX4" fmla="*/ 45 w 1194407"/>
              <a:gd name="connsiteY4" fmla="*/ 1292999 h 1847088"/>
              <a:gd name="connsiteX5" fmla="*/ 253410 w 1194407"/>
              <a:gd name="connsiteY5" fmla="*/ 1289189 h 1847088"/>
              <a:gd name="connsiteX6" fmla="*/ 257220 w 1194407"/>
              <a:gd name="connsiteY6" fmla="*/ 572909 h 1847088"/>
              <a:gd name="connsiteX7" fmla="*/ 21000 w 1194407"/>
              <a:gd name="connsiteY7" fmla="*/ 574814 h 1847088"/>
              <a:gd name="connsiteX8" fmla="*/ 21484 w 1194407"/>
              <a:gd name="connsiteY8" fmla="*/ 0 h 1847088"/>
              <a:gd name="connsiteX0" fmla="*/ 2602 w 1175525"/>
              <a:gd name="connsiteY0" fmla="*/ 0 h 1847088"/>
              <a:gd name="connsiteX1" fmla="*/ 1175525 w 1175525"/>
              <a:gd name="connsiteY1" fmla="*/ 0 h 1847088"/>
              <a:gd name="connsiteX2" fmla="*/ 1175525 w 1175525"/>
              <a:gd name="connsiteY2" fmla="*/ 1847088 h 1847088"/>
              <a:gd name="connsiteX3" fmla="*/ 2602 w 1175525"/>
              <a:gd name="connsiteY3" fmla="*/ 1847088 h 1847088"/>
              <a:gd name="connsiteX4" fmla="*/ 213 w 1175525"/>
              <a:gd name="connsiteY4" fmla="*/ 1292999 h 1847088"/>
              <a:gd name="connsiteX5" fmla="*/ 234528 w 1175525"/>
              <a:gd name="connsiteY5" fmla="*/ 1289189 h 1847088"/>
              <a:gd name="connsiteX6" fmla="*/ 238338 w 1175525"/>
              <a:gd name="connsiteY6" fmla="*/ 572909 h 1847088"/>
              <a:gd name="connsiteX7" fmla="*/ 2118 w 1175525"/>
              <a:gd name="connsiteY7" fmla="*/ 574814 h 1847088"/>
              <a:gd name="connsiteX8" fmla="*/ 2602 w 1175525"/>
              <a:gd name="connsiteY8" fmla="*/ 0 h 1847088"/>
              <a:gd name="connsiteX0" fmla="*/ 2602 w 1175525"/>
              <a:gd name="connsiteY0" fmla="*/ 0 h 1847088"/>
              <a:gd name="connsiteX1" fmla="*/ 1175525 w 1175525"/>
              <a:gd name="connsiteY1" fmla="*/ 0 h 1847088"/>
              <a:gd name="connsiteX2" fmla="*/ 1175525 w 1175525"/>
              <a:gd name="connsiteY2" fmla="*/ 1847088 h 1847088"/>
              <a:gd name="connsiteX3" fmla="*/ 2602 w 1175525"/>
              <a:gd name="connsiteY3" fmla="*/ 1847088 h 1847088"/>
              <a:gd name="connsiteX4" fmla="*/ 213 w 1175525"/>
              <a:gd name="connsiteY4" fmla="*/ 1292999 h 1847088"/>
              <a:gd name="connsiteX5" fmla="*/ 236433 w 1175525"/>
              <a:gd name="connsiteY5" fmla="*/ 1289189 h 1847088"/>
              <a:gd name="connsiteX6" fmla="*/ 238338 w 1175525"/>
              <a:gd name="connsiteY6" fmla="*/ 572909 h 1847088"/>
              <a:gd name="connsiteX7" fmla="*/ 2118 w 1175525"/>
              <a:gd name="connsiteY7" fmla="*/ 574814 h 1847088"/>
              <a:gd name="connsiteX8" fmla="*/ 2602 w 1175525"/>
              <a:gd name="connsiteY8" fmla="*/ 0 h 1847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75525" h="1847088">
                <a:moveTo>
                  <a:pt x="2602" y="0"/>
                </a:moveTo>
                <a:lnTo>
                  <a:pt x="1175525" y="0"/>
                </a:lnTo>
                <a:lnTo>
                  <a:pt x="1175525" y="1847088"/>
                </a:lnTo>
                <a:lnTo>
                  <a:pt x="2602" y="1847088"/>
                </a:lnTo>
                <a:cubicBezTo>
                  <a:pt x="3249" y="1657585"/>
                  <a:pt x="-976" y="1575847"/>
                  <a:pt x="213" y="1292999"/>
                </a:cubicBezTo>
                <a:cubicBezTo>
                  <a:pt x="102050" y="1290186"/>
                  <a:pt x="174521" y="1291094"/>
                  <a:pt x="236433" y="1289189"/>
                </a:cubicBezTo>
                <a:cubicBezTo>
                  <a:pt x="239291" y="1026299"/>
                  <a:pt x="237386" y="749757"/>
                  <a:pt x="238338" y="572909"/>
                </a:cubicBezTo>
                <a:cubicBezTo>
                  <a:pt x="116337" y="572318"/>
                  <a:pt x="89667" y="575684"/>
                  <a:pt x="2118" y="574814"/>
                </a:cubicBezTo>
                <a:cubicBezTo>
                  <a:pt x="2279" y="383209"/>
                  <a:pt x="2441" y="191605"/>
                  <a:pt x="2602" y="0"/>
                </a:cubicBezTo>
                <a:close/>
              </a:path>
            </a:pathLst>
          </a:custGeom>
          <a:ln>
            <a:noFill/>
          </a:ln>
        </p:spPr>
        <p:txBody>
          <a:bodyPr anchor="ctr">
            <a:normAutofit/>
          </a:bodyPr>
          <a:lstStyle>
            <a:lvl1pPr marL="0" indent="0" algn="ctr">
              <a:buNone/>
              <a:defRPr sz="1600"/>
            </a:lvl1pPr>
          </a:lstStyle>
          <a:p>
            <a:r>
              <a:rPr lang="en-US"/>
              <a:t>Click icon to add picture</a:t>
            </a:r>
            <a:endParaRPr lang="en-US" dirty="0"/>
          </a:p>
        </p:txBody>
      </p:sp>
      <p:sp>
        <p:nvSpPr>
          <p:cNvPr id="15" name="Text Placeholder 6">
            <a:extLst>
              <a:ext uri="{FF2B5EF4-FFF2-40B4-BE49-F238E27FC236}">
                <a16:creationId xmlns:a16="http://schemas.microsoft.com/office/drawing/2014/main" id="{D8299739-6734-AC50-12FE-A0EDBE695861}"/>
              </a:ext>
            </a:extLst>
          </p:cNvPr>
          <p:cNvSpPr>
            <a:spLocks noGrp="1"/>
          </p:cNvSpPr>
          <p:nvPr>
            <p:ph type="body" sz="quarter" idx="16" hasCustomPrompt="1"/>
          </p:nvPr>
        </p:nvSpPr>
        <p:spPr>
          <a:xfrm>
            <a:off x="8612758" y="5581438"/>
            <a:ext cx="504653" cy="718427"/>
          </a:xfrm>
          <a:solidFill>
            <a:schemeClr val="accent6">
              <a:lumMod val="20000"/>
              <a:lumOff val="80000"/>
            </a:schemeClr>
          </a:solidFill>
        </p:spPr>
        <p:txBody>
          <a:bodyPr lIns="0" tIns="0" rIns="0" bIns="0" anchor="ctr">
            <a:noAutofit/>
          </a:bodyPr>
          <a:lstStyle>
            <a:lvl1pPr marL="0" indent="0" algn="ctr">
              <a:lnSpc>
                <a:spcPct val="75000"/>
              </a:lnSpc>
              <a:spcBef>
                <a:spcPts val="0"/>
              </a:spcBef>
              <a:buNone/>
              <a:defRPr sz="2800" b="0" spc="0" baseline="0">
                <a:solidFill>
                  <a:schemeClr val="accent4"/>
                </a:solidFill>
                <a:latin typeface="+mj-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0000</a:t>
            </a:r>
          </a:p>
        </p:txBody>
      </p:sp>
      <p:sp>
        <p:nvSpPr>
          <p:cNvPr id="25" name="Picture Placeholder 33">
            <a:extLst>
              <a:ext uri="{FF2B5EF4-FFF2-40B4-BE49-F238E27FC236}">
                <a16:creationId xmlns:a16="http://schemas.microsoft.com/office/drawing/2014/main" id="{C961B005-4AAE-A698-EEB7-4D65F5571C5D}"/>
              </a:ext>
            </a:extLst>
          </p:cNvPr>
          <p:cNvSpPr>
            <a:spLocks noGrp="1"/>
          </p:cNvSpPr>
          <p:nvPr>
            <p:ph type="pic" sz="quarter" idx="43"/>
          </p:nvPr>
        </p:nvSpPr>
        <p:spPr>
          <a:xfrm>
            <a:off x="8880908" y="5016242"/>
            <a:ext cx="1175525" cy="1847088"/>
          </a:xfrm>
          <a:custGeom>
            <a:avLst/>
            <a:gdLst>
              <a:gd name="connsiteX0" fmla="*/ 0 w 1172923"/>
              <a:gd name="connsiteY0" fmla="*/ 0 h 1847088"/>
              <a:gd name="connsiteX1" fmla="*/ 1172923 w 1172923"/>
              <a:gd name="connsiteY1" fmla="*/ 0 h 1847088"/>
              <a:gd name="connsiteX2" fmla="*/ 1172923 w 1172923"/>
              <a:gd name="connsiteY2" fmla="*/ 1847088 h 1847088"/>
              <a:gd name="connsiteX3" fmla="*/ 0 w 1172923"/>
              <a:gd name="connsiteY3" fmla="*/ 1847088 h 1847088"/>
              <a:gd name="connsiteX4" fmla="*/ 0 w 1172923"/>
              <a:gd name="connsiteY4" fmla="*/ 0 h 1847088"/>
              <a:gd name="connsiteX0" fmla="*/ 484 w 1173407"/>
              <a:gd name="connsiteY0" fmla="*/ 0 h 1847088"/>
              <a:gd name="connsiteX1" fmla="*/ 1173407 w 1173407"/>
              <a:gd name="connsiteY1" fmla="*/ 0 h 1847088"/>
              <a:gd name="connsiteX2" fmla="*/ 1173407 w 1173407"/>
              <a:gd name="connsiteY2" fmla="*/ 1847088 h 1847088"/>
              <a:gd name="connsiteX3" fmla="*/ 484 w 1173407"/>
              <a:gd name="connsiteY3" fmla="*/ 1847088 h 1847088"/>
              <a:gd name="connsiteX4" fmla="*/ 0 w 1173407"/>
              <a:gd name="connsiteY4" fmla="*/ 574814 h 1847088"/>
              <a:gd name="connsiteX5" fmla="*/ 484 w 1173407"/>
              <a:gd name="connsiteY5" fmla="*/ 0 h 1847088"/>
              <a:gd name="connsiteX0" fmla="*/ 50869 w 1223792"/>
              <a:gd name="connsiteY0" fmla="*/ 0 h 1847088"/>
              <a:gd name="connsiteX1" fmla="*/ 1223792 w 1223792"/>
              <a:gd name="connsiteY1" fmla="*/ 0 h 1847088"/>
              <a:gd name="connsiteX2" fmla="*/ 1223792 w 1223792"/>
              <a:gd name="connsiteY2" fmla="*/ 1847088 h 1847088"/>
              <a:gd name="connsiteX3" fmla="*/ 50869 w 1223792"/>
              <a:gd name="connsiteY3" fmla="*/ 1847088 h 1847088"/>
              <a:gd name="connsiteX4" fmla="*/ 286605 w 1223792"/>
              <a:gd name="connsiteY4" fmla="*/ 572909 h 1847088"/>
              <a:gd name="connsiteX5" fmla="*/ 50385 w 1223792"/>
              <a:gd name="connsiteY5" fmla="*/ 574814 h 1847088"/>
              <a:gd name="connsiteX6" fmla="*/ 50869 w 1223792"/>
              <a:gd name="connsiteY6" fmla="*/ 0 h 1847088"/>
              <a:gd name="connsiteX0" fmla="*/ 50869 w 1223792"/>
              <a:gd name="connsiteY0" fmla="*/ 0 h 1847088"/>
              <a:gd name="connsiteX1" fmla="*/ 1223792 w 1223792"/>
              <a:gd name="connsiteY1" fmla="*/ 0 h 1847088"/>
              <a:gd name="connsiteX2" fmla="*/ 1223792 w 1223792"/>
              <a:gd name="connsiteY2" fmla="*/ 1847088 h 1847088"/>
              <a:gd name="connsiteX3" fmla="*/ 50869 w 1223792"/>
              <a:gd name="connsiteY3" fmla="*/ 1847088 h 1847088"/>
              <a:gd name="connsiteX4" fmla="*/ 286605 w 1223792"/>
              <a:gd name="connsiteY4" fmla="*/ 572909 h 1847088"/>
              <a:gd name="connsiteX5" fmla="*/ 50385 w 1223792"/>
              <a:gd name="connsiteY5" fmla="*/ 574814 h 1847088"/>
              <a:gd name="connsiteX6" fmla="*/ 50869 w 1223792"/>
              <a:gd name="connsiteY6" fmla="*/ 0 h 1847088"/>
              <a:gd name="connsiteX0" fmla="*/ 50869 w 1223792"/>
              <a:gd name="connsiteY0" fmla="*/ 0 h 1847088"/>
              <a:gd name="connsiteX1" fmla="*/ 1223792 w 1223792"/>
              <a:gd name="connsiteY1" fmla="*/ 0 h 1847088"/>
              <a:gd name="connsiteX2" fmla="*/ 1223792 w 1223792"/>
              <a:gd name="connsiteY2" fmla="*/ 1847088 h 1847088"/>
              <a:gd name="connsiteX3" fmla="*/ 50869 w 1223792"/>
              <a:gd name="connsiteY3" fmla="*/ 1847088 h 1847088"/>
              <a:gd name="connsiteX4" fmla="*/ 286605 w 1223792"/>
              <a:gd name="connsiteY4" fmla="*/ 572909 h 1847088"/>
              <a:gd name="connsiteX5" fmla="*/ 50385 w 1223792"/>
              <a:gd name="connsiteY5" fmla="*/ 574814 h 1847088"/>
              <a:gd name="connsiteX6" fmla="*/ 50869 w 1223792"/>
              <a:gd name="connsiteY6" fmla="*/ 0 h 1847088"/>
              <a:gd name="connsiteX0" fmla="*/ 101701 w 1274624"/>
              <a:gd name="connsiteY0" fmla="*/ 0 h 1847088"/>
              <a:gd name="connsiteX1" fmla="*/ 1274624 w 1274624"/>
              <a:gd name="connsiteY1" fmla="*/ 0 h 1847088"/>
              <a:gd name="connsiteX2" fmla="*/ 1274624 w 1274624"/>
              <a:gd name="connsiteY2" fmla="*/ 1847088 h 1847088"/>
              <a:gd name="connsiteX3" fmla="*/ 101701 w 1274624"/>
              <a:gd name="connsiteY3" fmla="*/ 1847088 h 1847088"/>
              <a:gd name="connsiteX4" fmla="*/ 80262 w 1274624"/>
              <a:gd name="connsiteY4" fmla="*/ 1292999 h 1847088"/>
              <a:gd name="connsiteX5" fmla="*/ 337437 w 1274624"/>
              <a:gd name="connsiteY5" fmla="*/ 572909 h 1847088"/>
              <a:gd name="connsiteX6" fmla="*/ 101217 w 1274624"/>
              <a:gd name="connsiteY6" fmla="*/ 574814 h 1847088"/>
              <a:gd name="connsiteX7" fmla="*/ 101701 w 1274624"/>
              <a:gd name="connsiteY7" fmla="*/ 0 h 1847088"/>
              <a:gd name="connsiteX0" fmla="*/ 91460 w 1264383"/>
              <a:gd name="connsiteY0" fmla="*/ 0 h 1847088"/>
              <a:gd name="connsiteX1" fmla="*/ 1264383 w 1264383"/>
              <a:gd name="connsiteY1" fmla="*/ 0 h 1847088"/>
              <a:gd name="connsiteX2" fmla="*/ 1264383 w 1264383"/>
              <a:gd name="connsiteY2" fmla="*/ 1847088 h 1847088"/>
              <a:gd name="connsiteX3" fmla="*/ 91460 w 1264383"/>
              <a:gd name="connsiteY3" fmla="*/ 1847088 h 1847088"/>
              <a:gd name="connsiteX4" fmla="*/ 70021 w 1264383"/>
              <a:gd name="connsiteY4" fmla="*/ 1292999 h 1847088"/>
              <a:gd name="connsiteX5" fmla="*/ 327196 w 1264383"/>
              <a:gd name="connsiteY5" fmla="*/ 572909 h 1847088"/>
              <a:gd name="connsiteX6" fmla="*/ 90976 w 1264383"/>
              <a:gd name="connsiteY6" fmla="*/ 574814 h 1847088"/>
              <a:gd name="connsiteX7" fmla="*/ 91460 w 1264383"/>
              <a:gd name="connsiteY7" fmla="*/ 0 h 1847088"/>
              <a:gd name="connsiteX0" fmla="*/ 91460 w 1264383"/>
              <a:gd name="connsiteY0" fmla="*/ 0 h 1847088"/>
              <a:gd name="connsiteX1" fmla="*/ 1264383 w 1264383"/>
              <a:gd name="connsiteY1" fmla="*/ 0 h 1847088"/>
              <a:gd name="connsiteX2" fmla="*/ 1264383 w 1264383"/>
              <a:gd name="connsiteY2" fmla="*/ 1847088 h 1847088"/>
              <a:gd name="connsiteX3" fmla="*/ 91460 w 1264383"/>
              <a:gd name="connsiteY3" fmla="*/ 1847088 h 1847088"/>
              <a:gd name="connsiteX4" fmla="*/ 70021 w 1264383"/>
              <a:gd name="connsiteY4" fmla="*/ 1292999 h 1847088"/>
              <a:gd name="connsiteX5" fmla="*/ 327196 w 1264383"/>
              <a:gd name="connsiteY5" fmla="*/ 572909 h 1847088"/>
              <a:gd name="connsiteX6" fmla="*/ 90976 w 1264383"/>
              <a:gd name="connsiteY6" fmla="*/ 574814 h 1847088"/>
              <a:gd name="connsiteX7" fmla="*/ 91460 w 1264383"/>
              <a:gd name="connsiteY7" fmla="*/ 0 h 1847088"/>
              <a:gd name="connsiteX0" fmla="*/ 91460 w 1264383"/>
              <a:gd name="connsiteY0" fmla="*/ 0 h 1847088"/>
              <a:gd name="connsiteX1" fmla="*/ 1264383 w 1264383"/>
              <a:gd name="connsiteY1" fmla="*/ 0 h 1847088"/>
              <a:gd name="connsiteX2" fmla="*/ 1264383 w 1264383"/>
              <a:gd name="connsiteY2" fmla="*/ 1847088 h 1847088"/>
              <a:gd name="connsiteX3" fmla="*/ 91460 w 1264383"/>
              <a:gd name="connsiteY3" fmla="*/ 1847088 h 1847088"/>
              <a:gd name="connsiteX4" fmla="*/ 70021 w 1264383"/>
              <a:gd name="connsiteY4" fmla="*/ 1292999 h 1847088"/>
              <a:gd name="connsiteX5" fmla="*/ 323386 w 1264383"/>
              <a:gd name="connsiteY5" fmla="*/ 1289189 h 1847088"/>
              <a:gd name="connsiteX6" fmla="*/ 327196 w 1264383"/>
              <a:gd name="connsiteY6" fmla="*/ 572909 h 1847088"/>
              <a:gd name="connsiteX7" fmla="*/ 90976 w 1264383"/>
              <a:gd name="connsiteY7" fmla="*/ 574814 h 1847088"/>
              <a:gd name="connsiteX8" fmla="*/ 91460 w 1264383"/>
              <a:gd name="connsiteY8" fmla="*/ 0 h 1847088"/>
              <a:gd name="connsiteX0" fmla="*/ 91460 w 1264383"/>
              <a:gd name="connsiteY0" fmla="*/ 0 h 1847088"/>
              <a:gd name="connsiteX1" fmla="*/ 1264383 w 1264383"/>
              <a:gd name="connsiteY1" fmla="*/ 0 h 1847088"/>
              <a:gd name="connsiteX2" fmla="*/ 1264383 w 1264383"/>
              <a:gd name="connsiteY2" fmla="*/ 1847088 h 1847088"/>
              <a:gd name="connsiteX3" fmla="*/ 91460 w 1264383"/>
              <a:gd name="connsiteY3" fmla="*/ 1847088 h 1847088"/>
              <a:gd name="connsiteX4" fmla="*/ 70021 w 1264383"/>
              <a:gd name="connsiteY4" fmla="*/ 1292999 h 1847088"/>
              <a:gd name="connsiteX5" fmla="*/ 323386 w 1264383"/>
              <a:gd name="connsiteY5" fmla="*/ 1289189 h 1847088"/>
              <a:gd name="connsiteX6" fmla="*/ 327196 w 1264383"/>
              <a:gd name="connsiteY6" fmla="*/ 572909 h 1847088"/>
              <a:gd name="connsiteX7" fmla="*/ 90976 w 1264383"/>
              <a:gd name="connsiteY7" fmla="*/ 574814 h 1847088"/>
              <a:gd name="connsiteX8" fmla="*/ 91460 w 1264383"/>
              <a:gd name="connsiteY8" fmla="*/ 0 h 1847088"/>
              <a:gd name="connsiteX0" fmla="*/ 91460 w 1264383"/>
              <a:gd name="connsiteY0" fmla="*/ 0 h 1847088"/>
              <a:gd name="connsiteX1" fmla="*/ 1264383 w 1264383"/>
              <a:gd name="connsiteY1" fmla="*/ 0 h 1847088"/>
              <a:gd name="connsiteX2" fmla="*/ 1264383 w 1264383"/>
              <a:gd name="connsiteY2" fmla="*/ 1847088 h 1847088"/>
              <a:gd name="connsiteX3" fmla="*/ 91460 w 1264383"/>
              <a:gd name="connsiteY3" fmla="*/ 1847088 h 1847088"/>
              <a:gd name="connsiteX4" fmla="*/ 70021 w 1264383"/>
              <a:gd name="connsiteY4" fmla="*/ 1292999 h 1847088"/>
              <a:gd name="connsiteX5" fmla="*/ 323386 w 1264383"/>
              <a:gd name="connsiteY5" fmla="*/ 1289189 h 1847088"/>
              <a:gd name="connsiteX6" fmla="*/ 327196 w 1264383"/>
              <a:gd name="connsiteY6" fmla="*/ 572909 h 1847088"/>
              <a:gd name="connsiteX7" fmla="*/ 90976 w 1264383"/>
              <a:gd name="connsiteY7" fmla="*/ 574814 h 1847088"/>
              <a:gd name="connsiteX8" fmla="*/ 91460 w 1264383"/>
              <a:gd name="connsiteY8" fmla="*/ 0 h 1847088"/>
              <a:gd name="connsiteX0" fmla="*/ 91460 w 1264383"/>
              <a:gd name="connsiteY0" fmla="*/ 0 h 1847088"/>
              <a:gd name="connsiteX1" fmla="*/ 1264383 w 1264383"/>
              <a:gd name="connsiteY1" fmla="*/ 0 h 1847088"/>
              <a:gd name="connsiteX2" fmla="*/ 1264383 w 1264383"/>
              <a:gd name="connsiteY2" fmla="*/ 1847088 h 1847088"/>
              <a:gd name="connsiteX3" fmla="*/ 91460 w 1264383"/>
              <a:gd name="connsiteY3" fmla="*/ 1847088 h 1847088"/>
              <a:gd name="connsiteX4" fmla="*/ 70021 w 1264383"/>
              <a:gd name="connsiteY4" fmla="*/ 1292999 h 1847088"/>
              <a:gd name="connsiteX5" fmla="*/ 323386 w 1264383"/>
              <a:gd name="connsiteY5" fmla="*/ 1289189 h 1847088"/>
              <a:gd name="connsiteX6" fmla="*/ 327196 w 1264383"/>
              <a:gd name="connsiteY6" fmla="*/ 572909 h 1847088"/>
              <a:gd name="connsiteX7" fmla="*/ 90976 w 1264383"/>
              <a:gd name="connsiteY7" fmla="*/ 574814 h 1847088"/>
              <a:gd name="connsiteX8" fmla="*/ 91460 w 1264383"/>
              <a:gd name="connsiteY8" fmla="*/ 0 h 1847088"/>
              <a:gd name="connsiteX0" fmla="*/ 91460 w 1264383"/>
              <a:gd name="connsiteY0" fmla="*/ 0 h 1847088"/>
              <a:gd name="connsiteX1" fmla="*/ 1264383 w 1264383"/>
              <a:gd name="connsiteY1" fmla="*/ 0 h 1847088"/>
              <a:gd name="connsiteX2" fmla="*/ 1264383 w 1264383"/>
              <a:gd name="connsiteY2" fmla="*/ 1847088 h 1847088"/>
              <a:gd name="connsiteX3" fmla="*/ 91460 w 1264383"/>
              <a:gd name="connsiteY3" fmla="*/ 1847088 h 1847088"/>
              <a:gd name="connsiteX4" fmla="*/ 70021 w 1264383"/>
              <a:gd name="connsiteY4" fmla="*/ 1292999 h 1847088"/>
              <a:gd name="connsiteX5" fmla="*/ 323386 w 1264383"/>
              <a:gd name="connsiteY5" fmla="*/ 1289189 h 1847088"/>
              <a:gd name="connsiteX6" fmla="*/ 327196 w 1264383"/>
              <a:gd name="connsiteY6" fmla="*/ 572909 h 1847088"/>
              <a:gd name="connsiteX7" fmla="*/ 90976 w 1264383"/>
              <a:gd name="connsiteY7" fmla="*/ 574814 h 1847088"/>
              <a:gd name="connsiteX8" fmla="*/ 91460 w 1264383"/>
              <a:gd name="connsiteY8" fmla="*/ 0 h 1847088"/>
              <a:gd name="connsiteX0" fmla="*/ 21484 w 1194407"/>
              <a:gd name="connsiteY0" fmla="*/ 0 h 1847088"/>
              <a:gd name="connsiteX1" fmla="*/ 1194407 w 1194407"/>
              <a:gd name="connsiteY1" fmla="*/ 0 h 1847088"/>
              <a:gd name="connsiteX2" fmla="*/ 1194407 w 1194407"/>
              <a:gd name="connsiteY2" fmla="*/ 1847088 h 1847088"/>
              <a:gd name="connsiteX3" fmla="*/ 21484 w 1194407"/>
              <a:gd name="connsiteY3" fmla="*/ 1847088 h 1847088"/>
              <a:gd name="connsiteX4" fmla="*/ 45 w 1194407"/>
              <a:gd name="connsiteY4" fmla="*/ 1292999 h 1847088"/>
              <a:gd name="connsiteX5" fmla="*/ 253410 w 1194407"/>
              <a:gd name="connsiteY5" fmla="*/ 1289189 h 1847088"/>
              <a:gd name="connsiteX6" fmla="*/ 257220 w 1194407"/>
              <a:gd name="connsiteY6" fmla="*/ 572909 h 1847088"/>
              <a:gd name="connsiteX7" fmla="*/ 21000 w 1194407"/>
              <a:gd name="connsiteY7" fmla="*/ 574814 h 1847088"/>
              <a:gd name="connsiteX8" fmla="*/ 21484 w 1194407"/>
              <a:gd name="connsiteY8" fmla="*/ 0 h 1847088"/>
              <a:gd name="connsiteX0" fmla="*/ 2602 w 1175525"/>
              <a:gd name="connsiteY0" fmla="*/ 0 h 1847088"/>
              <a:gd name="connsiteX1" fmla="*/ 1175525 w 1175525"/>
              <a:gd name="connsiteY1" fmla="*/ 0 h 1847088"/>
              <a:gd name="connsiteX2" fmla="*/ 1175525 w 1175525"/>
              <a:gd name="connsiteY2" fmla="*/ 1847088 h 1847088"/>
              <a:gd name="connsiteX3" fmla="*/ 2602 w 1175525"/>
              <a:gd name="connsiteY3" fmla="*/ 1847088 h 1847088"/>
              <a:gd name="connsiteX4" fmla="*/ 213 w 1175525"/>
              <a:gd name="connsiteY4" fmla="*/ 1292999 h 1847088"/>
              <a:gd name="connsiteX5" fmla="*/ 234528 w 1175525"/>
              <a:gd name="connsiteY5" fmla="*/ 1289189 h 1847088"/>
              <a:gd name="connsiteX6" fmla="*/ 238338 w 1175525"/>
              <a:gd name="connsiteY6" fmla="*/ 572909 h 1847088"/>
              <a:gd name="connsiteX7" fmla="*/ 2118 w 1175525"/>
              <a:gd name="connsiteY7" fmla="*/ 574814 h 1847088"/>
              <a:gd name="connsiteX8" fmla="*/ 2602 w 1175525"/>
              <a:gd name="connsiteY8" fmla="*/ 0 h 1847088"/>
              <a:gd name="connsiteX0" fmla="*/ 2602 w 1175525"/>
              <a:gd name="connsiteY0" fmla="*/ 0 h 1847088"/>
              <a:gd name="connsiteX1" fmla="*/ 1175525 w 1175525"/>
              <a:gd name="connsiteY1" fmla="*/ 0 h 1847088"/>
              <a:gd name="connsiteX2" fmla="*/ 1175525 w 1175525"/>
              <a:gd name="connsiteY2" fmla="*/ 1847088 h 1847088"/>
              <a:gd name="connsiteX3" fmla="*/ 2602 w 1175525"/>
              <a:gd name="connsiteY3" fmla="*/ 1847088 h 1847088"/>
              <a:gd name="connsiteX4" fmla="*/ 213 w 1175525"/>
              <a:gd name="connsiteY4" fmla="*/ 1292999 h 1847088"/>
              <a:gd name="connsiteX5" fmla="*/ 236433 w 1175525"/>
              <a:gd name="connsiteY5" fmla="*/ 1289189 h 1847088"/>
              <a:gd name="connsiteX6" fmla="*/ 238338 w 1175525"/>
              <a:gd name="connsiteY6" fmla="*/ 572909 h 1847088"/>
              <a:gd name="connsiteX7" fmla="*/ 2118 w 1175525"/>
              <a:gd name="connsiteY7" fmla="*/ 574814 h 1847088"/>
              <a:gd name="connsiteX8" fmla="*/ 2602 w 1175525"/>
              <a:gd name="connsiteY8" fmla="*/ 0 h 1847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75525" h="1847088">
                <a:moveTo>
                  <a:pt x="2602" y="0"/>
                </a:moveTo>
                <a:lnTo>
                  <a:pt x="1175525" y="0"/>
                </a:lnTo>
                <a:lnTo>
                  <a:pt x="1175525" y="1847088"/>
                </a:lnTo>
                <a:lnTo>
                  <a:pt x="2602" y="1847088"/>
                </a:lnTo>
                <a:cubicBezTo>
                  <a:pt x="3249" y="1657585"/>
                  <a:pt x="-976" y="1575847"/>
                  <a:pt x="213" y="1292999"/>
                </a:cubicBezTo>
                <a:cubicBezTo>
                  <a:pt x="102050" y="1290186"/>
                  <a:pt x="174521" y="1291094"/>
                  <a:pt x="236433" y="1289189"/>
                </a:cubicBezTo>
                <a:cubicBezTo>
                  <a:pt x="239291" y="1026299"/>
                  <a:pt x="237386" y="749757"/>
                  <a:pt x="238338" y="572909"/>
                </a:cubicBezTo>
                <a:cubicBezTo>
                  <a:pt x="116337" y="572318"/>
                  <a:pt x="89667" y="575684"/>
                  <a:pt x="2118" y="574814"/>
                </a:cubicBezTo>
                <a:cubicBezTo>
                  <a:pt x="2279" y="383209"/>
                  <a:pt x="2441" y="191605"/>
                  <a:pt x="2602" y="0"/>
                </a:cubicBezTo>
                <a:close/>
              </a:path>
            </a:pathLst>
          </a:custGeom>
          <a:ln>
            <a:noFill/>
          </a:ln>
        </p:spPr>
        <p:txBody>
          <a:bodyPr anchor="ctr">
            <a:normAutofit/>
          </a:bodyPr>
          <a:lstStyle>
            <a:lvl1pPr marL="0" indent="0" algn="ctr">
              <a:buNone/>
              <a:defRPr sz="1600"/>
            </a:lvl1pPr>
          </a:lstStyle>
          <a:p>
            <a:r>
              <a:rPr lang="en-US"/>
              <a:t>Click icon to add picture</a:t>
            </a:r>
            <a:endParaRPr lang="en-US" dirty="0"/>
          </a:p>
        </p:txBody>
      </p:sp>
      <p:sp>
        <p:nvSpPr>
          <p:cNvPr id="16" name="Text Placeholder 6">
            <a:extLst>
              <a:ext uri="{FF2B5EF4-FFF2-40B4-BE49-F238E27FC236}">
                <a16:creationId xmlns:a16="http://schemas.microsoft.com/office/drawing/2014/main" id="{12B20D24-A521-7B35-F80C-43831172F22C}"/>
              </a:ext>
            </a:extLst>
          </p:cNvPr>
          <p:cNvSpPr>
            <a:spLocks noGrp="1"/>
          </p:cNvSpPr>
          <p:nvPr>
            <p:ph type="body" sz="quarter" idx="17" hasCustomPrompt="1"/>
          </p:nvPr>
        </p:nvSpPr>
        <p:spPr>
          <a:xfrm>
            <a:off x="10240286" y="5020784"/>
            <a:ext cx="504653" cy="718427"/>
          </a:xfrm>
          <a:solidFill>
            <a:schemeClr val="accent6">
              <a:lumMod val="20000"/>
              <a:lumOff val="80000"/>
            </a:schemeClr>
          </a:solidFill>
        </p:spPr>
        <p:txBody>
          <a:bodyPr lIns="0" tIns="0" rIns="0" bIns="0" anchor="ctr">
            <a:noAutofit/>
          </a:bodyPr>
          <a:lstStyle>
            <a:lvl1pPr marL="0" indent="0" algn="ctr">
              <a:lnSpc>
                <a:spcPct val="75000"/>
              </a:lnSpc>
              <a:spcBef>
                <a:spcPts val="0"/>
              </a:spcBef>
              <a:buNone/>
              <a:defRPr sz="2800" b="0" spc="0" baseline="0">
                <a:solidFill>
                  <a:schemeClr val="accent4"/>
                </a:solidFill>
                <a:latin typeface="+mj-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0000</a:t>
            </a:r>
          </a:p>
        </p:txBody>
      </p:sp>
      <p:sp>
        <p:nvSpPr>
          <p:cNvPr id="33" name="Picture Placeholder 33">
            <a:extLst>
              <a:ext uri="{FF2B5EF4-FFF2-40B4-BE49-F238E27FC236}">
                <a16:creationId xmlns:a16="http://schemas.microsoft.com/office/drawing/2014/main" id="{5FA6CD30-9A88-B77E-FAE4-3CB0483E3D9C}"/>
              </a:ext>
            </a:extLst>
          </p:cNvPr>
          <p:cNvSpPr>
            <a:spLocks noGrp="1"/>
          </p:cNvSpPr>
          <p:nvPr>
            <p:ph type="pic" sz="quarter" idx="44"/>
          </p:nvPr>
        </p:nvSpPr>
        <p:spPr>
          <a:xfrm>
            <a:off x="10524837" y="4449228"/>
            <a:ext cx="1175525" cy="1847088"/>
          </a:xfrm>
          <a:custGeom>
            <a:avLst/>
            <a:gdLst>
              <a:gd name="connsiteX0" fmla="*/ 0 w 1172923"/>
              <a:gd name="connsiteY0" fmla="*/ 0 h 1847088"/>
              <a:gd name="connsiteX1" fmla="*/ 1172923 w 1172923"/>
              <a:gd name="connsiteY1" fmla="*/ 0 h 1847088"/>
              <a:gd name="connsiteX2" fmla="*/ 1172923 w 1172923"/>
              <a:gd name="connsiteY2" fmla="*/ 1847088 h 1847088"/>
              <a:gd name="connsiteX3" fmla="*/ 0 w 1172923"/>
              <a:gd name="connsiteY3" fmla="*/ 1847088 h 1847088"/>
              <a:gd name="connsiteX4" fmla="*/ 0 w 1172923"/>
              <a:gd name="connsiteY4" fmla="*/ 0 h 1847088"/>
              <a:gd name="connsiteX0" fmla="*/ 484 w 1173407"/>
              <a:gd name="connsiteY0" fmla="*/ 0 h 1847088"/>
              <a:gd name="connsiteX1" fmla="*/ 1173407 w 1173407"/>
              <a:gd name="connsiteY1" fmla="*/ 0 h 1847088"/>
              <a:gd name="connsiteX2" fmla="*/ 1173407 w 1173407"/>
              <a:gd name="connsiteY2" fmla="*/ 1847088 h 1847088"/>
              <a:gd name="connsiteX3" fmla="*/ 484 w 1173407"/>
              <a:gd name="connsiteY3" fmla="*/ 1847088 h 1847088"/>
              <a:gd name="connsiteX4" fmla="*/ 0 w 1173407"/>
              <a:gd name="connsiteY4" fmla="*/ 574814 h 1847088"/>
              <a:gd name="connsiteX5" fmla="*/ 484 w 1173407"/>
              <a:gd name="connsiteY5" fmla="*/ 0 h 1847088"/>
              <a:gd name="connsiteX0" fmla="*/ 50869 w 1223792"/>
              <a:gd name="connsiteY0" fmla="*/ 0 h 1847088"/>
              <a:gd name="connsiteX1" fmla="*/ 1223792 w 1223792"/>
              <a:gd name="connsiteY1" fmla="*/ 0 h 1847088"/>
              <a:gd name="connsiteX2" fmla="*/ 1223792 w 1223792"/>
              <a:gd name="connsiteY2" fmla="*/ 1847088 h 1847088"/>
              <a:gd name="connsiteX3" fmla="*/ 50869 w 1223792"/>
              <a:gd name="connsiteY3" fmla="*/ 1847088 h 1847088"/>
              <a:gd name="connsiteX4" fmla="*/ 286605 w 1223792"/>
              <a:gd name="connsiteY4" fmla="*/ 572909 h 1847088"/>
              <a:gd name="connsiteX5" fmla="*/ 50385 w 1223792"/>
              <a:gd name="connsiteY5" fmla="*/ 574814 h 1847088"/>
              <a:gd name="connsiteX6" fmla="*/ 50869 w 1223792"/>
              <a:gd name="connsiteY6" fmla="*/ 0 h 1847088"/>
              <a:gd name="connsiteX0" fmla="*/ 50869 w 1223792"/>
              <a:gd name="connsiteY0" fmla="*/ 0 h 1847088"/>
              <a:gd name="connsiteX1" fmla="*/ 1223792 w 1223792"/>
              <a:gd name="connsiteY1" fmla="*/ 0 h 1847088"/>
              <a:gd name="connsiteX2" fmla="*/ 1223792 w 1223792"/>
              <a:gd name="connsiteY2" fmla="*/ 1847088 h 1847088"/>
              <a:gd name="connsiteX3" fmla="*/ 50869 w 1223792"/>
              <a:gd name="connsiteY3" fmla="*/ 1847088 h 1847088"/>
              <a:gd name="connsiteX4" fmla="*/ 286605 w 1223792"/>
              <a:gd name="connsiteY4" fmla="*/ 572909 h 1847088"/>
              <a:gd name="connsiteX5" fmla="*/ 50385 w 1223792"/>
              <a:gd name="connsiteY5" fmla="*/ 574814 h 1847088"/>
              <a:gd name="connsiteX6" fmla="*/ 50869 w 1223792"/>
              <a:gd name="connsiteY6" fmla="*/ 0 h 1847088"/>
              <a:gd name="connsiteX0" fmla="*/ 50869 w 1223792"/>
              <a:gd name="connsiteY0" fmla="*/ 0 h 1847088"/>
              <a:gd name="connsiteX1" fmla="*/ 1223792 w 1223792"/>
              <a:gd name="connsiteY1" fmla="*/ 0 h 1847088"/>
              <a:gd name="connsiteX2" fmla="*/ 1223792 w 1223792"/>
              <a:gd name="connsiteY2" fmla="*/ 1847088 h 1847088"/>
              <a:gd name="connsiteX3" fmla="*/ 50869 w 1223792"/>
              <a:gd name="connsiteY3" fmla="*/ 1847088 h 1847088"/>
              <a:gd name="connsiteX4" fmla="*/ 286605 w 1223792"/>
              <a:gd name="connsiteY4" fmla="*/ 572909 h 1847088"/>
              <a:gd name="connsiteX5" fmla="*/ 50385 w 1223792"/>
              <a:gd name="connsiteY5" fmla="*/ 574814 h 1847088"/>
              <a:gd name="connsiteX6" fmla="*/ 50869 w 1223792"/>
              <a:gd name="connsiteY6" fmla="*/ 0 h 1847088"/>
              <a:gd name="connsiteX0" fmla="*/ 101701 w 1274624"/>
              <a:gd name="connsiteY0" fmla="*/ 0 h 1847088"/>
              <a:gd name="connsiteX1" fmla="*/ 1274624 w 1274624"/>
              <a:gd name="connsiteY1" fmla="*/ 0 h 1847088"/>
              <a:gd name="connsiteX2" fmla="*/ 1274624 w 1274624"/>
              <a:gd name="connsiteY2" fmla="*/ 1847088 h 1847088"/>
              <a:gd name="connsiteX3" fmla="*/ 101701 w 1274624"/>
              <a:gd name="connsiteY3" fmla="*/ 1847088 h 1847088"/>
              <a:gd name="connsiteX4" fmla="*/ 80262 w 1274624"/>
              <a:gd name="connsiteY4" fmla="*/ 1292999 h 1847088"/>
              <a:gd name="connsiteX5" fmla="*/ 337437 w 1274624"/>
              <a:gd name="connsiteY5" fmla="*/ 572909 h 1847088"/>
              <a:gd name="connsiteX6" fmla="*/ 101217 w 1274624"/>
              <a:gd name="connsiteY6" fmla="*/ 574814 h 1847088"/>
              <a:gd name="connsiteX7" fmla="*/ 101701 w 1274624"/>
              <a:gd name="connsiteY7" fmla="*/ 0 h 1847088"/>
              <a:gd name="connsiteX0" fmla="*/ 91460 w 1264383"/>
              <a:gd name="connsiteY0" fmla="*/ 0 h 1847088"/>
              <a:gd name="connsiteX1" fmla="*/ 1264383 w 1264383"/>
              <a:gd name="connsiteY1" fmla="*/ 0 h 1847088"/>
              <a:gd name="connsiteX2" fmla="*/ 1264383 w 1264383"/>
              <a:gd name="connsiteY2" fmla="*/ 1847088 h 1847088"/>
              <a:gd name="connsiteX3" fmla="*/ 91460 w 1264383"/>
              <a:gd name="connsiteY3" fmla="*/ 1847088 h 1847088"/>
              <a:gd name="connsiteX4" fmla="*/ 70021 w 1264383"/>
              <a:gd name="connsiteY4" fmla="*/ 1292999 h 1847088"/>
              <a:gd name="connsiteX5" fmla="*/ 327196 w 1264383"/>
              <a:gd name="connsiteY5" fmla="*/ 572909 h 1847088"/>
              <a:gd name="connsiteX6" fmla="*/ 90976 w 1264383"/>
              <a:gd name="connsiteY6" fmla="*/ 574814 h 1847088"/>
              <a:gd name="connsiteX7" fmla="*/ 91460 w 1264383"/>
              <a:gd name="connsiteY7" fmla="*/ 0 h 1847088"/>
              <a:gd name="connsiteX0" fmla="*/ 91460 w 1264383"/>
              <a:gd name="connsiteY0" fmla="*/ 0 h 1847088"/>
              <a:gd name="connsiteX1" fmla="*/ 1264383 w 1264383"/>
              <a:gd name="connsiteY1" fmla="*/ 0 h 1847088"/>
              <a:gd name="connsiteX2" fmla="*/ 1264383 w 1264383"/>
              <a:gd name="connsiteY2" fmla="*/ 1847088 h 1847088"/>
              <a:gd name="connsiteX3" fmla="*/ 91460 w 1264383"/>
              <a:gd name="connsiteY3" fmla="*/ 1847088 h 1847088"/>
              <a:gd name="connsiteX4" fmla="*/ 70021 w 1264383"/>
              <a:gd name="connsiteY4" fmla="*/ 1292999 h 1847088"/>
              <a:gd name="connsiteX5" fmla="*/ 327196 w 1264383"/>
              <a:gd name="connsiteY5" fmla="*/ 572909 h 1847088"/>
              <a:gd name="connsiteX6" fmla="*/ 90976 w 1264383"/>
              <a:gd name="connsiteY6" fmla="*/ 574814 h 1847088"/>
              <a:gd name="connsiteX7" fmla="*/ 91460 w 1264383"/>
              <a:gd name="connsiteY7" fmla="*/ 0 h 1847088"/>
              <a:gd name="connsiteX0" fmla="*/ 91460 w 1264383"/>
              <a:gd name="connsiteY0" fmla="*/ 0 h 1847088"/>
              <a:gd name="connsiteX1" fmla="*/ 1264383 w 1264383"/>
              <a:gd name="connsiteY1" fmla="*/ 0 h 1847088"/>
              <a:gd name="connsiteX2" fmla="*/ 1264383 w 1264383"/>
              <a:gd name="connsiteY2" fmla="*/ 1847088 h 1847088"/>
              <a:gd name="connsiteX3" fmla="*/ 91460 w 1264383"/>
              <a:gd name="connsiteY3" fmla="*/ 1847088 h 1847088"/>
              <a:gd name="connsiteX4" fmla="*/ 70021 w 1264383"/>
              <a:gd name="connsiteY4" fmla="*/ 1292999 h 1847088"/>
              <a:gd name="connsiteX5" fmla="*/ 323386 w 1264383"/>
              <a:gd name="connsiteY5" fmla="*/ 1289189 h 1847088"/>
              <a:gd name="connsiteX6" fmla="*/ 327196 w 1264383"/>
              <a:gd name="connsiteY6" fmla="*/ 572909 h 1847088"/>
              <a:gd name="connsiteX7" fmla="*/ 90976 w 1264383"/>
              <a:gd name="connsiteY7" fmla="*/ 574814 h 1847088"/>
              <a:gd name="connsiteX8" fmla="*/ 91460 w 1264383"/>
              <a:gd name="connsiteY8" fmla="*/ 0 h 1847088"/>
              <a:gd name="connsiteX0" fmla="*/ 91460 w 1264383"/>
              <a:gd name="connsiteY0" fmla="*/ 0 h 1847088"/>
              <a:gd name="connsiteX1" fmla="*/ 1264383 w 1264383"/>
              <a:gd name="connsiteY1" fmla="*/ 0 h 1847088"/>
              <a:gd name="connsiteX2" fmla="*/ 1264383 w 1264383"/>
              <a:gd name="connsiteY2" fmla="*/ 1847088 h 1847088"/>
              <a:gd name="connsiteX3" fmla="*/ 91460 w 1264383"/>
              <a:gd name="connsiteY3" fmla="*/ 1847088 h 1847088"/>
              <a:gd name="connsiteX4" fmla="*/ 70021 w 1264383"/>
              <a:gd name="connsiteY4" fmla="*/ 1292999 h 1847088"/>
              <a:gd name="connsiteX5" fmla="*/ 323386 w 1264383"/>
              <a:gd name="connsiteY5" fmla="*/ 1289189 h 1847088"/>
              <a:gd name="connsiteX6" fmla="*/ 327196 w 1264383"/>
              <a:gd name="connsiteY6" fmla="*/ 572909 h 1847088"/>
              <a:gd name="connsiteX7" fmla="*/ 90976 w 1264383"/>
              <a:gd name="connsiteY7" fmla="*/ 574814 h 1847088"/>
              <a:gd name="connsiteX8" fmla="*/ 91460 w 1264383"/>
              <a:gd name="connsiteY8" fmla="*/ 0 h 1847088"/>
              <a:gd name="connsiteX0" fmla="*/ 91460 w 1264383"/>
              <a:gd name="connsiteY0" fmla="*/ 0 h 1847088"/>
              <a:gd name="connsiteX1" fmla="*/ 1264383 w 1264383"/>
              <a:gd name="connsiteY1" fmla="*/ 0 h 1847088"/>
              <a:gd name="connsiteX2" fmla="*/ 1264383 w 1264383"/>
              <a:gd name="connsiteY2" fmla="*/ 1847088 h 1847088"/>
              <a:gd name="connsiteX3" fmla="*/ 91460 w 1264383"/>
              <a:gd name="connsiteY3" fmla="*/ 1847088 h 1847088"/>
              <a:gd name="connsiteX4" fmla="*/ 70021 w 1264383"/>
              <a:gd name="connsiteY4" fmla="*/ 1292999 h 1847088"/>
              <a:gd name="connsiteX5" fmla="*/ 323386 w 1264383"/>
              <a:gd name="connsiteY5" fmla="*/ 1289189 h 1847088"/>
              <a:gd name="connsiteX6" fmla="*/ 327196 w 1264383"/>
              <a:gd name="connsiteY6" fmla="*/ 572909 h 1847088"/>
              <a:gd name="connsiteX7" fmla="*/ 90976 w 1264383"/>
              <a:gd name="connsiteY7" fmla="*/ 574814 h 1847088"/>
              <a:gd name="connsiteX8" fmla="*/ 91460 w 1264383"/>
              <a:gd name="connsiteY8" fmla="*/ 0 h 1847088"/>
              <a:gd name="connsiteX0" fmla="*/ 91460 w 1264383"/>
              <a:gd name="connsiteY0" fmla="*/ 0 h 1847088"/>
              <a:gd name="connsiteX1" fmla="*/ 1264383 w 1264383"/>
              <a:gd name="connsiteY1" fmla="*/ 0 h 1847088"/>
              <a:gd name="connsiteX2" fmla="*/ 1264383 w 1264383"/>
              <a:gd name="connsiteY2" fmla="*/ 1847088 h 1847088"/>
              <a:gd name="connsiteX3" fmla="*/ 91460 w 1264383"/>
              <a:gd name="connsiteY3" fmla="*/ 1847088 h 1847088"/>
              <a:gd name="connsiteX4" fmla="*/ 70021 w 1264383"/>
              <a:gd name="connsiteY4" fmla="*/ 1292999 h 1847088"/>
              <a:gd name="connsiteX5" fmla="*/ 323386 w 1264383"/>
              <a:gd name="connsiteY5" fmla="*/ 1289189 h 1847088"/>
              <a:gd name="connsiteX6" fmla="*/ 327196 w 1264383"/>
              <a:gd name="connsiteY6" fmla="*/ 572909 h 1847088"/>
              <a:gd name="connsiteX7" fmla="*/ 90976 w 1264383"/>
              <a:gd name="connsiteY7" fmla="*/ 574814 h 1847088"/>
              <a:gd name="connsiteX8" fmla="*/ 91460 w 1264383"/>
              <a:gd name="connsiteY8" fmla="*/ 0 h 1847088"/>
              <a:gd name="connsiteX0" fmla="*/ 91460 w 1264383"/>
              <a:gd name="connsiteY0" fmla="*/ 0 h 1847088"/>
              <a:gd name="connsiteX1" fmla="*/ 1264383 w 1264383"/>
              <a:gd name="connsiteY1" fmla="*/ 0 h 1847088"/>
              <a:gd name="connsiteX2" fmla="*/ 1264383 w 1264383"/>
              <a:gd name="connsiteY2" fmla="*/ 1847088 h 1847088"/>
              <a:gd name="connsiteX3" fmla="*/ 91460 w 1264383"/>
              <a:gd name="connsiteY3" fmla="*/ 1847088 h 1847088"/>
              <a:gd name="connsiteX4" fmla="*/ 70021 w 1264383"/>
              <a:gd name="connsiteY4" fmla="*/ 1292999 h 1847088"/>
              <a:gd name="connsiteX5" fmla="*/ 323386 w 1264383"/>
              <a:gd name="connsiteY5" fmla="*/ 1289189 h 1847088"/>
              <a:gd name="connsiteX6" fmla="*/ 327196 w 1264383"/>
              <a:gd name="connsiteY6" fmla="*/ 572909 h 1847088"/>
              <a:gd name="connsiteX7" fmla="*/ 90976 w 1264383"/>
              <a:gd name="connsiteY7" fmla="*/ 574814 h 1847088"/>
              <a:gd name="connsiteX8" fmla="*/ 91460 w 1264383"/>
              <a:gd name="connsiteY8" fmla="*/ 0 h 1847088"/>
              <a:gd name="connsiteX0" fmla="*/ 21484 w 1194407"/>
              <a:gd name="connsiteY0" fmla="*/ 0 h 1847088"/>
              <a:gd name="connsiteX1" fmla="*/ 1194407 w 1194407"/>
              <a:gd name="connsiteY1" fmla="*/ 0 h 1847088"/>
              <a:gd name="connsiteX2" fmla="*/ 1194407 w 1194407"/>
              <a:gd name="connsiteY2" fmla="*/ 1847088 h 1847088"/>
              <a:gd name="connsiteX3" fmla="*/ 21484 w 1194407"/>
              <a:gd name="connsiteY3" fmla="*/ 1847088 h 1847088"/>
              <a:gd name="connsiteX4" fmla="*/ 45 w 1194407"/>
              <a:gd name="connsiteY4" fmla="*/ 1292999 h 1847088"/>
              <a:gd name="connsiteX5" fmla="*/ 253410 w 1194407"/>
              <a:gd name="connsiteY5" fmla="*/ 1289189 h 1847088"/>
              <a:gd name="connsiteX6" fmla="*/ 257220 w 1194407"/>
              <a:gd name="connsiteY6" fmla="*/ 572909 h 1847088"/>
              <a:gd name="connsiteX7" fmla="*/ 21000 w 1194407"/>
              <a:gd name="connsiteY7" fmla="*/ 574814 h 1847088"/>
              <a:gd name="connsiteX8" fmla="*/ 21484 w 1194407"/>
              <a:gd name="connsiteY8" fmla="*/ 0 h 1847088"/>
              <a:gd name="connsiteX0" fmla="*/ 2602 w 1175525"/>
              <a:gd name="connsiteY0" fmla="*/ 0 h 1847088"/>
              <a:gd name="connsiteX1" fmla="*/ 1175525 w 1175525"/>
              <a:gd name="connsiteY1" fmla="*/ 0 h 1847088"/>
              <a:gd name="connsiteX2" fmla="*/ 1175525 w 1175525"/>
              <a:gd name="connsiteY2" fmla="*/ 1847088 h 1847088"/>
              <a:gd name="connsiteX3" fmla="*/ 2602 w 1175525"/>
              <a:gd name="connsiteY3" fmla="*/ 1847088 h 1847088"/>
              <a:gd name="connsiteX4" fmla="*/ 213 w 1175525"/>
              <a:gd name="connsiteY4" fmla="*/ 1292999 h 1847088"/>
              <a:gd name="connsiteX5" fmla="*/ 234528 w 1175525"/>
              <a:gd name="connsiteY5" fmla="*/ 1289189 h 1847088"/>
              <a:gd name="connsiteX6" fmla="*/ 238338 w 1175525"/>
              <a:gd name="connsiteY6" fmla="*/ 572909 h 1847088"/>
              <a:gd name="connsiteX7" fmla="*/ 2118 w 1175525"/>
              <a:gd name="connsiteY7" fmla="*/ 574814 h 1847088"/>
              <a:gd name="connsiteX8" fmla="*/ 2602 w 1175525"/>
              <a:gd name="connsiteY8" fmla="*/ 0 h 1847088"/>
              <a:gd name="connsiteX0" fmla="*/ 2602 w 1175525"/>
              <a:gd name="connsiteY0" fmla="*/ 0 h 1847088"/>
              <a:gd name="connsiteX1" fmla="*/ 1175525 w 1175525"/>
              <a:gd name="connsiteY1" fmla="*/ 0 h 1847088"/>
              <a:gd name="connsiteX2" fmla="*/ 1175525 w 1175525"/>
              <a:gd name="connsiteY2" fmla="*/ 1847088 h 1847088"/>
              <a:gd name="connsiteX3" fmla="*/ 2602 w 1175525"/>
              <a:gd name="connsiteY3" fmla="*/ 1847088 h 1847088"/>
              <a:gd name="connsiteX4" fmla="*/ 213 w 1175525"/>
              <a:gd name="connsiteY4" fmla="*/ 1292999 h 1847088"/>
              <a:gd name="connsiteX5" fmla="*/ 236433 w 1175525"/>
              <a:gd name="connsiteY5" fmla="*/ 1289189 h 1847088"/>
              <a:gd name="connsiteX6" fmla="*/ 238338 w 1175525"/>
              <a:gd name="connsiteY6" fmla="*/ 572909 h 1847088"/>
              <a:gd name="connsiteX7" fmla="*/ 2118 w 1175525"/>
              <a:gd name="connsiteY7" fmla="*/ 574814 h 1847088"/>
              <a:gd name="connsiteX8" fmla="*/ 2602 w 1175525"/>
              <a:gd name="connsiteY8" fmla="*/ 0 h 1847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75525" h="1847088">
                <a:moveTo>
                  <a:pt x="2602" y="0"/>
                </a:moveTo>
                <a:lnTo>
                  <a:pt x="1175525" y="0"/>
                </a:lnTo>
                <a:lnTo>
                  <a:pt x="1175525" y="1847088"/>
                </a:lnTo>
                <a:lnTo>
                  <a:pt x="2602" y="1847088"/>
                </a:lnTo>
                <a:cubicBezTo>
                  <a:pt x="3249" y="1657585"/>
                  <a:pt x="-976" y="1575847"/>
                  <a:pt x="213" y="1292999"/>
                </a:cubicBezTo>
                <a:cubicBezTo>
                  <a:pt x="102050" y="1290186"/>
                  <a:pt x="174521" y="1291094"/>
                  <a:pt x="236433" y="1289189"/>
                </a:cubicBezTo>
                <a:cubicBezTo>
                  <a:pt x="239291" y="1026299"/>
                  <a:pt x="237386" y="749757"/>
                  <a:pt x="238338" y="572909"/>
                </a:cubicBezTo>
                <a:cubicBezTo>
                  <a:pt x="116337" y="572318"/>
                  <a:pt x="89667" y="575684"/>
                  <a:pt x="2118" y="574814"/>
                </a:cubicBezTo>
                <a:cubicBezTo>
                  <a:pt x="2279" y="383209"/>
                  <a:pt x="2441" y="191605"/>
                  <a:pt x="2602" y="0"/>
                </a:cubicBezTo>
                <a:close/>
              </a:path>
            </a:pathLst>
          </a:custGeom>
          <a:ln>
            <a:noFill/>
          </a:ln>
        </p:spPr>
        <p:txBody>
          <a:bodyPr anchor="ctr">
            <a:normAutofit/>
          </a:bodyPr>
          <a:lstStyle>
            <a:lvl1pPr marL="0" indent="0" algn="ctr">
              <a:buNone/>
              <a:defRPr sz="1600"/>
            </a:lvl1pPr>
          </a:lstStyle>
          <a:p>
            <a:r>
              <a:rPr lang="en-US"/>
              <a:t>Click icon to add picture</a:t>
            </a:r>
            <a:endParaRPr lang="en-US" dirty="0"/>
          </a:p>
        </p:txBody>
      </p:sp>
      <p:cxnSp>
        <p:nvCxnSpPr>
          <p:cNvPr id="4" name="Straight Connector 3">
            <a:extLst>
              <a:ext uri="{FF2B5EF4-FFF2-40B4-BE49-F238E27FC236}">
                <a16:creationId xmlns:a16="http://schemas.microsoft.com/office/drawing/2014/main" id="{AC36CCF3-BEA1-9532-897E-60B21F9E0C38}"/>
              </a:ext>
              <a:ext uri="{C183D7F6-B498-43B3-948B-1728B52AA6E4}">
                <adec:decorative xmlns:adec="http://schemas.microsoft.com/office/drawing/2017/decorative" val="1"/>
              </a:ext>
            </a:extLst>
          </p:cNvPr>
          <p:cNvCxnSpPr>
            <a:cxnSpLocks/>
          </p:cNvCxnSpPr>
          <p:nvPr userDrawn="1"/>
        </p:nvCxnSpPr>
        <p:spPr>
          <a:xfrm>
            <a:off x="727527" y="2914513"/>
            <a:ext cx="10954869" cy="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Oval 4">
            <a:extLst>
              <a:ext uri="{FF2B5EF4-FFF2-40B4-BE49-F238E27FC236}">
                <a16:creationId xmlns:a16="http://schemas.microsoft.com/office/drawing/2014/main" id="{CAC45EB9-89EB-6947-3E66-7A20AAFF3989}"/>
              </a:ext>
              <a:ext uri="{C183D7F6-B498-43B3-948B-1728B52AA6E4}">
                <adec:decorative xmlns:adec="http://schemas.microsoft.com/office/drawing/2017/decorative" val="1"/>
              </a:ext>
            </a:extLst>
          </p:cNvPr>
          <p:cNvSpPr/>
          <p:nvPr userDrawn="1"/>
        </p:nvSpPr>
        <p:spPr>
          <a:xfrm>
            <a:off x="649776" y="2839459"/>
            <a:ext cx="161832" cy="16183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Oval 33">
            <a:extLst>
              <a:ext uri="{FF2B5EF4-FFF2-40B4-BE49-F238E27FC236}">
                <a16:creationId xmlns:a16="http://schemas.microsoft.com/office/drawing/2014/main" id="{AC14FCA1-3191-C23A-11F4-1E05F0F06058}"/>
              </a:ext>
              <a:ext uri="{C183D7F6-B498-43B3-948B-1728B52AA6E4}">
                <adec:decorative xmlns:adec="http://schemas.microsoft.com/office/drawing/2017/decorative" val="1"/>
              </a:ext>
            </a:extLst>
          </p:cNvPr>
          <p:cNvSpPr/>
          <p:nvPr userDrawn="1"/>
        </p:nvSpPr>
        <p:spPr>
          <a:xfrm>
            <a:off x="2353127" y="2839459"/>
            <a:ext cx="161832" cy="16183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35" name="Oval 34">
            <a:extLst>
              <a:ext uri="{FF2B5EF4-FFF2-40B4-BE49-F238E27FC236}">
                <a16:creationId xmlns:a16="http://schemas.microsoft.com/office/drawing/2014/main" id="{632D85A6-CD18-3D44-4ED3-479E8007C700}"/>
              </a:ext>
              <a:ext uri="{C183D7F6-B498-43B3-948B-1728B52AA6E4}">
                <adec:decorative xmlns:adec="http://schemas.microsoft.com/office/drawing/2017/decorative" val="1"/>
              </a:ext>
            </a:extLst>
          </p:cNvPr>
          <p:cNvSpPr/>
          <p:nvPr userDrawn="1"/>
        </p:nvSpPr>
        <p:spPr>
          <a:xfrm>
            <a:off x="3978727" y="2839459"/>
            <a:ext cx="161832" cy="16183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36" name="Oval 35">
            <a:extLst>
              <a:ext uri="{FF2B5EF4-FFF2-40B4-BE49-F238E27FC236}">
                <a16:creationId xmlns:a16="http://schemas.microsoft.com/office/drawing/2014/main" id="{1BE9538A-7671-5716-2083-4863DE6FC81D}"/>
              </a:ext>
              <a:ext uri="{C183D7F6-B498-43B3-948B-1728B52AA6E4}">
                <adec:decorative xmlns:adec="http://schemas.microsoft.com/office/drawing/2017/decorative" val="1"/>
              </a:ext>
            </a:extLst>
          </p:cNvPr>
          <p:cNvSpPr/>
          <p:nvPr userDrawn="1"/>
        </p:nvSpPr>
        <p:spPr>
          <a:xfrm>
            <a:off x="5603762" y="2839459"/>
            <a:ext cx="161832" cy="16183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Oval 37">
            <a:extLst>
              <a:ext uri="{FF2B5EF4-FFF2-40B4-BE49-F238E27FC236}">
                <a16:creationId xmlns:a16="http://schemas.microsoft.com/office/drawing/2014/main" id="{4EEF2032-047A-A048-2DAB-A434ACAEB2A3}"/>
              </a:ext>
              <a:ext uri="{C183D7F6-B498-43B3-948B-1728B52AA6E4}">
                <adec:decorative xmlns:adec="http://schemas.microsoft.com/office/drawing/2017/decorative" val="1"/>
              </a:ext>
            </a:extLst>
          </p:cNvPr>
          <p:cNvSpPr/>
          <p:nvPr userDrawn="1"/>
        </p:nvSpPr>
        <p:spPr>
          <a:xfrm>
            <a:off x="7229927" y="2839459"/>
            <a:ext cx="161832" cy="16183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Oval 38">
            <a:extLst>
              <a:ext uri="{FF2B5EF4-FFF2-40B4-BE49-F238E27FC236}">
                <a16:creationId xmlns:a16="http://schemas.microsoft.com/office/drawing/2014/main" id="{F947350C-96CE-8D5D-6815-4E48490F771E}"/>
              </a:ext>
              <a:ext uri="{C183D7F6-B498-43B3-948B-1728B52AA6E4}">
                <adec:decorative xmlns:adec="http://schemas.microsoft.com/office/drawing/2017/decorative" val="1"/>
              </a:ext>
            </a:extLst>
          </p:cNvPr>
          <p:cNvSpPr/>
          <p:nvPr userDrawn="1"/>
        </p:nvSpPr>
        <p:spPr>
          <a:xfrm>
            <a:off x="8854965" y="2839459"/>
            <a:ext cx="161832" cy="16183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Oval 39">
            <a:extLst>
              <a:ext uri="{FF2B5EF4-FFF2-40B4-BE49-F238E27FC236}">
                <a16:creationId xmlns:a16="http://schemas.microsoft.com/office/drawing/2014/main" id="{D4CC6803-1FE7-920D-545D-2F48A50C6856}"/>
              </a:ext>
              <a:ext uri="{C183D7F6-B498-43B3-948B-1728B52AA6E4}">
                <adec:decorative xmlns:adec="http://schemas.microsoft.com/office/drawing/2017/decorative" val="1"/>
              </a:ext>
            </a:extLst>
          </p:cNvPr>
          <p:cNvSpPr/>
          <p:nvPr userDrawn="1"/>
        </p:nvSpPr>
        <p:spPr>
          <a:xfrm>
            <a:off x="10481124" y="2839459"/>
            <a:ext cx="161832" cy="16183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065055423"/>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imeline_4">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6B855-995C-1225-6A02-C46FF326D417}"/>
              </a:ext>
            </a:extLst>
          </p:cNvPr>
          <p:cNvSpPr>
            <a:spLocks noGrp="1"/>
          </p:cNvSpPr>
          <p:nvPr>
            <p:ph type="title" hasCustomPrompt="1"/>
          </p:nvPr>
        </p:nvSpPr>
        <p:spPr>
          <a:xfrm>
            <a:off x="561974" y="365125"/>
            <a:ext cx="11246567" cy="1017361"/>
          </a:xfrm>
        </p:spPr>
        <p:txBody>
          <a:bodyPr>
            <a:noAutofit/>
          </a:bodyPr>
          <a:lstStyle>
            <a:lvl1pPr algn="l">
              <a:defRPr sz="5000">
                <a:solidFill>
                  <a:schemeClr val="accent4"/>
                </a:solidFill>
              </a:defRPr>
            </a:lvl1pPr>
          </a:lstStyle>
          <a:p>
            <a:r>
              <a:rPr lang="en-US" dirty="0"/>
              <a:t>Add title</a:t>
            </a:r>
          </a:p>
        </p:txBody>
      </p:sp>
      <p:sp>
        <p:nvSpPr>
          <p:cNvPr id="17" name="Text Placeholder 6">
            <a:extLst>
              <a:ext uri="{FF2B5EF4-FFF2-40B4-BE49-F238E27FC236}">
                <a16:creationId xmlns:a16="http://schemas.microsoft.com/office/drawing/2014/main" id="{6B73193A-88EA-B0EF-BE93-8DF234EB1751}"/>
              </a:ext>
            </a:extLst>
          </p:cNvPr>
          <p:cNvSpPr>
            <a:spLocks noGrp="1"/>
          </p:cNvSpPr>
          <p:nvPr>
            <p:ph type="body" sz="quarter" idx="18" hasCustomPrompt="1"/>
          </p:nvPr>
        </p:nvSpPr>
        <p:spPr>
          <a:xfrm>
            <a:off x="576780" y="2158308"/>
            <a:ext cx="1515902" cy="643408"/>
          </a:xfrm>
        </p:spPr>
        <p:txBody>
          <a:bodyPr>
            <a:noAutofit/>
          </a:bodyPr>
          <a:lstStyle>
            <a:lvl1pPr marL="0" indent="0" algn="l">
              <a:lnSpc>
                <a:spcPct val="90000"/>
              </a:lnSpc>
              <a:spcBef>
                <a:spcPts val="1000"/>
              </a:spcBef>
              <a:buNone/>
              <a:defRPr sz="1000" b="1" cap="all" spc="300" baseline="0">
                <a:solidFill>
                  <a:schemeClr val="accent6">
                    <a:lumMod val="50000"/>
                  </a:schemeClr>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a:t>
            </a:r>
          </a:p>
        </p:txBody>
      </p:sp>
      <p:sp>
        <p:nvSpPr>
          <p:cNvPr id="18" name="Text Placeholder 6">
            <a:extLst>
              <a:ext uri="{FF2B5EF4-FFF2-40B4-BE49-F238E27FC236}">
                <a16:creationId xmlns:a16="http://schemas.microsoft.com/office/drawing/2014/main" id="{EDCB1B8E-D420-780E-9AB7-AC039F356D3B}"/>
              </a:ext>
            </a:extLst>
          </p:cNvPr>
          <p:cNvSpPr>
            <a:spLocks noGrp="1"/>
          </p:cNvSpPr>
          <p:nvPr>
            <p:ph type="body" sz="quarter" idx="19" hasCustomPrompt="1"/>
          </p:nvPr>
        </p:nvSpPr>
        <p:spPr>
          <a:xfrm>
            <a:off x="2216375" y="2158308"/>
            <a:ext cx="1515902" cy="643408"/>
          </a:xfrm>
        </p:spPr>
        <p:txBody>
          <a:bodyPr>
            <a:noAutofit/>
          </a:bodyPr>
          <a:lstStyle>
            <a:lvl1pPr marL="0" indent="0" algn="l">
              <a:lnSpc>
                <a:spcPct val="90000"/>
              </a:lnSpc>
              <a:spcBef>
                <a:spcPts val="1000"/>
              </a:spcBef>
              <a:buNone/>
              <a:defRPr sz="1000" b="1" cap="all" spc="300" baseline="0">
                <a:solidFill>
                  <a:schemeClr val="accent6">
                    <a:lumMod val="50000"/>
                  </a:schemeClr>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a:t>
            </a:r>
          </a:p>
        </p:txBody>
      </p:sp>
      <p:sp>
        <p:nvSpPr>
          <p:cNvPr id="19" name="Text Placeholder 6">
            <a:extLst>
              <a:ext uri="{FF2B5EF4-FFF2-40B4-BE49-F238E27FC236}">
                <a16:creationId xmlns:a16="http://schemas.microsoft.com/office/drawing/2014/main" id="{7656A84E-C390-F554-7CF9-98D0A99CB425}"/>
              </a:ext>
            </a:extLst>
          </p:cNvPr>
          <p:cNvSpPr>
            <a:spLocks noGrp="1"/>
          </p:cNvSpPr>
          <p:nvPr>
            <p:ph type="body" sz="quarter" idx="20" hasCustomPrompt="1"/>
          </p:nvPr>
        </p:nvSpPr>
        <p:spPr>
          <a:xfrm>
            <a:off x="3855970" y="2158308"/>
            <a:ext cx="1515902" cy="643408"/>
          </a:xfrm>
        </p:spPr>
        <p:txBody>
          <a:bodyPr>
            <a:noAutofit/>
          </a:bodyPr>
          <a:lstStyle>
            <a:lvl1pPr marL="0" indent="0" algn="l">
              <a:lnSpc>
                <a:spcPct val="90000"/>
              </a:lnSpc>
              <a:spcBef>
                <a:spcPts val="1000"/>
              </a:spcBef>
              <a:buNone/>
              <a:defRPr sz="1000" b="1" cap="all" spc="300" baseline="0">
                <a:solidFill>
                  <a:schemeClr val="accent6">
                    <a:lumMod val="50000"/>
                  </a:schemeClr>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a:t>
            </a:r>
          </a:p>
        </p:txBody>
      </p:sp>
      <p:sp>
        <p:nvSpPr>
          <p:cNvPr id="20" name="Text Placeholder 6">
            <a:extLst>
              <a:ext uri="{FF2B5EF4-FFF2-40B4-BE49-F238E27FC236}">
                <a16:creationId xmlns:a16="http://schemas.microsoft.com/office/drawing/2014/main" id="{58932D1A-5F27-5DB5-2EA3-5D2198BFE1E4}"/>
              </a:ext>
            </a:extLst>
          </p:cNvPr>
          <p:cNvSpPr>
            <a:spLocks noGrp="1"/>
          </p:cNvSpPr>
          <p:nvPr>
            <p:ph type="body" sz="quarter" idx="21" hasCustomPrompt="1"/>
          </p:nvPr>
        </p:nvSpPr>
        <p:spPr>
          <a:xfrm>
            <a:off x="5495565" y="2158308"/>
            <a:ext cx="1515902" cy="643408"/>
          </a:xfrm>
        </p:spPr>
        <p:txBody>
          <a:bodyPr>
            <a:noAutofit/>
          </a:bodyPr>
          <a:lstStyle>
            <a:lvl1pPr marL="0" indent="0" algn="l">
              <a:lnSpc>
                <a:spcPct val="90000"/>
              </a:lnSpc>
              <a:spcBef>
                <a:spcPts val="1000"/>
              </a:spcBef>
              <a:buNone/>
              <a:defRPr sz="1000" b="1" cap="all" spc="300" baseline="0">
                <a:solidFill>
                  <a:schemeClr val="accent6">
                    <a:lumMod val="50000"/>
                  </a:schemeClr>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a:t>
            </a:r>
          </a:p>
        </p:txBody>
      </p:sp>
      <p:sp>
        <p:nvSpPr>
          <p:cNvPr id="21" name="Text Placeholder 6">
            <a:extLst>
              <a:ext uri="{FF2B5EF4-FFF2-40B4-BE49-F238E27FC236}">
                <a16:creationId xmlns:a16="http://schemas.microsoft.com/office/drawing/2014/main" id="{DB0B66E2-831B-8B5D-7260-F680B1DCB4C0}"/>
              </a:ext>
            </a:extLst>
          </p:cNvPr>
          <p:cNvSpPr>
            <a:spLocks noGrp="1"/>
          </p:cNvSpPr>
          <p:nvPr>
            <p:ph type="body" sz="quarter" idx="22" hasCustomPrompt="1"/>
          </p:nvPr>
        </p:nvSpPr>
        <p:spPr>
          <a:xfrm>
            <a:off x="7135160" y="2158308"/>
            <a:ext cx="1515902" cy="643408"/>
          </a:xfrm>
        </p:spPr>
        <p:txBody>
          <a:bodyPr>
            <a:noAutofit/>
          </a:bodyPr>
          <a:lstStyle>
            <a:lvl1pPr marL="0" indent="0" algn="l">
              <a:lnSpc>
                <a:spcPct val="90000"/>
              </a:lnSpc>
              <a:spcBef>
                <a:spcPts val="1000"/>
              </a:spcBef>
              <a:buNone/>
              <a:defRPr sz="1000" b="1" cap="all" spc="300" baseline="0">
                <a:solidFill>
                  <a:schemeClr val="accent6">
                    <a:lumMod val="50000"/>
                  </a:schemeClr>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a:t>
            </a:r>
          </a:p>
        </p:txBody>
      </p:sp>
      <p:sp>
        <p:nvSpPr>
          <p:cNvPr id="22" name="Text Placeholder 6">
            <a:extLst>
              <a:ext uri="{FF2B5EF4-FFF2-40B4-BE49-F238E27FC236}">
                <a16:creationId xmlns:a16="http://schemas.microsoft.com/office/drawing/2014/main" id="{5E01213A-B19D-C32B-3CC5-8C7DF3E8B253}"/>
              </a:ext>
            </a:extLst>
          </p:cNvPr>
          <p:cNvSpPr>
            <a:spLocks noGrp="1"/>
          </p:cNvSpPr>
          <p:nvPr>
            <p:ph type="body" sz="quarter" idx="23" hasCustomPrompt="1"/>
          </p:nvPr>
        </p:nvSpPr>
        <p:spPr>
          <a:xfrm>
            <a:off x="8774755" y="2158308"/>
            <a:ext cx="1515902" cy="643408"/>
          </a:xfrm>
        </p:spPr>
        <p:txBody>
          <a:bodyPr>
            <a:noAutofit/>
          </a:bodyPr>
          <a:lstStyle>
            <a:lvl1pPr marL="0" indent="0" algn="l">
              <a:lnSpc>
                <a:spcPct val="90000"/>
              </a:lnSpc>
              <a:spcBef>
                <a:spcPts val="1000"/>
              </a:spcBef>
              <a:buNone/>
              <a:defRPr sz="1000" b="1" cap="all" spc="300" baseline="0">
                <a:solidFill>
                  <a:schemeClr val="accent6">
                    <a:lumMod val="50000"/>
                  </a:schemeClr>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a:t>
            </a:r>
          </a:p>
        </p:txBody>
      </p:sp>
      <p:sp>
        <p:nvSpPr>
          <p:cNvPr id="23" name="Text Placeholder 6">
            <a:extLst>
              <a:ext uri="{FF2B5EF4-FFF2-40B4-BE49-F238E27FC236}">
                <a16:creationId xmlns:a16="http://schemas.microsoft.com/office/drawing/2014/main" id="{5D66B4D4-1888-12A9-F2A9-581EC9B06386}"/>
              </a:ext>
            </a:extLst>
          </p:cNvPr>
          <p:cNvSpPr>
            <a:spLocks noGrp="1"/>
          </p:cNvSpPr>
          <p:nvPr>
            <p:ph type="body" sz="quarter" idx="24" hasCustomPrompt="1"/>
          </p:nvPr>
        </p:nvSpPr>
        <p:spPr>
          <a:xfrm>
            <a:off x="10414352" y="2158308"/>
            <a:ext cx="1515902" cy="643408"/>
          </a:xfrm>
        </p:spPr>
        <p:txBody>
          <a:bodyPr>
            <a:noAutofit/>
          </a:bodyPr>
          <a:lstStyle>
            <a:lvl1pPr marL="0" indent="0" algn="l">
              <a:lnSpc>
                <a:spcPct val="90000"/>
              </a:lnSpc>
              <a:spcBef>
                <a:spcPts val="1000"/>
              </a:spcBef>
              <a:buNone/>
              <a:defRPr sz="1000" b="1" cap="all" spc="300" baseline="0">
                <a:solidFill>
                  <a:schemeClr val="accent6">
                    <a:lumMod val="50000"/>
                  </a:schemeClr>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a:t>
            </a:r>
          </a:p>
        </p:txBody>
      </p:sp>
      <p:sp>
        <p:nvSpPr>
          <p:cNvPr id="26" name="Text Placeholder 6">
            <a:extLst>
              <a:ext uri="{FF2B5EF4-FFF2-40B4-BE49-F238E27FC236}">
                <a16:creationId xmlns:a16="http://schemas.microsoft.com/office/drawing/2014/main" id="{8BA70EC6-938E-0C76-59B1-A0D291AC520E}"/>
              </a:ext>
            </a:extLst>
          </p:cNvPr>
          <p:cNvSpPr>
            <a:spLocks noGrp="1"/>
          </p:cNvSpPr>
          <p:nvPr>
            <p:ph type="body" sz="quarter" idx="25" hasCustomPrompt="1"/>
          </p:nvPr>
        </p:nvSpPr>
        <p:spPr>
          <a:xfrm>
            <a:off x="576780" y="3282262"/>
            <a:ext cx="1515902" cy="914400"/>
          </a:xfrm>
        </p:spPr>
        <p:txBody>
          <a:bodyPr>
            <a:noAutofit/>
          </a:bodyPr>
          <a:lstStyle>
            <a:lvl1pPr marL="0" indent="0" algn="l">
              <a:lnSpc>
                <a:spcPct val="113000"/>
              </a:lnSpc>
              <a:buNone/>
              <a:defRPr sz="1000" b="0" spc="0" baseline="0">
                <a:solidFill>
                  <a:schemeClr val="accent3">
                    <a:lumMod val="10000"/>
                  </a:schemeClr>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 here</a:t>
            </a:r>
          </a:p>
        </p:txBody>
      </p:sp>
      <p:sp>
        <p:nvSpPr>
          <p:cNvPr id="27" name="Text Placeholder 6">
            <a:extLst>
              <a:ext uri="{FF2B5EF4-FFF2-40B4-BE49-F238E27FC236}">
                <a16:creationId xmlns:a16="http://schemas.microsoft.com/office/drawing/2014/main" id="{45208294-243B-6B1C-7B4D-D51C83E833BA}"/>
              </a:ext>
            </a:extLst>
          </p:cNvPr>
          <p:cNvSpPr>
            <a:spLocks noGrp="1"/>
          </p:cNvSpPr>
          <p:nvPr>
            <p:ph type="body" sz="quarter" idx="26" hasCustomPrompt="1"/>
          </p:nvPr>
        </p:nvSpPr>
        <p:spPr>
          <a:xfrm>
            <a:off x="2216375" y="3282262"/>
            <a:ext cx="1515902" cy="914400"/>
          </a:xfrm>
        </p:spPr>
        <p:txBody>
          <a:bodyPr>
            <a:noAutofit/>
          </a:bodyPr>
          <a:lstStyle>
            <a:lvl1pPr marL="0" indent="0" algn="l">
              <a:lnSpc>
                <a:spcPct val="113000"/>
              </a:lnSpc>
              <a:buNone/>
              <a:defRPr sz="1000" b="0" spc="0" baseline="0">
                <a:solidFill>
                  <a:schemeClr val="accent3">
                    <a:lumMod val="10000"/>
                  </a:schemeClr>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 here</a:t>
            </a:r>
          </a:p>
        </p:txBody>
      </p:sp>
      <p:sp>
        <p:nvSpPr>
          <p:cNvPr id="28" name="Text Placeholder 6">
            <a:extLst>
              <a:ext uri="{FF2B5EF4-FFF2-40B4-BE49-F238E27FC236}">
                <a16:creationId xmlns:a16="http://schemas.microsoft.com/office/drawing/2014/main" id="{F9F6658C-4BEF-1B93-92E7-AE2570118194}"/>
              </a:ext>
            </a:extLst>
          </p:cNvPr>
          <p:cNvSpPr>
            <a:spLocks noGrp="1"/>
          </p:cNvSpPr>
          <p:nvPr>
            <p:ph type="body" sz="quarter" idx="27" hasCustomPrompt="1"/>
          </p:nvPr>
        </p:nvSpPr>
        <p:spPr>
          <a:xfrm>
            <a:off x="3855970" y="3282262"/>
            <a:ext cx="1515902" cy="914400"/>
          </a:xfrm>
        </p:spPr>
        <p:txBody>
          <a:bodyPr>
            <a:noAutofit/>
          </a:bodyPr>
          <a:lstStyle>
            <a:lvl1pPr marL="0" indent="0" algn="l">
              <a:lnSpc>
                <a:spcPct val="113000"/>
              </a:lnSpc>
              <a:buNone/>
              <a:defRPr sz="1000" b="0" spc="0" baseline="0">
                <a:solidFill>
                  <a:schemeClr val="accent3">
                    <a:lumMod val="10000"/>
                  </a:schemeClr>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 here</a:t>
            </a:r>
          </a:p>
        </p:txBody>
      </p:sp>
      <p:sp>
        <p:nvSpPr>
          <p:cNvPr id="29" name="Text Placeholder 6">
            <a:extLst>
              <a:ext uri="{FF2B5EF4-FFF2-40B4-BE49-F238E27FC236}">
                <a16:creationId xmlns:a16="http://schemas.microsoft.com/office/drawing/2014/main" id="{C9DE0F18-7248-091B-B3CF-C52106002CCE}"/>
              </a:ext>
            </a:extLst>
          </p:cNvPr>
          <p:cNvSpPr>
            <a:spLocks noGrp="1"/>
          </p:cNvSpPr>
          <p:nvPr>
            <p:ph type="body" sz="quarter" idx="28" hasCustomPrompt="1"/>
          </p:nvPr>
        </p:nvSpPr>
        <p:spPr>
          <a:xfrm>
            <a:off x="5495565" y="3282262"/>
            <a:ext cx="1515902" cy="914400"/>
          </a:xfrm>
        </p:spPr>
        <p:txBody>
          <a:bodyPr>
            <a:noAutofit/>
          </a:bodyPr>
          <a:lstStyle>
            <a:lvl1pPr marL="0" indent="0" algn="l">
              <a:lnSpc>
                <a:spcPct val="113000"/>
              </a:lnSpc>
              <a:buNone/>
              <a:defRPr sz="1000" b="0" spc="0" baseline="0">
                <a:solidFill>
                  <a:schemeClr val="accent3">
                    <a:lumMod val="10000"/>
                  </a:schemeClr>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 here</a:t>
            </a:r>
          </a:p>
        </p:txBody>
      </p:sp>
      <p:sp>
        <p:nvSpPr>
          <p:cNvPr id="30" name="Text Placeholder 6">
            <a:extLst>
              <a:ext uri="{FF2B5EF4-FFF2-40B4-BE49-F238E27FC236}">
                <a16:creationId xmlns:a16="http://schemas.microsoft.com/office/drawing/2014/main" id="{9940A882-262E-11D9-20F5-FC422DA6058B}"/>
              </a:ext>
            </a:extLst>
          </p:cNvPr>
          <p:cNvSpPr>
            <a:spLocks noGrp="1"/>
          </p:cNvSpPr>
          <p:nvPr>
            <p:ph type="body" sz="quarter" idx="29" hasCustomPrompt="1"/>
          </p:nvPr>
        </p:nvSpPr>
        <p:spPr>
          <a:xfrm>
            <a:off x="7135160" y="3282262"/>
            <a:ext cx="1515902" cy="914400"/>
          </a:xfrm>
        </p:spPr>
        <p:txBody>
          <a:bodyPr>
            <a:noAutofit/>
          </a:bodyPr>
          <a:lstStyle>
            <a:lvl1pPr marL="0" indent="0" algn="l">
              <a:lnSpc>
                <a:spcPct val="113000"/>
              </a:lnSpc>
              <a:buNone/>
              <a:defRPr sz="1000" b="0" spc="0" baseline="0">
                <a:solidFill>
                  <a:schemeClr val="accent3">
                    <a:lumMod val="10000"/>
                  </a:schemeClr>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 here</a:t>
            </a:r>
          </a:p>
        </p:txBody>
      </p:sp>
      <p:sp>
        <p:nvSpPr>
          <p:cNvPr id="31" name="Text Placeholder 6">
            <a:extLst>
              <a:ext uri="{FF2B5EF4-FFF2-40B4-BE49-F238E27FC236}">
                <a16:creationId xmlns:a16="http://schemas.microsoft.com/office/drawing/2014/main" id="{F1943B66-B889-2293-1A59-B08E0A4A09D8}"/>
              </a:ext>
            </a:extLst>
          </p:cNvPr>
          <p:cNvSpPr>
            <a:spLocks noGrp="1"/>
          </p:cNvSpPr>
          <p:nvPr>
            <p:ph type="body" sz="quarter" idx="30" hasCustomPrompt="1"/>
          </p:nvPr>
        </p:nvSpPr>
        <p:spPr>
          <a:xfrm>
            <a:off x="8774755" y="3282262"/>
            <a:ext cx="1515902" cy="914400"/>
          </a:xfrm>
        </p:spPr>
        <p:txBody>
          <a:bodyPr>
            <a:noAutofit/>
          </a:bodyPr>
          <a:lstStyle>
            <a:lvl1pPr marL="0" indent="0" algn="l">
              <a:lnSpc>
                <a:spcPct val="113000"/>
              </a:lnSpc>
              <a:buNone/>
              <a:defRPr sz="1000" b="0" spc="0" baseline="0">
                <a:solidFill>
                  <a:schemeClr val="accent3">
                    <a:lumMod val="10000"/>
                  </a:schemeClr>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 here</a:t>
            </a:r>
          </a:p>
        </p:txBody>
      </p:sp>
      <p:sp>
        <p:nvSpPr>
          <p:cNvPr id="32" name="Text Placeholder 6">
            <a:extLst>
              <a:ext uri="{FF2B5EF4-FFF2-40B4-BE49-F238E27FC236}">
                <a16:creationId xmlns:a16="http://schemas.microsoft.com/office/drawing/2014/main" id="{93FE27AA-101D-9FC1-39E1-665CEBA591FB}"/>
              </a:ext>
            </a:extLst>
          </p:cNvPr>
          <p:cNvSpPr>
            <a:spLocks noGrp="1"/>
          </p:cNvSpPr>
          <p:nvPr>
            <p:ph type="body" sz="quarter" idx="31" hasCustomPrompt="1"/>
          </p:nvPr>
        </p:nvSpPr>
        <p:spPr>
          <a:xfrm>
            <a:off x="10414352" y="3282262"/>
            <a:ext cx="1515902" cy="914400"/>
          </a:xfrm>
        </p:spPr>
        <p:txBody>
          <a:bodyPr>
            <a:noAutofit/>
          </a:bodyPr>
          <a:lstStyle>
            <a:lvl1pPr marL="0" indent="0" algn="l">
              <a:lnSpc>
                <a:spcPct val="113000"/>
              </a:lnSpc>
              <a:buNone/>
              <a:defRPr sz="1000" b="0" spc="0" baseline="0">
                <a:solidFill>
                  <a:schemeClr val="accent3">
                    <a:lumMod val="10000"/>
                  </a:schemeClr>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 here</a:t>
            </a:r>
          </a:p>
        </p:txBody>
      </p:sp>
      <p:sp>
        <p:nvSpPr>
          <p:cNvPr id="34" name="Picture Placeholder 33">
            <a:extLst>
              <a:ext uri="{FF2B5EF4-FFF2-40B4-BE49-F238E27FC236}">
                <a16:creationId xmlns:a16="http://schemas.microsoft.com/office/drawing/2014/main" id="{39C37C26-8255-6660-DCE1-D05B99B82D0D}"/>
              </a:ext>
            </a:extLst>
          </p:cNvPr>
          <p:cNvSpPr>
            <a:spLocks noGrp="1"/>
          </p:cNvSpPr>
          <p:nvPr>
            <p:ph type="pic" sz="quarter" idx="32"/>
          </p:nvPr>
        </p:nvSpPr>
        <p:spPr>
          <a:xfrm>
            <a:off x="656949" y="4276725"/>
            <a:ext cx="1516228" cy="2581275"/>
          </a:xfrm>
        </p:spPr>
        <p:txBody>
          <a:bodyPr anchor="ctr">
            <a:normAutofit/>
          </a:bodyPr>
          <a:lstStyle>
            <a:lvl1pPr marL="0" indent="0" algn="ctr">
              <a:buNone/>
              <a:defRPr sz="1600"/>
            </a:lvl1pPr>
          </a:lstStyle>
          <a:p>
            <a:r>
              <a:rPr lang="en-US"/>
              <a:t>Click icon to add picture</a:t>
            </a:r>
            <a:endParaRPr lang="en-US" dirty="0"/>
          </a:p>
        </p:txBody>
      </p:sp>
      <p:sp>
        <p:nvSpPr>
          <p:cNvPr id="36" name="Picture Placeholder 33">
            <a:extLst>
              <a:ext uri="{FF2B5EF4-FFF2-40B4-BE49-F238E27FC236}">
                <a16:creationId xmlns:a16="http://schemas.microsoft.com/office/drawing/2014/main" id="{B8B0653A-87D0-F144-0A04-EC18C75CDE46}"/>
              </a:ext>
            </a:extLst>
          </p:cNvPr>
          <p:cNvSpPr>
            <a:spLocks noGrp="1"/>
          </p:cNvSpPr>
          <p:nvPr>
            <p:ph type="pic" sz="quarter" idx="34"/>
          </p:nvPr>
        </p:nvSpPr>
        <p:spPr>
          <a:xfrm>
            <a:off x="2242486" y="4819650"/>
            <a:ext cx="1515903" cy="2038350"/>
          </a:xfrm>
        </p:spPr>
        <p:txBody>
          <a:bodyPr anchor="ctr">
            <a:normAutofit/>
          </a:bodyPr>
          <a:lstStyle>
            <a:lvl1pPr marL="0" indent="0" algn="ctr">
              <a:buNone/>
              <a:defRPr sz="1600"/>
            </a:lvl1pPr>
          </a:lstStyle>
          <a:p>
            <a:r>
              <a:rPr lang="en-US"/>
              <a:t>Click icon to add picture</a:t>
            </a:r>
            <a:endParaRPr lang="en-US" dirty="0"/>
          </a:p>
        </p:txBody>
      </p:sp>
      <p:sp>
        <p:nvSpPr>
          <p:cNvPr id="37" name="Picture Placeholder 33">
            <a:extLst>
              <a:ext uri="{FF2B5EF4-FFF2-40B4-BE49-F238E27FC236}">
                <a16:creationId xmlns:a16="http://schemas.microsoft.com/office/drawing/2014/main" id="{2D436861-E5E4-0D02-515D-5135ED5C81BD}"/>
              </a:ext>
            </a:extLst>
          </p:cNvPr>
          <p:cNvSpPr>
            <a:spLocks noGrp="1"/>
          </p:cNvSpPr>
          <p:nvPr>
            <p:ph type="pic" sz="quarter" idx="35"/>
          </p:nvPr>
        </p:nvSpPr>
        <p:spPr>
          <a:xfrm>
            <a:off x="3827698" y="4276725"/>
            <a:ext cx="1501022" cy="2581275"/>
          </a:xfrm>
        </p:spPr>
        <p:txBody>
          <a:bodyPr anchor="ctr">
            <a:normAutofit/>
          </a:bodyPr>
          <a:lstStyle>
            <a:lvl1pPr marL="0" indent="0" algn="ctr">
              <a:buNone/>
              <a:defRPr sz="1600"/>
            </a:lvl1pPr>
          </a:lstStyle>
          <a:p>
            <a:r>
              <a:rPr lang="en-US"/>
              <a:t>Click icon to add picture</a:t>
            </a:r>
            <a:endParaRPr lang="en-US" dirty="0"/>
          </a:p>
        </p:txBody>
      </p:sp>
      <p:sp>
        <p:nvSpPr>
          <p:cNvPr id="38" name="Picture Placeholder 33">
            <a:extLst>
              <a:ext uri="{FF2B5EF4-FFF2-40B4-BE49-F238E27FC236}">
                <a16:creationId xmlns:a16="http://schemas.microsoft.com/office/drawing/2014/main" id="{38A682C7-CD55-0D0D-115A-C741A38A9D57}"/>
              </a:ext>
            </a:extLst>
          </p:cNvPr>
          <p:cNvSpPr>
            <a:spLocks noGrp="1"/>
          </p:cNvSpPr>
          <p:nvPr>
            <p:ph type="pic" sz="quarter" idx="36"/>
          </p:nvPr>
        </p:nvSpPr>
        <p:spPr>
          <a:xfrm>
            <a:off x="5398029" y="4819650"/>
            <a:ext cx="1500700" cy="2038350"/>
          </a:xfrm>
        </p:spPr>
        <p:txBody>
          <a:bodyPr anchor="ctr">
            <a:normAutofit/>
          </a:bodyPr>
          <a:lstStyle>
            <a:lvl1pPr marL="0" indent="0" algn="ctr">
              <a:buNone/>
              <a:defRPr sz="1600"/>
            </a:lvl1pPr>
          </a:lstStyle>
          <a:p>
            <a:r>
              <a:rPr lang="en-US"/>
              <a:t>Click icon to add picture</a:t>
            </a:r>
            <a:endParaRPr lang="en-US" dirty="0"/>
          </a:p>
        </p:txBody>
      </p:sp>
      <p:sp>
        <p:nvSpPr>
          <p:cNvPr id="39" name="Picture Placeholder 33">
            <a:extLst>
              <a:ext uri="{FF2B5EF4-FFF2-40B4-BE49-F238E27FC236}">
                <a16:creationId xmlns:a16="http://schemas.microsoft.com/office/drawing/2014/main" id="{6D2E46AE-8931-07D9-E4BA-236767F05123}"/>
              </a:ext>
            </a:extLst>
          </p:cNvPr>
          <p:cNvSpPr>
            <a:spLocks noGrp="1"/>
          </p:cNvSpPr>
          <p:nvPr>
            <p:ph type="pic" sz="quarter" idx="37"/>
          </p:nvPr>
        </p:nvSpPr>
        <p:spPr>
          <a:xfrm>
            <a:off x="6968038" y="4276725"/>
            <a:ext cx="1515904" cy="2581275"/>
          </a:xfrm>
        </p:spPr>
        <p:txBody>
          <a:bodyPr anchor="ctr">
            <a:normAutofit/>
          </a:bodyPr>
          <a:lstStyle>
            <a:lvl1pPr marL="0" indent="0" algn="ctr">
              <a:buNone/>
              <a:defRPr sz="1600"/>
            </a:lvl1pPr>
          </a:lstStyle>
          <a:p>
            <a:r>
              <a:rPr lang="en-US"/>
              <a:t>Click icon to add picture</a:t>
            </a:r>
            <a:endParaRPr lang="en-US" dirty="0"/>
          </a:p>
        </p:txBody>
      </p:sp>
      <p:sp>
        <p:nvSpPr>
          <p:cNvPr id="40" name="Picture Placeholder 33">
            <a:extLst>
              <a:ext uri="{FF2B5EF4-FFF2-40B4-BE49-F238E27FC236}">
                <a16:creationId xmlns:a16="http://schemas.microsoft.com/office/drawing/2014/main" id="{295565B1-ACA7-F26E-8827-05E8356C7C54}"/>
              </a:ext>
            </a:extLst>
          </p:cNvPr>
          <p:cNvSpPr>
            <a:spLocks noGrp="1"/>
          </p:cNvSpPr>
          <p:nvPr>
            <p:ph type="pic" sz="quarter" idx="38"/>
          </p:nvPr>
        </p:nvSpPr>
        <p:spPr>
          <a:xfrm>
            <a:off x="8553251" y="4830161"/>
            <a:ext cx="1531401" cy="2027839"/>
          </a:xfrm>
        </p:spPr>
        <p:txBody>
          <a:bodyPr anchor="ctr">
            <a:normAutofit/>
          </a:bodyPr>
          <a:lstStyle>
            <a:lvl1pPr marL="0" indent="0" algn="ctr">
              <a:buNone/>
              <a:defRPr sz="1600"/>
            </a:lvl1pPr>
          </a:lstStyle>
          <a:p>
            <a:r>
              <a:rPr lang="en-US"/>
              <a:t>Click icon to add picture</a:t>
            </a:r>
            <a:endParaRPr lang="en-US" dirty="0"/>
          </a:p>
        </p:txBody>
      </p:sp>
      <p:sp>
        <p:nvSpPr>
          <p:cNvPr id="35" name="Picture Placeholder 33">
            <a:extLst>
              <a:ext uri="{FF2B5EF4-FFF2-40B4-BE49-F238E27FC236}">
                <a16:creationId xmlns:a16="http://schemas.microsoft.com/office/drawing/2014/main" id="{AFF99AF0-07B4-1CEE-3781-E91ED317B3DE}"/>
              </a:ext>
            </a:extLst>
          </p:cNvPr>
          <p:cNvSpPr>
            <a:spLocks noGrp="1"/>
          </p:cNvSpPr>
          <p:nvPr>
            <p:ph type="pic" sz="quarter" idx="33"/>
          </p:nvPr>
        </p:nvSpPr>
        <p:spPr>
          <a:xfrm>
            <a:off x="10153958" y="4276725"/>
            <a:ext cx="1515903" cy="2581275"/>
          </a:xfrm>
        </p:spPr>
        <p:txBody>
          <a:bodyPr anchor="ctr">
            <a:normAutofit/>
          </a:bodyPr>
          <a:lstStyle>
            <a:lvl1pPr marL="0" indent="0" algn="ctr">
              <a:buNone/>
              <a:defRPr sz="1600"/>
            </a:lvl1pPr>
          </a:lstStyle>
          <a:p>
            <a:r>
              <a:rPr lang="en-US"/>
              <a:t>Click icon to add picture</a:t>
            </a:r>
            <a:endParaRPr lang="en-US" dirty="0"/>
          </a:p>
        </p:txBody>
      </p:sp>
      <p:cxnSp>
        <p:nvCxnSpPr>
          <p:cNvPr id="3" name="Straight Connector 2">
            <a:extLst>
              <a:ext uri="{FF2B5EF4-FFF2-40B4-BE49-F238E27FC236}">
                <a16:creationId xmlns:a16="http://schemas.microsoft.com/office/drawing/2014/main" id="{CAFE5053-60BB-2761-C015-8271375ECE79}"/>
              </a:ext>
              <a:ext uri="{C183D7F6-B498-43B3-948B-1728B52AA6E4}">
                <adec:decorative xmlns:adec="http://schemas.microsoft.com/office/drawing/2017/decorative" val="1"/>
              </a:ext>
            </a:extLst>
          </p:cNvPr>
          <p:cNvCxnSpPr>
            <a:cxnSpLocks/>
          </p:cNvCxnSpPr>
          <p:nvPr userDrawn="1"/>
        </p:nvCxnSpPr>
        <p:spPr>
          <a:xfrm>
            <a:off x="727527" y="2914513"/>
            <a:ext cx="10954869" cy="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sp>
        <p:nvSpPr>
          <p:cNvPr id="4" name="Oval 3">
            <a:extLst>
              <a:ext uri="{FF2B5EF4-FFF2-40B4-BE49-F238E27FC236}">
                <a16:creationId xmlns:a16="http://schemas.microsoft.com/office/drawing/2014/main" id="{848DF79D-5968-B3B0-E251-91F377B6AF27}"/>
              </a:ext>
              <a:ext uri="{C183D7F6-B498-43B3-948B-1728B52AA6E4}">
                <adec:decorative xmlns:adec="http://schemas.microsoft.com/office/drawing/2017/decorative" val="1"/>
              </a:ext>
            </a:extLst>
          </p:cNvPr>
          <p:cNvSpPr/>
          <p:nvPr userDrawn="1"/>
        </p:nvSpPr>
        <p:spPr>
          <a:xfrm>
            <a:off x="649776" y="2839459"/>
            <a:ext cx="161832" cy="16183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Oval 4">
            <a:extLst>
              <a:ext uri="{FF2B5EF4-FFF2-40B4-BE49-F238E27FC236}">
                <a16:creationId xmlns:a16="http://schemas.microsoft.com/office/drawing/2014/main" id="{96596F52-E672-3E2F-3A6D-9A145AB707C3}"/>
              </a:ext>
              <a:ext uri="{C183D7F6-B498-43B3-948B-1728B52AA6E4}">
                <adec:decorative xmlns:adec="http://schemas.microsoft.com/office/drawing/2017/decorative" val="1"/>
              </a:ext>
            </a:extLst>
          </p:cNvPr>
          <p:cNvSpPr/>
          <p:nvPr userDrawn="1"/>
        </p:nvSpPr>
        <p:spPr>
          <a:xfrm>
            <a:off x="2353127" y="2839459"/>
            <a:ext cx="161832" cy="16183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6" name="Oval 5">
            <a:extLst>
              <a:ext uri="{FF2B5EF4-FFF2-40B4-BE49-F238E27FC236}">
                <a16:creationId xmlns:a16="http://schemas.microsoft.com/office/drawing/2014/main" id="{507FBAA1-A8BE-79FE-77C8-41965A21EE1C}"/>
              </a:ext>
              <a:ext uri="{C183D7F6-B498-43B3-948B-1728B52AA6E4}">
                <adec:decorative xmlns:adec="http://schemas.microsoft.com/office/drawing/2017/decorative" val="1"/>
              </a:ext>
            </a:extLst>
          </p:cNvPr>
          <p:cNvSpPr/>
          <p:nvPr userDrawn="1"/>
        </p:nvSpPr>
        <p:spPr>
          <a:xfrm>
            <a:off x="3978727" y="2839459"/>
            <a:ext cx="161832" cy="16183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7" name="Oval 6">
            <a:extLst>
              <a:ext uri="{FF2B5EF4-FFF2-40B4-BE49-F238E27FC236}">
                <a16:creationId xmlns:a16="http://schemas.microsoft.com/office/drawing/2014/main" id="{DCE966C6-D5C6-F289-A101-12F9346A3CBA}"/>
              </a:ext>
              <a:ext uri="{C183D7F6-B498-43B3-948B-1728B52AA6E4}">
                <adec:decorative xmlns:adec="http://schemas.microsoft.com/office/drawing/2017/decorative" val="1"/>
              </a:ext>
            </a:extLst>
          </p:cNvPr>
          <p:cNvSpPr/>
          <p:nvPr userDrawn="1"/>
        </p:nvSpPr>
        <p:spPr>
          <a:xfrm>
            <a:off x="5603762" y="2839459"/>
            <a:ext cx="161832" cy="16183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C5F90A22-A0F4-7C70-DB50-E05ADE626CEB}"/>
              </a:ext>
              <a:ext uri="{C183D7F6-B498-43B3-948B-1728B52AA6E4}">
                <adec:decorative xmlns:adec="http://schemas.microsoft.com/office/drawing/2017/decorative" val="1"/>
              </a:ext>
            </a:extLst>
          </p:cNvPr>
          <p:cNvSpPr/>
          <p:nvPr userDrawn="1"/>
        </p:nvSpPr>
        <p:spPr>
          <a:xfrm>
            <a:off x="7229927" y="2839459"/>
            <a:ext cx="161832" cy="16183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Oval 8">
            <a:extLst>
              <a:ext uri="{FF2B5EF4-FFF2-40B4-BE49-F238E27FC236}">
                <a16:creationId xmlns:a16="http://schemas.microsoft.com/office/drawing/2014/main" id="{F8C40A97-5EF3-1C22-54A1-85F1821010AF}"/>
              </a:ext>
              <a:ext uri="{C183D7F6-B498-43B3-948B-1728B52AA6E4}">
                <adec:decorative xmlns:adec="http://schemas.microsoft.com/office/drawing/2017/decorative" val="1"/>
              </a:ext>
            </a:extLst>
          </p:cNvPr>
          <p:cNvSpPr/>
          <p:nvPr userDrawn="1"/>
        </p:nvSpPr>
        <p:spPr>
          <a:xfrm>
            <a:off x="8854965" y="2839459"/>
            <a:ext cx="161832" cy="16183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3DAD6B51-49A7-A1A1-82D7-083E1E48E3D9}"/>
              </a:ext>
              <a:ext uri="{C183D7F6-B498-43B3-948B-1728B52AA6E4}">
                <adec:decorative xmlns:adec="http://schemas.microsoft.com/office/drawing/2017/decorative" val="1"/>
              </a:ext>
            </a:extLst>
          </p:cNvPr>
          <p:cNvSpPr/>
          <p:nvPr userDrawn="1"/>
        </p:nvSpPr>
        <p:spPr>
          <a:xfrm>
            <a:off x="10481124" y="2839459"/>
            <a:ext cx="161832" cy="16183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03800710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imeline_5">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6B855-995C-1225-6A02-C46FF326D417}"/>
              </a:ext>
            </a:extLst>
          </p:cNvPr>
          <p:cNvSpPr>
            <a:spLocks noGrp="1"/>
          </p:cNvSpPr>
          <p:nvPr>
            <p:ph type="title" hasCustomPrompt="1"/>
          </p:nvPr>
        </p:nvSpPr>
        <p:spPr>
          <a:xfrm>
            <a:off x="561974" y="353837"/>
            <a:ext cx="11063525" cy="940194"/>
          </a:xfrm>
        </p:spPr>
        <p:txBody>
          <a:bodyPr tIns="91440" bIns="0">
            <a:noAutofit/>
          </a:bodyPr>
          <a:lstStyle>
            <a:lvl1pPr algn="l">
              <a:defRPr sz="5000">
                <a:solidFill>
                  <a:schemeClr val="accent2"/>
                </a:solidFill>
              </a:defRPr>
            </a:lvl1pPr>
          </a:lstStyle>
          <a:p>
            <a:r>
              <a:rPr lang="en-US" dirty="0"/>
              <a:t>Add title</a:t>
            </a:r>
          </a:p>
        </p:txBody>
      </p:sp>
      <p:sp>
        <p:nvSpPr>
          <p:cNvPr id="5" name="Text Placeholder 6">
            <a:extLst>
              <a:ext uri="{FF2B5EF4-FFF2-40B4-BE49-F238E27FC236}">
                <a16:creationId xmlns:a16="http://schemas.microsoft.com/office/drawing/2014/main" id="{0B164C47-85FC-75F1-2510-5879B9FC64FF}"/>
              </a:ext>
            </a:extLst>
          </p:cNvPr>
          <p:cNvSpPr>
            <a:spLocks noGrp="1"/>
          </p:cNvSpPr>
          <p:nvPr>
            <p:ph type="body" sz="quarter" idx="10" hasCustomPrompt="1"/>
          </p:nvPr>
        </p:nvSpPr>
        <p:spPr>
          <a:xfrm>
            <a:off x="565202" y="1305319"/>
            <a:ext cx="11063526" cy="441185"/>
          </a:xfrm>
        </p:spPr>
        <p:txBody>
          <a:bodyPr>
            <a:noAutofit/>
          </a:bodyPr>
          <a:lstStyle>
            <a:lvl1pPr marL="0" indent="0" algn="l">
              <a:buNone/>
              <a:defRPr sz="2000" b="0" cap="all" spc="300" baseline="0">
                <a:solidFill>
                  <a:schemeClr val="tx1"/>
                </a:solidFill>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SUBTITLE</a:t>
            </a:r>
          </a:p>
        </p:txBody>
      </p:sp>
      <p:sp>
        <p:nvSpPr>
          <p:cNvPr id="17" name="SmartArt Placeholder 16">
            <a:extLst>
              <a:ext uri="{FF2B5EF4-FFF2-40B4-BE49-F238E27FC236}">
                <a16:creationId xmlns:a16="http://schemas.microsoft.com/office/drawing/2014/main" id="{958446B8-0321-E6E0-5252-12AAE6EF3E7F}"/>
              </a:ext>
            </a:extLst>
          </p:cNvPr>
          <p:cNvSpPr>
            <a:spLocks noGrp="1"/>
          </p:cNvSpPr>
          <p:nvPr>
            <p:ph type="dgm" sz="quarter" idx="11"/>
          </p:nvPr>
        </p:nvSpPr>
        <p:spPr>
          <a:xfrm>
            <a:off x="563273" y="1814948"/>
            <a:ext cx="11065455" cy="4532597"/>
          </a:xfrm>
        </p:spPr>
        <p:txBody>
          <a:bodyPr anchor="t"/>
          <a:lstStyle>
            <a:lvl1pPr marL="0" indent="0" algn="ctr">
              <a:buNone/>
              <a:defRPr/>
            </a:lvl1pPr>
          </a:lstStyle>
          <a:p>
            <a:r>
              <a:rPr lang="en-US"/>
              <a:t>Click icon to add SmartArt graphic</a:t>
            </a:r>
            <a:endParaRPr lang="en-US" dirty="0"/>
          </a:p>
        </p:txBody>
      </p:sp>
      <p:sp>
        <p:nvSpPr>
          <p:cNvPr id="19" name="Text Placeholder 6">
            <a:extLst>
              <a:ext uri="{FF2B5EF4-FFF2-40B4-BE49-F238E27FC236}">
                <a16:creationId xmlns:a16="http://schemas.microsoft.com/office/drawing/2014/main" id="{BAA835CE-4A8B-1613-AC20-76D775DB667B}"/>
              </a:ext>
            </a:extLst>
          </p:cNvPr>
          <p:cNvSpPr>
            <a:spLocks noGrp="1"/>
          </p:cNvSpPr>
          <p:nvPr>
            <p:ph type="body" sz="quarter" idx="12" hasCustomPrompt="1"/>
          </p:nvPr>
        </p:nvSpPr>
        <p:spPr>
          <a:xfrm>
            <a:off x="1385112" y="4058211"/>
            <a:ext cx="1097280" cy="548640"/>
          </a:xfrm>
        </p:spPr>
        <p:txBody>
          <a:bodyPr>
            <a:noAutofit/>
          </a:bodyPr>
          <a:lstStyle>
            <a:lvl1pPr marL="0" indent="0" algn="ctr">
              <a:buNone/>
              <a:defRPr sz="2800" b="0" spc="0" baseline="0">
                <a:solidFill>
                  <a:schemeClr val="accent2"/>
                </a:solidFill>
                <a:latin typeface="+mj-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0000</a:t>
            </a:r>
          </a:p>
        </p:txBody>
      </p:sp>
      <p:sp>
        <p:nvSpPr>
          <p:cNvPr id="20" name="Text Placeholder 6">
            <a:extLst>
              <a:ext uri="{FF2B5EF4-FFF2-40B4-BE49-F238E27FC236}">
                <a16:creationId xmlns:a16="http://schemas.microsoft.com/office/drawing/2014/main" id="{06B0B38A-9459-4BB6-0749-21EB25003455}"/>
              </a:ext>
            </a:extLst>
          </p:cNvPr>
          <p:cNvSpPr>
            <a:spLocks noGrp="1"/>
          </p:cNvSpPr>
          <p:nvPr>
            <p:ph type="body" sz="quarter" idx="13" hasCustomPrompt="1"/>
          </p:nvPr>
        </p:nvSpPr>
        <p:spPr>
          <a:xfrm>
            <a:off x="2773673" y="3560920"/>
            <a:ext cx="1097280" cy="548640"/>
          </a:xfrm>
        </p:spPr>
        <p:txBody>
          <a:bodyPr>
            <a:noAutofit/>
          </a:bodyPr>
          <a:lstStyle>
            <a:lvl1pPr marL="0" indent="0" algn="ctr">
              <a:buNone/>
              <a:defRPr sz="2800" b="0" spc="0" baseline="0">
                <a:solidFill>
                  <a:schemeClr val="accent2"/>
                </a:solidFill>
                <a:latin typeface="+mj-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0000</a:t>
            </a:r>
          </a:p>
        </p:txBody>
      </p:sp>
      <p:sp>
        <p:nvSpPr>
          <p:cNvPr id="21" name="Text Placeholder 6">
            <a:extLst>
              <a:ext uri="{FF2B5EF4-FFF2-40B4-BE49-F238E27FC236}">
                <a16:creationId xmlns:a16="http://schemas.microsoft.com/office/drawing/2014/main" id="{1A4119CC-0564-A779-7386-C668A704CDA0}"/>
              </a:ext>
            </a:extLst>
          </p:cNvPr>
          <p:cNvSpPr>
            <a:spLocks noGrp="1"/>
          </p:cNvSpPr>
          <p:nvPr>
            <p:ph type="body" sz="quarter" idx="14" hasCustomPrompt="1"/>
          </p:nvPr>
        </p:nvSpPr>
        <p:spPr>
          <a:xfrm>
            <a:off x="4162234" y="4058211"/>
            <a:ext cx="1097280" cy="548640"/>
          </a:xfrm>
        </p:spPr>
        <p:txBody>
          <a:bodyPr>
            <a:noAutofit/>
          </a:bodyPr>
          <a:lstStyle>
            <a:lvl1pPr marL="0" indent="0" algn="ctr">
              <a:buNone/>
              <a:defRPr sz="2800" b="0" spc="0" baseline="0">
                <a:solidFill>
                  <a:schemeClr val="accent2"/>
                </a:solidFill>
                <a:latin typeface="+mj-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0000</a:t>
            </a:r>
          </a:p>
        </p:txBody>
      </p:sp>
      <p:sp>
        <p:nvSpPr>
          <p:cNvPr id="22" name="Text Placeholder 6">
            <a:extLst>
              <a:ext uri="{FF2B5EF4-FFF2-40B4-BE49-F238E27FC236}">
                <a16:creationId xmlns:a16="http://schemas.microsoft.com/office/drawing/2014/main" id="{1501451E-59DD-FD02-EACB-2DE1F74D7C54}"/>
              </a:ext>
            </a:extLst>
          </p:cNvPr>
          <p:cNvSpPr>
            <a:spLocks noGrp="1"/>
          </p:cNvSpPr>
          <p:nvPr>
            <p:ph type="body" sz="quarter" idx="15" hasCustomPrompt="1"/>
          </p:nvPr>
        </p:nvSpPr>
        <p:spPr>
          <a:xfrm>
            <a:off x="5550795" y="3560920"/>
            <a:ext cx="1097280" cy="548640"/>
          </a:xfrm>
        </p:spPr>
        <p:txBody>
          <a:bodyPr>
            <a:noAutofit/>
          </a:bodyPr>
          <a:lstStyle>
            <a:lvl1pPr marL="0" indent="0" algn="ctr">
              <a:buNone/>
              <a:defRPr sz="2800" b="0" spc="0" baseline="0">
                <a:solidFill>
                  <a:schemeClr val="accent2"/>
                </a:solidFill>
                <a:latin typeface="+mj-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0000</a:t>
            </a:r>
          </a:p>
        </p:txBody>
      </p:sp>
      <p:sp>
        <p:nvSpPr>
          <p:cNvPr id="23" name="Text Placeholder 6">
            <a:extLst>
              <a:ext uri="{FF2B5EF4-FFF2-40B4-BE49-F238E27FC236}">
                <a16:creationId xmlns:a16="http://schemas.microsoft.com/office/drawing/2014/main" id="{0F171DBC-795C-5784-4841-C1B0E3A52D0B}"/>
              </a:ext>
            </a:extLst>
          </p:cNvPr>
          <p:cNvSpPr>
            <a:spLocks noGrp="1"/>
          </p:cNvSpPr>
          <p:nvPr>
            <p:ph type="body" sz="quarter" idx="16" hasCustomPrompt="1"/>
          </p:nvPr>
        </p:nvSpPr>
        <p:spPr>
          <a:xfrm>
            <a:off x="6939356" y="4058211"/>
            <a:ext cx="1097280" cy="548640"/>
          </a:xfrm>
        </p:spPr>
        <p:txBody>
          <a:bodyPr>
            <a:noAutofit/>
          </a:bodyPr>
          <a:lstStyle>
            <a:lvl1pPr marL="0" indent="0" algn="ctr">
              <a:buNone/>
              <a:defRPr sz="2800" b="0" spc="0" baseline="0">
                <a:solidFill>
                  <a:schemeClr val="accent2"/>
                </a:solidFill>
                <a:latin typeface="+mj-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0000</a:t>
            </a:r>
          </a:p>
        </p:txBody>
      </p:sp>
      <p:sp>
        <p:nvSpPr>
          <p:cNvPr id="34" name="Text Placeholder 6">
            <a:extLst>
              <a:ext uri="{FF2B5EF4-FFF2-40B4-BE49-F238E27FC236}">
                <a16:creationId xmlns:a16="http://schemas.microsoft.com/office/drawing/2014/main" id="{6FBB2B25-899A-5757-2974-FB6C2CBB4F86}"/>
              </a:ext>
            </a:extLst>
          </p:cNvPr>
          <p:cNvSpPr>
            <a:spLocks noGrp="1"/>
          </p:cNvSpPr>
          <p:nvPr>
            <p:ph type="body" sz="quarter" idx="17" hasCustomPrompt="1"/>
          </p:nvPr>
        </p:nvSpPr>
        <p:spPr>
          <a:xfrm>
            <a:off x="8327917" y="3560920"/>
            <a:ext cx="1097280" cy="548640"/>
          </a:xfrm>
        </p:spPr>
        <p:txBody>
          <a:bodyPr>
            <a:noAutofit/>
          </a:bodyPr>
          <a:lstStyle>
            <a:lvl1pPr marL="0" indent="0" algn="ctr">
              <a:buNone/>
              <a:defRPr sz="2800" b="0" spc="0" baseline="0">
                <a:solidFill>
                  <a:schemeClr val="accent2"/>
                </a:solidFill>
                <a:latin typeface="+mj-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0000</a:t>
            </a:r>
          </a:p>
        </p:txBody>
      </p:sp>
      <p:sp>
        <p:nvSpPr>
          <p:cNvPr id="35" name="Text Placeholder 6">
            <a:extLst>
              <a:ext uri="{FF2B5EF4-FFF2-40B4-BE49-F238E27FC236}">
                <a16:creationId xmlns:a16="http://schemas.microsoft.com/office/drawing/2014/main" id="{8C2FB7DF-BBB0-A0AD-8232-1C858B8FDAA0}"/>
              </a:ext>
            </a:extLst>
          </p:cNvPr>
          <p:cNvSpPr>
            <a:spLocks noGrp="1"/>
          </p:cNvSpPr>
          <p:nvPr>
            <p:ph type="body" sz="quarter" idx="18" hasCustomPrompt="1"/>
          </p:nvPr>
        </p:nvSpPr>
        <p:spPr>
          <a:xfrm>
            <a:off x="9716478" y="4058211"/>
            <a:ext cx="1097280" cy="548640"/>
          </a:xfrm>
        </p:spPr>
        <p:txBody>
          <a:bodyPr>
            <a:noAutofit/>
          </a:bodyPr>
          <a:lstStyle>
            <a:lvl1pPr marL="0" indent="0" algn="ctr">
              <a:buNone/>
              <a:defRPr sz="2800" b="0" spc="0" baseline="0">
                <a:solidFill>
                  <a:schemeClr val="accent2"/>
                </a:solidFill>
                <a:latin typeface="+mj-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0000</a:t>
            </a:r>
          </a:p>
        </p:txBody>
      </p:sp>
      <p:cxnSp>
        <p:nvCxnSpPr>
          <p:cNvPr id="3" name="Straight Connector 2">
            <a:extLst>
              <a:ext uri="{FF2B5EF4-FFF2-40B4-BE49-F238E27FC236}">
                <a16:creationId xmlns:a16="http://schemas.microsoft.com/office/drawing/2014/main" id="{F026B881-58FB-7BF2-7AF2-0485AEFED077}"/>
              </a:ext>
              <a:ext uri="{C183D7F6-B498-43B3-948B-1728B52AA6E4}">
                <adec:decorative xmlns:adec="http://schemas.microsoft.com/office/drawing/2017/decorative" val="1"/>
              </a:ext>
            </a:extLst>
          </p:cNvPr>
          <p:cNvCxnSpPr>
            <a:cxnSpLocks/>
          </p:cNvCxnSpPr>
          <p:nvPr userDrawn="1"/>
        </p:nvCxnSpPr>
        <p:spPr>
          <a:xfrm>
            <a:off x="615523" y="1166613"/>
            <a:ext cx="5415482"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23194727"/>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imeline_6">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6B855-995C-1225-6A02-C46FF326D417}"/>
              </a:ext>
            </a:extLst>
          </p:cNvPr>
          <p:cNvSpPr>
            <a:spLocks noGrp="1"/>
          </p:cNvSpPr>
          <p:nvPr>
            <p:ph type="title" hasCustomPrompt="1"/>
          </p:nvPr>
        </p:nvSpPr>
        <p:spPr>
          <a:xfrm>
            <a:off x="561974" y="353837"/>
            <a:ext cx="11063525" cy="940194"/>
          </a:xfrm>
        </p:spPr>
        <p:txBody>
          <a:bodyPr tIns="91440" bIns="0">
            <a:noAutofit/>
          </a:bodyPr>
          <a:lstStyle>
            <a:lvl1pPr algn="l">
              <a:defRPr sz="5000">
                <a:solidFill>
                  <a:schemeClr val="accent5"/>
                </a:solidFill>
              </a:defRPr>
            </a:lvl1pPr>
          </a:lstStyle>
          <a:p>
            <a:r>
              <a:rPr lang="en-US" dirty="0"/>
              <a:t>Add title</a:t>
            </a:r>
          </a:p>
        </p:txBody>
      </p:sp>
      <p:sp>
        <p:nvSpPr>
          <p:cNvPr id="5" name="Text Placeholder 6">
            <a:extLst>
              <a:ext uri="{FF2B5EF4-FFF2-40B4-BE49-F238E27FC236}">
                <a16:creationId xmlns:a16="http://schemas.microsoft.com/office/drawing/2014/main" id="{0B164C47-85FC-75F1-2510-5879B9FC64FF}"/>
              </a:ext>
            </a:extLst>
          </p:cNvPr>
          <p:cNvSpPr>
            <a:spLocks noGrp="1"/>
          </p:cNvSpPr>
          <p:nvPr>
            <p:ph type="body" sz="quarter" idx="10" hasCustomPrompt="1"/>
          </p:nvPr>
        </p:nvSpPr>
        <p:spPr>
          <a:xfrm>
            <a:off x="565202" y="1305320"/>
            <a:ext cx="11063526" cy="405494"/>
          </a:xfrm>
        </p:spPr>
        <p:txBody>
          <a:bodyPr>
            <a:noAutofit/>
          </a:bodyPr>
          <a:lstStyle>
            <a:lvl1pPr marL="0" indent="0" algn="l">
              <a:buNone/>
              <a:defRPr sz="2000" b="0" cap="all" spc="300" baseline="0">
                <a:solidFill>
                  <a:schemeClr val="tx1"/>
                </a:solidFill>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SUBTITLE</a:t>
            </a:r>
          </a:p>
        </p:txBody>
      </p:sp>
      <p:sp>
        <p:nvSpPr>
          <p:cNvPr id="17" name="SmartArt Placeholder 16">
            <a:extLst>
              <a:ext uri="{FF2B5EF4-FFF2-40B4-BE49-F238E27FC236}">
                <a16:creationId xmlns:a16="http://schemas.microsoft.com/office/drawing/2014/main" id="{958446B8-0321-E6E0-5252-12AAE6EF3E7F}"/>
              </a:ext>
            </a:extLst>
          </p:cNvPr>
          <p:cNvSpPr>
            <a:spLocks noGrp="1"/>
          </p:cNvSpPr>
          <p:nvPr>
            <p:ph type="dgm" sz="quarter" idx="11"/>
          </p:nvPr>
        </p:nvSpPr>
        <p:spPr>
          <a:xfrm>
            <a:off x="563273" y="1814948"/>
            <a:ext cx="11065455" cy="4532597"/>
          </a:xfrm>
        </p:spPr>
        <p:txBody>
          <a:bodyPr anchor="t"/>
          <a:lstStyle>
            <a:lvl1pPr marL="0" indent="0" algn="ctr">
              <a:buNone/>
              <a:defRPr/>
            </a:lvl1pPr>
          </a:lstStyle>
          <a:p>
            <a:r>
              <a:rPr lang="en-US"/>
              <a:t>Click icon to add SmartArt graphic</a:t>
            </a:r>
            <a:endParaRPr lang="en-US" dirty="0"/>
          </a:p>
        </p:txBody>
      </p:sp>
      <p:cxnSp>
        <p:nvCxnSpPr>
          <p:cNvPr id="3" name="Straight Connector 2">
            <a:extLst>
              <a:ext uri="{FF2B5EF4-FFF2-40B4-BE49-F238E27FC236}">
                <a16:creationId xmlns:a16="http://schemas.microsoft.com/office/drawing/2014/main" id="{F267E601-FCA9-308C-E425-C2A3C595B341}"/>
              </a:ext>
              <a:ext uri="{C183D7F6-B498-43B3-948B-1728B52AA6E4}">
                <adec:decorative xmlns:adec="http://schemas.microsoft.com/office/drawing/2017/decorative" val="1"/>
              </a:ext>
            </a:extLst>
          </p:cNvPr>
          <p:cNvCxnSpPr>
            <a:cxnSpLocks/>
          </p:cNvCxnSpPr>
          <p:nvPr userDrawn="1"/>
        </p:nvCxnSpPr>
        <p:spPr>
          <a:xfrm>
            <a:off x="615523" y="1166613"/>
            <a:ext cx="5415482"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sp>
        <p:nvSpPr>
          <p:cNvPr id="4" name="Text Placeholder 6">
            <a:extLst>
              <a:ext uri="{FF2B5EF4-FFF2-40B4-BE49-F238E27FC236}">
                <a16:creationId xmlns:a16="http://schemas.microsoft.com/office/drawing/2014/main" id="{B061C369-6745-77D0-C684-9B08C18484FB}"/>
              </a:ext>
            </a:extLst>
          </p:cNvPr>
          <p:cNvSpPr>
            <a:spLocks noGrp="1"/>
          </p:cNvSpPr>
          <p:nvPr>
            <p:ph type="body" sz="quarter" idx="12" hasCustomPrompt="1"/>
          </p:nvPr>
        </p:nvSpPr>
        <p:spPr>
          <a:xfrm>
            <a:off x="1385112" y="4058211"/>
            <a:ext cx="1097280" cy="548640"/>
          </a:xfrm>
        </p:spPr>
        <p:txBody>
          <a:bodyPr>
            <a:noAutofit/>
          </a:bodyPr>
          <a:lstStyle>
            <a:lvl1pPr marL="0" indent="0" algn="ctr">
              <a:buNone/>
              <a:defRPr sz="2800" b="0" spc="0" baseline="0">
                <a:solidFill>
                  <a:schemeClr val="accent5"/>
                </a:solidFill>
                <a:latin typeface="+mj-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0000</a:t>
            </a:r>
          </a:p>
        </p:txBody>
      </p:sp>
      <p:sp>
        <p:nvSpPr>
          <p:cNvPr id="6" name="Text Placeholder 6">
            <a:extLst>
              <a:ext uri="{FF2B5EF4-FFF2-40B4-BE49-F238E27FC236}">
                <a16:creationId xmlns:a16="http://schemas.microsoft.com/office/drawing/2014/main" id="{49E91393-8611-982C-AEB1-476C8829A843}"/>
              </a:ext>
            </a:extLst>
          </p:cNvPr>
          <p:cNvSpPr>
            <a:spLocks noGrp="1"/>
          </p:cNvSpPr>
          <p:nvPr>
            <p:ph type="body" sz="quarter" idx="13" hasCustomPrompt="1"/>
          </p:nvPr>
        </p:nvSpPr>
        <p:spPr>
          <a:xfrm>
            <a:off x="2773673" y="3560920"/>
            <a:ext cx="1097280" cy="548640"/>
          </a:xfrm>
        </p:spPr>
        <p:txBody>
          <a:bodyPr>
            <a:noAutofit/>
          </a:bodyPr>
          <a:lstStyle>
            <a:lvl1pPr marL="0" indent="0" algn="ctr">
              <a:buNone/>
              <a:defRPr sz="2800" b="0" spc="0" baseline="0">
                <a:solidFill>
                  <a:schemeClr val="accent5"/>
                </a:solidFill>
                <a:latin typeface="+mj-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0000</a:t>
            </a:r>
          </a:p>
        </p:txBody>
      </p:sp>
      <p:sp>
        <p:nvSpPr>
          <p:cNvPr id="7" name="Text Placeholder 6">
            <a:extLst>
              <a:ext uri="{FF2B5EF4-FFF2-40B4-BE49-F238E27FC236}">
                <a16:creationId xmlns:a16="http://schemas.microsoft.com/office/drawing/2014/main" id="{F64E0D27-4921-BBDE-CCB1-7A6999A8580A}"/>
              </a:ext>
            </a:extLst>
          </p:cNvPr>
          <p:cNvSpPr>
            <a:spLocks noGrp="1"/>
          </p:cNvSpPr>
          <p:nvPr>
            <p:ph type="body" sz="quarter" idx="14" hasCustomPrompt="1"/>
          </p:nvPr>
        </p:nvSpPr>
        <p:spPr>
          <a:xfrm>
            <a:off x="4162234" y="4058211"/>
            <a:ext cx="1097280" cy="548640"/>
          </a:xfrm>
        </p:spPr>
        <p:txBody>
          <a:bodyPr>
            <a:noAutofit/>
          </a:bodyPr>
          <a:lstStyle>
            <a:lvl1pPr marL="0" indent="0" algn="ctr">
              <a:buNone/>
              <a:defRPr sz="2800" b="0" spc="0" baseline="0">
                <a:solidFill>
                  <a:schemeClr val="accent5"/>
                </a:solidFill>
                <a:latin typeface="+mj-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0000</a:t>
            </a:r>
          </a:p>
        </p:txBody>
      </p:sp>
      <p:sp>
        <p:nvSpPr>
          <p:cNvPr id="8" name="Text Placeholder 6">
            <a:extLst>
              <a:ext uri="{FF2B5EF4-FFF2-40B4-BE49-F238E27FC236}">
                <a16:creationId xmlns:a16="http://schemas.microsoft.com/office/drawing/2014/main" id="{B3BEAC01-785E-E371-7551-92AE1EB5E26A}"/>
              </a:ext>
            </a:extLst>
          </p:cNvPr>
          <p:cNvSpPr>
            <a:spLocks noGrp="1"/>
          </p:cNvSpPr>
          <p:nvPr>
            <p:ph type="body" sz="quarter" idx="15" hasCustomPrompt="1"/>
          </p:nvPr>
        </p:nvSpPr>
        <p:spPr>
          <a:xfrm>
            <a:off x="5550795" y="3560920"/>
            <a:ext cx="1097280" cy="548640"/>
          </a:xfrm>
        </p:spPr>
        <p:txBody>
          <a:bodyPr>
            <a:noAutofit/>
          </a:bodyPr>
          <a:lstStyle>
            <a:lvl1pPr marL="0" indent="0" algn="ctr">
              <a:buNone/>
              <a:defRPr sz="2800" b="0" spc="0" baseline="0">
                <a:solidFill>
                  <a:schemeClr val="accent5"/>
                </a:solidFill>
                <a:latin typeface="+mj-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0000</a:t>
            </a:r>
          </a:p>
        </p:txBody>
      </p:sp>
      <p:sp>
        <p:nvSpPr>
          <p:cNvPr id="9" name="Text Placeholder 6">
            <a:extLst>
              <a:ext uri="{FF2B5EF4-FFF2-40B4-BE49-F238E27FC236}">
                <a16:creationId xmlns:a16="http://schemas.microsoft.com/office/drawing/2014/main" id="{A0B8F9EA-19F4-52B1-5E47-C836908F696D}"/>
              </a:ext>
            </a:extLst>
          </p:cNvPr>
          <p:cNvSpPr>
            <a:spLocks noGrp="1"/>
          </p:cNvSpPr>
          <p:nvPr>
            <p:ph type="body" sz="quarter" idx="16" hasCustomPrompt="1"/>
          </p:nvPr>
        </p:nvSpPr>
        <p:spPr>
          <a:xfrm>
            <a:off x="6939356" y="4058211"/>
            <a:ext cx="1097280" cy="548640"/>
          </a:xfrm>
        </p:spPr>
        <p:txBody>
          <a:bodyPr>
            <a:noAutofit/>
          </a:bodyPr>
          <a:lstStyle>
            <a:lvl1pPr marL="0" indent="0" algn="ctr">
              <a:buNone/>
              <a:defRPr sz="2800" b="0" spc="0" baseline="0">
                <a:solidFill>
                  <a:schemeClr val="accent5"/>
                </a:solidFill>
                <a:latin typeface="+mj-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0000</a:t>
            </a:r>
          </a:p>
        </p:txBody>
      </p:sp>
      <p:sp>
        <p:nvSpPr>
          <p:cNvPr id="10" name="Text Placeholder 6">
            <a:extLst>
              <a:ext uri="{FF2B5EF4-FFF2-40B4-BE49-F238E27FC236}">
                <a16:creationId xmlns:a16="http://schemas.microsoft.com/office/drawing/2014/main" id="{42C03E2B-32BD-3A05-9A17-1C3290E2CBFB}"/>
              </a:ext>
            </a:extLst>
          </p:cNvPr>
          <p:cNvSpPr>
            <a:spLocks noGrp="1"/>
          </p:cNvSpPr>
          <p:nvPr>
            <p:ph type="body" sz="quarter" idx="17" hasCustomPrompt="1"/>
          </p:nvPr>
        </p:nvSpPr>
        <p:spPr>
          <a:xfrm>
            <a:off x="8327917" y="3560920"/>
            <a:ext cx="1097280" cy="548640"/>
          </a:xfrm>
        </p:spPr>
        <p:txBody>
          <a:bodyPr>
            <a:noAutofit/>
          </a:bodyPr>
          <a:lstStyle>
            <a:lvl1pPr marL="0" indent="0" algn="ctr">
              <a:buNone/>
              <a:defRPr sz="2800" b="0" spc="0" baseline="0">
                <a:solidFill>
                  <a:schemeClr val="accent5"/>
                </a:solidFill>
                <a:latin typeface="+mj-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0000</a:t>
            </a:r>
          </a:p>
        </p:txBody>
      </p:sp>
      <p:sp>
        <p:nvSpPr>
          <p:cNvPr id="11" name="Text Placeholder 6">
            <a:extLst>
              <a:ext uri="{FF2B5EF4-FFF2-40B4-BE49-F238E27FC236}">
                <a16:creationId xmlns:a16="http://schemas.microsoft.com/office/drawing/2014/main" id="{33A29B32-BF52-8A2E-27D7-E8A513B0E6A3}"/>
              </a:ext>
            </a:extLst>
          </p:cNvPr>
          <p:cNvSpPr>
            <a:spLocks noGrp="1"/>
          </p:cNvSpPr>
          <p:nvPr>
            <p:ph type="body" sz="quarter" idx="18" hasCustomPrompt="1"/>
          </p:nvPr>
        </p:nvSpPr>
        <p:spPr>
          <a:xfrm>
            <a:off x="9716478" y="4058211"/>
            <a:ext cx="1097280" cy="548640"/>
          </a:xfrm>
        </p:spPr>
        <p:txBody>
          <a:bodyPr>
            <a:noAutofit/>
          </a:bodyPr>
          <a:lstStyle>
            <a:lvl1pPr marL="0" indent="0" algn="ctr">
              <a:buNone/>
              <a:defRPr sz="2800" b="0" spc="0" baseline="0">
                <a:solidFill>
                  <a:schemeClr val="accent5"/>
                </a:solidFill>
                <a:latin typeface="+mj-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0000</a:t>
            </a:r>
          </a:p>
        </p:txBody>
      </p:sp>
    </p:spTree>
    <p:extLst>
      <p:ext uri="{BB962C8B-B14F-4D97-AF65-F5344CB8AC3E}">
        <p14:creationId xmlns:p14="http://schemas.microsoft.com/office/powerpoint/2010/main" val="525305746"/>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imeline_7">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6B855-995C-1225-6A02-C46FF326D417}"/>
              </a:ext>
            </a:extLst>
          </p:cNvPr>
          <p:cNvSpPr>
            <a:spLocks noGrp="1"/>
          </p:cNvSpPr>
          <p:nvPr>
            <p:ph type="title" hasCustomPrompt="1"/>
          </p:nvPr>
        </p:nvSpPr>
        <p:spPr>
          <a:xfrm>
            <a:off x="561974" y="365126"/>
            <a:ext cx="11074059" cy="930958"/>
          </a:xfrm>
        </p:spPr>
        <p:txBody>
          <a:bodyPr tIns="91440" bIns="0">
            <a:noAutofit/>
          </a:bodyPr>
          <a:lstStyle>
            <a:lvl1pPr algn="l">
              <a:defRPr sz="5000">
                <a:solidFill>
                  <a:schemeClr val="tx1"/>
                </a:solidFill>
              </a:defRPr>
            </a:lvl1pPr>
          </a:lstStyle>
          <a:p>
            <a:r>
              <a:rPr lang="en-US" dirty="0"/>
              <a:t>Add title</a:t>
            </a:r>
          </a:p>
        </p:txBody>
      </p:sp>
      <p:sp>
        <p:nvSpPr>
          <p:cNvPr id="7" name="Text Placeholder 6">
            <a:extLst>
              <a:ext uri="{FF2B5EF4-FFF2-40B4-BE49-F238E27FC236}">
                <a16:creationId xmlns:a16="http://schemas.microsoft.com/office/drawing/2014/main" id="{3FC7E382-139D-81C9-213E-ABB543805117}"/>
              </a:ext>
            </a:extLst>
          </p:cNvPr>
          <p:cNvSpPr>
            <a:spLocks noGrp="1"/>
          </p:cNvSpPr>
          <p:nvPr>
            <p:ph type="body" sz="quarter" idx="10" hasCustomPrompt="1"/>
          </p:nvPr>
        </p:nvSpPr>
        <p:spPr>
          <a:xfrm>
            <a:off x="565798" y="1305915"/>
            <a:ext cx="11074059" cy="574675"/>
          </a:xfrm>
        </p:spPr>
        <p:txBody>
          <a:bodyPr>
            <a:noAutofit/>
          </a:bodyPr>
          <a:lstStyle>
            <a:lvl1pPr marL="0" indent="0" algn="l">
              <a:buNone/>
              <a:defRPr sz="2000" b="0" spc="300" baseline="0">
                <a:solidFill>
                  <a:schemeClr val="accent6">
                    <a:lumMod val="75000"/>
                  </a:schemeClr>
                </a:solidFill>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SUBTITLE</a:t>
            </a:r>
          </a:p>
        </p:txBody>
      </p:sp>
      <p:sp>
        <p:nvSpPr>
          <p:cNvPr id="17" name="Text Placeholder 6">
            <a:extLst>
              <a:ext uri="{FF2B5EF4-FFF2-40B4-BE49-F238E27FC236}">
                <a16:creationId xmlns:a16="http://schemas.microsoft.com/office/drawing/2014/main" id="{6B73193A-88EA-B0EF-BE93-8DF234EB1751}"/>
              </a:ext>
            </a:extLst>
          </p:cNvPr>
          <p:cNvSpPr>
            <a:spLocks noGrp="1"/>
          </p:cNvSpPr>
          <p:nvPr>
            <p:ph type="body" sz="quarter" idx="18" hasCustomPrompt="1"/>
          </p:nvPr>
        </p:nvSpPr>
        <p:spPr>
          <a:xfrm>
            <a:off x="437252" y="2153345"/>
            <a:ext cx="1323181" cy="321763"/>
          </a:xfrm>
        </p:spPr>
        <p:txBody>
          <a:bodyPr lIns="0" tIns="45720" rIns="0" bIns="45720">
            <a:noAutofit/>
          </a:bodyPr>
          <a:lstStyle>
            <a:lvl1pPr marL="0" indent="0" algn="l">
              <a:lnSpc>
                <a:spcPct val="100000"/>
              </a:lnSpc>
              <a:spcBef>
                <a:spcPts val="0"/>
              </a:spcBef>
              <a:buNone/>
              <a:defRPr sz="1100" b="1" spc="350" baseline="0">
                <a:solidFill>
                  <a:schemeClr val="accent6"/>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a:t>
            </a:r>
          </a:p>
        </p:txBody>
      </p:sp>
      <p:sp>
        <p:nvSpPr>
          <p:cNvPr id="5" name="Text Placeholder 6">
            <a:extLst>
              <a:ext uri="{FF2B5EF4-FFF2-40B4-BE49-F238E27FC236}">
                <a16:creationId xmlns:a16="http://schemas.microsoft.com/office/drawing/2014/main" id="{96728F4B-59D8-7CC6-8102-2E1B5BF897C1}"/>
              </a:ext>
            </a:extLst>
          </p:cNvPr>
          <p:cNvSpPr>
            <a:spLocks noGrp="1"/>
          </p:cNvSpPr>
          <p:nvPr>
            <p:ph type="body" sz="quarter" idx="12" hasCustomPrompt="1"/>
          </p:nvPr>
        </p:nvSpPr>
        <p:spPr>
          <a:xfrm>
            <a:off x="662192" y="2514017"/>
            <a:ext cx="1324810" cy="413232"/>
          </a:xfrm>
        </p:spPr>
        <p:txBody>
          <a:bodyPr tIns="0" bIns="0">
            <a:noAutofit/>
          </a:bodyPr>
          <a:lstStyle>
            <a:lvl1pPr marL="0" indent="0" algn="l">
              <a:buNone/>
              <a:defRPr sz="2800" b="0" spc="0" baseline="0">
                <a:solidFill>
                  <a:schemeClr val="tx1"/>
                </a:solidFill>
                <a:latin typeface="+mj-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0000</a:t>
            </a:r>
          </a:p>
        </p:txBody>
      </p:sp>
      <p:sp>
        <p:nvSpPr>
          <p:cNvPr id="26" name="Text Placeholder 6">
            <a:extLst>
              <a:ext uri="{FF2B5EF4-FFF2-40B4-BE49-F238E27FC236}">
                <a16:creationId xmlns:a16="http://schemas.microsoft.com/office/drawing/2014/main" id="{8BA70EC6-938E-0C76-59B1-A0D291AC520E}"/>
              </a:ext>
            </a:extLst>
          </p:cNvPr>
          <p:cNvSpPr>
            <a:spLocks noGrp="1"/>
          </p:cNvSpPr>
          <p:nvPr>
            <p:ph type="body" sz="quarter" idx="25" hasCustomPrompt="1"/>
          </p:nvPr>
        </p:nvSpPr>
        <p:spPr>
          <a:xfrm>
            <a:off x="668876" y="2965408"/>
            <a:ext cx="1323181" cy="1228621"/>
          </a:xfrm>
        </p:spPr>
        <p:txBody>
          <a:bodyPr tIns="0" bIns="0">
            <a:noAutofit/>
          </a:bodyPr>
          <a:lstStyle>
            <a:lvl1pPr marL="0" indent="0" algn="l">
              <a:lnSpc>
                <a:spcPct val="113000"/>
              </a:lnSpc>
              <a:buNone/>
              <a:defRPr sz="1200" b="0" spc="0" baseline="0">
                <a:solidFill>
                  <a:schemeClr val="accent3">
                    <a:lumMod val="10000"/>
                  </a:schemeClr>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 here</a:t>
            </a:r>
          </a:p>
        </p:txBody>
      </p:sp>
      <p:sp>
        <p:nvSpPr>
          <p:cNvPr id="18" name="Text Placeholder 6">
            <a:extLst>
              <a:ext uri="{FF2B5EF4-FFF2-40B4-BE49-F238E27FC236}">
                <a16:creationId xmlns:a16="http://schemas.microsoft.com/office/drawing/2014/main" id="{EDCB1B8E-D420-780E-9AB7-AC039F356D3B}"/>
              </a:ext>
            </a:extLst>
          </p:cNvPr>
          <p:cNvSpPr>
            <a:spLocks noGrp="1"/>
          </p:cNvSpPr>
          <p:nvPr>
            <p:ph type="body" sz="quarter" idx="19" hasCustomPrompt="1"/>
          </p:nvPr>
        </p:nvSpPr>
        <p:spPr>
          <a:xfrm>
            <a:off x="2039056" y="2690610"/>
            <a:ext cx="1323181" cy="321763"/>
          </a:xfrm>
        </p:spPr>
        <p:txBody>
          <a:bodyPr lIns="0" tIns="0" rIns="0" bIns="0">
            <a:noAutofit/>
          </a:bodyPr>
          <a:lstStyle>
            <a:lvl1pPr marL="0" indent="0" algn="l">
              <a:lnSpc>
                <a:spcPct val="100000"/>
              </a:lnSpc>
              <a:spcBef>
                <a:spcPts val="0"/>
              </a:spcBef>
              <a:buNone/>
              <a:defRPr sz="1100" b="1" spc="350" baseline="0">
                <a:solidFill>
                  <a:schemeClr val="accent6"/>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a:t>
            </a:r>
          </a:p>
        </p:txBody>
      </p:sp>
      <p:sp>
        <p:nvSpPr>
          <p:cNvPr id="6" name="Text Placeholder 6">
            <a:extLst>
              <a:ext uri="{FF2B5EF4-FFF2-40B4-BE49-F238E27FC236}">
                <a16:creationId xmlns:a16="http://schemas.microsoft.com/office/drawing/2014/main" id="{92E4720E-DB85-E5B3-FDB7-54B5A9F85A9C}"/>
              </a:ext>
            </a:extLst>
          </p:cNvPr>
          <p:cNvSpPr>
            <a:spLocks noGrp="1"/>
          </p:cNvSpPr>
          <p:nvPr>
            <p:ph type="body" sz="quarter" idx="13" hasCustomPrompt="1"/>
          </p:nvPr>
        </p:nvSpPr>
        <p:spPr>
          <a:xfrm>
            <a:off x="2259199" y="3060957"/>
            <a:ext cx="1324810" cy="413232"/>
          </a:xfrm>
        </p:spPr>
        <p:txBody>
          <a:bodyPr tIns="0" bIns="0">
            <a:noAutofit/>
          </a:bodyPr>
          <a:lstStyle>
            <a:lvl1pPr marL="0" indent="0" algn="l">
              <a:buNone/>
              <a:defRPr sz="2800" b="0" spc="0" baseline="0">
                <a:solidFill>
                  <a:schemeClr val="tx1"/>
                </a:solidFill>
                <a:latin typeface="+mj-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0000</a:t>
            </a:r>
          </a:p>
        </p:txBody>
      </p:sp>
      <p:sp>
        <p:nvSpPr>
          <p:cNvPr id="27" name="Text Placeholder 6">
            <a:extLst>
              <a:ext uri="{FF2B5EF4-FFF2-40B4-BE49-F238E27FC236}">
                <a16:creationId xmlns:a16="http://schemas.microsoft.com/office/drawing/2014/main" id="{45208294-243B-6B1C-7B4D-D51C83E833BA}"/>
              </a:ext>
            </a:extLst>
          </p:cNvPr>
          <p:cNvSpPr>
            <a:spLocks noGrp="1"/>
          </p:cNvSpPr>
          <p:nvPr>
            <p:ph type="body" sz="quarter" idx="26" hasCustomPrompt="1"/>
          </p:nvPr>
        </p:nvSpPr>
        <p:spPr>
          <a:xfrm>
            <a:off x="2260474" y="3520359"/>
            <a:ext cx="1323181" cy="1228621"/>
          </a:xfrm>
        </p:spPr>
        <p:txBody>
          <a:bodyPr tIns="0" bIns="0">
            <a:noAutofit/>
          </a:bodyPr>
          <a:lstStyle>
            <a:lvl1pPr marL="0" indent="0" algn="l">
              <a:lnSpc>
                <a:spcPct val="113000"/>
              </a:lnSpc>
              <a:buNone/>
              <a:defRPr sz="1200" b="0" spc="0" baseline="0">
                <a:solidFill>
                  <a:schemeClr val="accent3">
                    <a:lumMod val="10000"/>
                  </a:schemeClr>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 here</a:t>
            </a:r>
          </a:p>
        </p:txBody>
      </p:sp>
      <p:sp>
        <p:nvSpPr>
          <p:cNvPr id="19" name="Text Placeholder 6">
            <a:extLst>
              <a:ext uri="{FF2B5EF4-FFF2-40B4-BE49-F238E27FC236}">
                <a16:creationId xmlns:a16="http://schemas.microsoft.com/office/drawing/2014/main" id="{7656A84E-C390-F554-7CF9-98D0A99CB425}"/>
              </a:ext>
            </a:extLst>
          </p:cNvPr>
          <p:cNvSpPr>
            <a:spLocks noGrp="1"/>
          </p:cNvSpPr>
          <p:nvPr>
            <p:ph type="body" sz="quarter" idx="20" hasCustomPrompt="1"/>
          </p:nvPr>
        </p:nvSpPr>
        <p:spPr>
          <a:xfrm>
            <a:off x="3627577" y="2153345"/>
            <a:ext cx="1323181" cy="321763"/>
          </a:xfrm>
        </p:spPr>
        <p:txBody>
          <a:bodyPr lIns="0" tIns="45720" rIns="0" bIns="45720">
            <a:noAutofit/>
          </a:bodyPr>
          <a:lstStyle>
            <a:lvl1pPr marL="0" indent="0" algn="l">
              <a:lnSpc>
                <a:spcPct val="100000"/>
              </a:lnSpc>
              <a:spcBef>
                <a:spcPts val="0"/>
              </a:spcBef>
              <a:buNone/>
              <a:defRPr sz="1100" b="1" spc="350" baseline="0">
                <a:solidFill>
                  <a:schemeClr val="accent6"/>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a:t>
            </a:r>
          </a:p>
        </p:txBody>
      </p:sp>
      <p:sp>
        <p:nvSpPr>
          <p:cNvPr id="9" name="Text Placeholder 6">
            <a:extLst>
              <a:ext uri="{FF2B5EF4-FFF2-40B4-BE49-F238E27FC236}">
                <a16:creationId xmlns:a16="http://schemas.microsoft.com/office/drawing/2014/main" id="{1734CCD4-2850-24BB-8485-011F2EDCFD97}"/>
              </a:ext>
            </a:extLst>
          </p:cNvPr>
          <p:cNvSpPr>
            <a:spLocks noGrp="1"/>
          </p:cNvSpPr>
          <p:nvPr>
            <p:ph type="body" sz="quarter" idx="14" hasCustomPrompt="1"/>
          </p:nvPr>
        </p:nvSpPr>
        <p:spPr>
          <a:xfrm>
            <a:off x="3817566" y="2514017"/>
            <a:ext cx="1324810" cy="413232"/>
          </a:xfrm>
        </p:spPr>
        <p:txBody>
          <a:bodyPr tIns="0" bIns="0">
            <a:noAutofit/>
          </a:bodyPr>
          <a:lstStyle>
            <a:lvl1pPr marL="0" indent="0" algn="l">
              <a:buNone/>
              <a:defRPr sz="2800" b="0" spc="0" baseline="0">
                <a:solidFill>
                  <a:schemeClr val="tx1"/>
                </a:solidFill>
                <a:latin typeface="+mj-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0000</a:t>
            </a:r>
          </a:p>
        </p:txBody>
      </p:sp>
      <p:sp>
        <p:nvSpPr>
          <p:cNvPr id="41" name="Text Placeholder 6">
            <a:extLst>
              <a:ext uri="{FF2B5EF4-FFF2-40B4-BE49-F238E27FC236}">
                <a16:creationId xmlns:a16="http://schemas.microsoft.com/office/drawing/2014/main" id="{D1A1881B-011B-36DA-64F4-B3F2F7C1D767}"/>
              </a:ext>
            </a:extLst>
          </p:cNvPr>
          <p:cNvSpPr>
            <a:spLocks noGrp="1"/>
          </p:cNvSpPr>
          <p:nvPr>
            <p:ph type="body" sz="quarter" idx="40" hasCustomPrompt="1"/>
          </p:nvPr>
        </p:nvSpPr>
        <p:spPr>
          <a:xfrm>
            <a:off x="3820165" y="2965408"/>
            <a:ext cx="1323181" cy="1228621"/>
          </a:xfrm>
        </p:spPr>
        <p:txBody>
          <a:bodyPr tIns="0" bIns="0">
            <a:noAutofit/>
          </a:bodyPr>
          <a:lstStyle>
            <a:lvl1pPr marL="0" indent="0" algn="l">
              <a:lnSpc>
                <a:spcPct val="113000"/>
              </a:lnSpc>
              <a:buNone/>
              <a:defRPr sz="1200" b="0" spc="0" baseline="0">
                <a:solidFill>
                  <a:schemeClr val="accent3">
                    <a:lumMod val="10000"/>
                  </a:schemeClr>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 here</a:t>
            </a:r>
          </a:p>
        </p:txBody>
      </p:sp>
      <p:sp>
        <p:nvSpPr>
          <p:cNvPr id="20" name="Text Placeholder 6">
            <a:extLst>
              <a:ext uri="{FF2B5EF4-FFF2-40B4-BE49-F238E27FC236}">
                <a16:creationId xmlns:a16="http://schemas.microsoft.com/office/drawing/2014/main" id="{58932D1A-5F27-5DB5-2EA3-5D2198BFE1E4}"/>
              </a:ext>
            </a:extLst>
          </p:cNvPr>
          <p:cNvSpPr>
            <a:spLocks noGrp="1"/>
          </p:cNvSpPr>
          <p:nvPr>
            <p:ph type="body" sz="quarter" idx="21" hasCustomPrompt="1"/>
          </p:nvPr>
        </p:nvSpPr>
        <p:spPr>
          <a:xfrm>
            <a:off x="5214296" y="2690610"/>
            <a:ext cx="1323181" cy="321763"/>
          </a:xfrm>
        </p:spPr>
        <p:txBody>
          <a:bodyPr lIns="0" tIns="0" rIns="0" bIns="0">
            <a:noAutofit/>
          </a:bodyPr>
          <a:lstStyle>
            <a:lvl1pPr marL="0" indent="0" algn="l">
              <a:lnSpc>
                <a:spcPct val="100000"/>
              </a:lnSpc>
              <a:spcBef>
                <a:spcPts val="0"/>
              </a:spcBef>
              <a:buNone/>
              <a:defRPr sz="1100" b="1" spc="350" baseline="0">
                <a:solidFill>
                  <a:schemeClr val="accent6"/>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a:t>
            </a:r>
          </a:p>
        </p:txBody>
      </p:sp>
      <p:sp>
        <p:nvSpPr>
          <p:cNvPr id="10" name="Text Placeholder 6">
            <a:extLst>
              <a:ext uri="{FF2B5EF4-FFF2-40B4-BE49-F238E27FC236}">
                <a16:creationId xmlns:a16="http://schemas.microsoft.com/office/drawing/2014/main" id="{54E84F0B-A751-F80C-B00D-C43C2164D6C6}"/>
              </a:ext>
            </a:extLst>
          </p:cNvPr>
          <p:cNvSpPr>
            <a:spLocks noGrp="1"/>
          </p:cNvSpPr>
          <p:nvPr>
            <p:ph type="body" sz="quarter" idx="15" hasCustomPrompt="1"/>
          </p:nvPr>
        </p:nvSpPr>
        <p:spPr>
          <a:xfrm>
            <a:off x="5405429" y="3060957"/>
            <a:ext cx="1324810" cy="413232"/>
          </a:xfrm>
        </p:spPr>
        <p:txBody>
          <a:bodyPr tIns="0" bIns="0">
            <a:noAutofit/>
          </a:bodyPr>
          <a:lstStyle>
            <a:lvl1pPr marL="0" indent="0" algn="l">
              <a:buNone/>
              <a:defRPr sz="2800" b="0" spc="0" baseline="0">
                <a:solidFill>
                  <a:schemeClr val="tx1"/>
                </a:solidFill>
                <a:latin typeface="+mj-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0000</a:t>
            </a:r>
          </a:p>
        </p:txBody>
      </p:sp>
      <p:sp>
        <p:nvSpPr>
          <p:cNvPr id="29" name="Text Placeholder 6">
            <a:extLst>
              <a:ext uri="{FF2B5EF4-FFF2-40B4-BE49-F238E27FC236}">
                <a16:creationId xmlns:a16="http://schemas.microsoft.com/office/drawing/2014/main" id="{C9DE0F18-7248-091B-B3CF-C52106002CCE}"/>
              </a:ext>
            </a:extLst>
          </p:cNvPr>
          <p:cNvSpPr>
            <a:spLocks noGrp="1"/>
          </p:cNvSpPr>
          <p:nvPr>
            <p:ph type="body" sz="quarter" idx="28" hasCustomPrompt="1"/>
          </p:nvPr>
        </p:nvSpPr>
        <p:spPr>
          <a:xfrm>
            <a:off x="5400612" y="3520359"/>
            <a:ext cx="1323181" cy="1228621"/>
          </a:xfrm>
        </p:spPr>
        <p:txBody>
          <a:bodyPr tIns="0" bIns="0">
            <a:noAutofit/>
          </a:bodyPr>
          <a:lstStyle>
            <a:lvl1pPr marL="0" indent="0" algn="l">
              <a:lnSpc>
                <a:spcPct val="113000"/>
              </a:lnSpc>
              <a:buNone/>
              <a:defRPr sz="1200" b="0" spc="0" baseline="0">
                <a:solidFill>
                  <a:schemeClr val="accent3">
                    <a:lumMod val="10000"/>
                  </a:schemeClr>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 here</a:t>
            </a:r>
          </a:p>
        </p:txBody>
      </p:sp>
      <p:sp>
        <p:nvSpPr>
          <p:cNvPr id="21" name="Text Placeholder 6">
            <a:extLst>
              <a:ext uri="{FF2B5EF4-FFF2-40B4-BE49-F238E27FC236}">
                <a16:creationId xmlns:a16="http://schemas.microsoft.com/office/drawing/2014/main" id="{DB0B66E2-831B-8B5D-7260-F680B1DCB4C0}"/>
              </a:ext>
            </a:extLst>
          </p:cNvPr>
          <p:cNvSpPr>
            <a:spLocks noGrp="1"/>
          </p:cNvSpPr>
          <p:nvPr>
            <p:ph type="body" sz="quarter" idx="22" hasCustomPrompt="1"/>
          </p:nvPr>
        </p:nvSpPr>
        <p:spPr>
          <a:xfrm>
            <a:off x="6778153" y="2153345"/>
            <a:ext cx="1323181" cy="321763"/>
          </a:xfrm>
        </p:spPr>
        <p:txBody>
          <a:bodyPr lIns="0" tIns="45720" rIns="0" bIns="45720">
            <a:noAutofit/>
          </a:bodyPr>
          <a:lstStyle>
            <a:lvl1pPr marL="0" indent="0" algn="l">
              <a:lnSpc>
                <a:spcPct val="100000"/>
              </a:lnSpc>
              <a:spcBef>
                <a:spcPts val="0"/>
              </a:spcBef>
              <a:buNone/>
              <a:defRPr sz="1100" b="1" spc="350" baseline="0">
                <a:solidFill>
                  <a:schemeClr val="accent6"/>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a:t>
            </a:r>
          </a:p>
        </p:txBody>
      </p:sp>
      <p:sp>
        <p:nvSpPr>
          <p:cNvPr id="24" name="Text Placeholder 6">
            <a:extLst>
              <a:ext uri="{FF2B5EF4-FFF2-40B4-BE49-F238E27FC236}">
                <a16:creationId xmlns:a16="http://schemas.microsoft.com/office/drawing/2014/main" id="{1A503A90-CF78-F91B-E515-E88D93680444}"/>
              </a:ext>
            </a:extLst>
          </p:cNvPr>
          <p:cNvSpPr>
            <a:spLocks noGrp="1"/>
          </p:cNvSpPr>
          <p:nvPr>
            <p:ph type="body" sz="quarter" idx="16" hasCustomPrompt="1"/>
          </p:nvPr>
        </p:nvSpPr>
        <p:spPr>
          <a:xfrm>
            <a:off x="6982003" y="2514017"/>
            <a:ext cx="1324810" cy="413232"/>
          </a:xfrm>
        </p:spPr>
        <p:txBody>
          <a:bodyPr tIns="0" bIns="0">
            <a:noAutofit/>
          </a:bodyPr>
          <a:lstStyle>
            <a:lvl1pPr marL="0" indent="0" algn="l">
              <a:buNone/>
              <a:defRPr sz="2800" b="0" spc="0" baseline="0">
                <a:solidFill>
                  <a:schemeClr val="tx1"/>
                </a:solidFill>
                <a:latin typeface="+mj-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0000</a:t>
            </a:r>
          </a:p>
        </p:txBody>
      </p:sp>
      <p:sp>
        <p:nvSpPr>
          <p:cNvPr id="30" name="Text Placeholder 6">
            <a:extLst>
              <a:ext uri="{FF2B5EF4-FFF2-40B4-BE49-F238E27FC236}">
                <a16:creationId xmlns:a16="http://schemas.microsoft.com/office/drawing/2014/main" id="{9940A882-262E-11D9-20F5-FC422DA6058B}"/>
              </a:ext>
            </a:extLst>
          </p:cNvPr>
          <p:cNvSpPr>
            <a:spLocks noGrp="1"/>
          </p:cNvSpPr>
          <p:nvPr>
            <p:ph type="body" sz="quarter" idx="29" hasCustomPrompt="1"/>
          </p:nvPr>
        </p:nvSpPr>
        <p:spPr>
          <a:xfrm>
            <a:off x="6980660" y="2965408"/>
            <a:ext cx="1323181" cy="1228621"/>
          </a:xfrm>
        </p:spPr>
        <p:txBody>
          <a:bodyPr tIns="0" bIns="0">
            <a:noAutofit/>
          </a:bodyPr>
          <a:lstStyle>
            <a:lvl1pPr marL="0" indent="0" algn="l">
              <a:lnSpc>
                <a:spcPct val="113000"/>
              </a:lnSpc>
              <a:buNone/>
              <a:defRPr sz="1200" b="0" spc="0" baseline="0">
                <a:solidFill>
                  <a:schemeClr val="accent3">
                    <a:lumMod val="10000"/>
                  </a:schemeClr>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 here</a:t>
            </a:r>
          </a:p>
        </p:txBody>
      </p:sp>
      <p:sp>
        <p:nvSpPr>
          <p:cNvPr id="22" name="Text Placeholder 6">
            <a:extLst>
              <a:ext uri="{FF2B5EF4-FFF2-40B4-BE49-F238E27FC236}">
                <a16:creationId xmlns:a16="http://schemas.microsoft.com/office/drawing/2014/main" id="{5E01213A-B19D-C32B-3CC5-8C7DF3E8B253}"/>
              </a:ext>
            </a:extLst>
          </p:cNvPr>
          <p:cNvSpPr>
            <a:spLocks noGrp="1"/>
          </p:cNvSpPr>
          <p:nvPr>
            <p:ph type="body" sz="quarter" idx="23" hasCustomPrompt="1"/>
          </p:nvPr>
        </p:nvSpPr>
        <p:spPr>
          <a:xfrm>
            <a:off x="8395439" y="2690610"/>
            <a:ext cx="1323181" cy="321763"/>
          </a:xfrm>
        </p:spPr>
        <p:txBody>
          <a:bodyPr lIns="0" tIns="0" rIns="0" bIns="0">
            <a:noAutofit/>
          </a:bodyPr>
          <a:lstStyle>
            <a:lvl1pPr marL="0" indent="0" algn="l">
              <a:lnSpc>
                <a:spcPct val="100000"/>
              </a:lnSpc>
              <a:spcBef>
                <a:spcPts val="0"/>
              </a:spcBef>
              <a:buNone/>
              <a:defRPr sz="1100" b="1" spc="350" baseline="0">
                <a:solidFill>
                  <a:schemeClr val="accent6"/>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a:t>
            </a:r>
          </a:p>
        </p:txBody>
      </p:sp>
      <p:sp>
        <p:nvSpPr>
          <p:cNvPr id="25" name="Text Placeholder 6">
            <a:extLst>
              <a:ext uri="{FF2B5EF4-FFF2-40B4-BE49-F238E27FC236}">
                <a16:creationId xmlns:a16="http://schemas.microsoft.com/office/drawing/2014/main" id="{53C813F7-07BE-35D3-2A83-AB6D13144D5E}"/>
              </a:ext>
            </a:extLst>
          </p:cNvPr>
          <p:cNvSpPr>
            <a:spLocks noGrp="1"/>
          </p:cNvSpPr>
          <p:nvPr>
            <p:ph type="body" sz="quarter" idx="17" hasCustomPrompt="1"/>
          </p:nvPr>
        </p:nvSpPr>
        <p:spPr>
          <a:xfrm>
            <a:off x="8569866" y="3060957"/>
            <a:ext cx="1324810" cy="413232"/>
          </a:xfrm>
        </p:spPr>
        <p:txBody>
          <a:bodyPr tIns="0" bIns="0">
            <a:noAutofit/>
          </a:bodyPr>
          <a:lstStyle>
            <a:lvl1pPr marL="0" indent="0" algn="l">
              <a:buNone/>
              <a:defRPr sz="2800" b="0" spc="0" baseline="0">
                <a:solidFill>
                  <a:schemeClr val="tx1"/>
                </a:solidFill>
                <a:latin typeface="+mj-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0000</a:t>
            </a:r>
          </a:p>
        </p:txBody>
      </p:sp>
      <p:sp>
        <p:nvSpPr>
          <p:cNvPr id="31" name="Text Placeholder 6">
            <a:extLst>
              <a:ext uri="{FF2B5EF4-FFF2-40B4-BE49-F238E27FC236}">
                <a16:creationId xmlns:a16="http://schemas.microsoft.com/office/drawing/2014/main" id="{F1943B66-B889-2293-1A59-B08E0A4A09D8}"/>
              </a:ext>
            </a:extLst>
          </p:cNvPr>
          <p:cNvSpPr>
            <a:spLocks noGrp="1"/>
          </p:cNvSpPr>
          <p:nvPr>
            <p:ph type="body" sz="quarter" idx="30" hasCustomPrompt="1"/>
          </p:nvPr>
        </p:nvSpPr>
        <p:spPr>
          <a:xfrm>
            <a:off x="8570245" y="3520359"/>
            <a:ext cx="1323181" cy="1228621"/>
          </a:xfrm>
        </p:spPr>
        <p:txBody>
          <a:bodyPr tIns="0" bIns="0">
            <a:noAutofit/>
          </a:bodyPr>
          <a:lstStyle>
            <a:lvl1pPr marL="0" indent="0" algn="l">
              <a:lnSpc>
                <a:spcPct val="113000"/>
              </a:lnSpc>
              <a:buNone/>
              <a:defRPr sz="1200" b="0" spc="0" baseline="0">
                <a:solidFill>
                  <a:schemeClr val="accent3">
                    <a:lumMod val="10000"/>
                  </a:schemeClr>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 here</a:t>
            </a:r>
          </a:p>
        </p:txBody>
      </p:sp>
      <p:sp>
        <p:nvSpPr>
          <p:cNvPr id="23" name="Text Placeholder 6">
            <a:extLst>
              <a:ext uri="{FF2B5EF4-FFF2-40B4-BE49-F238E27FC236}">
                <a16:creationId xmlns:a16="http://schemas.microsoft.com/office/drawing/2014/main" id="{5D66B4D4-1888-12A9-F2A9-581EC9B06386}"/>
              </a:ext>
            </a:extLst>
          </p:cNvPr>
          <p:cNvSpPr>
            <a:spLocks noGrp="1"/>
          </p:cNvSpPr>
          <p:nvPr>
            <p:ph type="body" sz="quarter" idx="24" hasCustomPrompt="1"/>
          </p:nvPr>
        </p:nvSpPr>
        <p:spPr>
          <a:xfrm>
            <a:off x="9975783" y="2153345"/>
            <a:ext cx="1323181" cy="321763"/>
          </a:xfrm>
        </p:spPr>
        <p:txBody>
          <a:bodyPr lIns="0" tIns="45720" rIns="0" bIns="45720">
            <a:noAutofit/>
          </a:bodyPr>
          <a:lstStyle>
            <a:lvl1pPr marL="0" indent="0" algn="l">
              <a:lnSpc>
                <a:spcPct val="100000"/>
              </a:lnSpc>
              <a:spcBef>
                <a:spcPts val="0"/>
              </a:spcBef>
              <a:buNone/>
              <a:defRPr sz="1100" b="1" spc="350" baseline="0">
                <a:solidFill>
                  <a:schemeClr val="accent6"/>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a:t>
            </a:r>
          </a:p>
        </p:txBody>
      </p:sp>
      <p:sp>
        <p:nvSpPr>
          <p:cNvPr id="33" name="Text Placeholder 6">
            <a:extLst>
              <a:ext uri="{FF2B5EF4-FFF2-40B4-BE49-F238E27FC236}">
                <a16:creationId xmlns:a16="http://schemas.microsoft.com/office/drawing/2014/main" id="{C01D0309-AC2A-E9E8-8197-2F8F7D9424A8}"/>
              </a:ext>
            </a:extLst>
          </p:cNvPr>
          <p:cNvSpPr>
            <a:spLocks noGrp="1"/>
          </p:cNvSpPr>
          <p:nvPr>
            <p:ph type="body" sz="quarter" idx="39" hasCustomPrompt="1"/>
          </p:nvPr>
        </p:nvSpPr>
        <p:spPr>
          <a:xfrm>
            <a:off x="10157729" y="2514017"/>
            <a:ext cx="1324810" cy="413232"/>
          </a:xfrm>
        </p:spPr>
        <p:txBody>
          <a:bodyPr tIns="0" bIns="0">
            <a:noAutofit/>
          </a:bodyPr>
          <a:lstStyle>
            <a:lvl1pPr marL="0" indent="0" algn="l">
              <a:buNone/>
              <a:defRPr sz="2800" b="0" spc="0" baseline="0">
                <a:solidFill>
                  <a:schemeClr val="tx1"/>
                </a:solidFill>
                <a:latin typeface="+mj-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0000</a:t>
            </a:r>
          </a:p>
        </p:txBody>
      </p:sp>
      <p:sp>
        <p:nvSpPr>
          <p:cNvPr id="32" name="Text Placeholder 6">
            <a:extLst>
              <a:ext uri="{FF2B5EF4-FFF2-40B4-BE49-F238E27FC236}">
                <a16:creationId xmlns:a16="http://schemas.microsoft.com/office/drawing/2014/main" id="{93FE27AA-101D-9FC1-39E1-665CEBA591FB}"/>
              </a:ext>
            </a:extLst>
          </p:cNvPr>
          <p:cNvSpPr>
            <a:spLocks noGrp="1"/>
          </p:cNvSpPr>
          <p:nvPr>
            <p:ph type="body" sz="quarter" idx="31" hasCustomPrompt="1"/>
          </p:nvPr>
        </p:nvSpPr>
        <p:spPr>
          <a:xfrm>
            <a:off x="10159530" y="2965408"/>
            <a:ext cx="1323181" cy="1228621"/>
          </a:xfrm>
        </p:spPr>
        <p:txBody>
          <a:bodyPr tIns="0" bIns="0">
            <a:noAutofit/>
          </a:bodyPr>
          <a:lstStyle>
            <a:lvl1pPr marL="0" indent="0" algn="l">
              <a:lnSpc>
                <a:spcPct val="113000"/>
              </a:lnSpc>
              <a:buNone/>
              <a:defRPr sz="1200" b="0" spc="0" baseline="0">
                <a:solidFill>
                  <a:schemeClr val="accent3">
                    <a:lumMod val="10000"/>
                  </a:schemeClr>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 here</a:t>
            </a:r>
          </a:p>
        </p:txBody>
      </p:sp>
      <p:sp>
        <p:nvSpPr>
          <p:cNvPr id="34" name="Picture Placeholder 33">
            <a:extLst>
              <a:ext uri="{FF2B5EF4-FFF2-40B4-BE49-F238E27FC236}">
                <a16:creationId xmlns:a16="http://schemas.microsoft.com/office/drawing/2014/main" id="{39C37C26-8255-6660-DCE1-D05B99B82D0D}"/>
              </a:ext>
            </a:extLst>
          </p:cNvPr>
          <p:cNvSpPr>
            <a:spLocks noGrp="1"/>
          </p:cNvSpPr>
          <p:nvPr>
            <p:ph type="pic" sz="quarter" idx="32"/>
          </p:nvPr>
        </p:nvSpPr>
        <p:spPr>
          <a:xfrm>
            <a:off x="562465" y="4303706"/>
            <a:ext cx="1581295" cy="2555204"/>
          </a:xfrm>
        </p:spPr>
        <p:txBody>
          <a:bodyPr anchor="ctr">
            <a:normAutofit/>
          </a:bodyPr>
          <a:lstStyle>
            <a:lvl1pPr marL="0" indent="0" algn="ctr">
              <a:buNone/>
              <a:defRPr sz="1600"/>
            </a:lvl1pPr>
          </a:lstStyle>
          <a:p>
            <a:r>
              <a:rPr lang="en-US"/>
              <a:t>Click icon to add picture</a:t>
            </a:r>
            <a:endParaRPr lang="en-US" dirty="0"/>
          </a:p>
        </p:txBody>
      </p:sp>
      <p:sp>
        <p:nvSpPr>
          <p:cNvPr id="36" name="Picture Placeholder 33">
            <a:extLst>
              <a:ext uri="{FF2B5EF4-FFF2-40B4-BE49-F238E27FC236}">
                <a16:creationId xmlns:a16="http://schemas.microsoft.com/office/drawing/2014/main" id="{B8B0653A-87D0-F144-0A04-EC18C75CDE46}"/>
              </a:ext>
            </a:extLst>
          </p:cNvPr>
          <p:cNvSpPr>
            <a:spLocks noGrp="1"/>
          </p:cNvSpPr>
          <p:nvPr>
            <p:ph type="pic" sz="quarter" idx="34"/>
          </p:nvPr>
        </p:nvSpPr>
        <p:spPr>
          <a:xfrm>
            <a:off x="2170513" y="4835424"/>
            <a:ext cx="1512487" cy="2023486"/>
          </a:xfrm>
        </p:spPr>
        <p:txBody>
          <a:bodyPr anchor="ctr">
            <a:normAutofit/>
          </a:bodyPr>
          <a:lstStyle>
            <a:lvl1pPr marL="0" indent="0" algn="ctr">
              <a:buNone/>
              <a:defRPr sz="1600"/>
            </a:lvl1pPr>
          </a:lstStyle>
          <a:p>
            <a:r>
              <a:rPr lang="en-US"/>
              <a:t>Click icon to add picture</a:t>
            </a:r>
            <a:endParaRPr lang="en-US" dirty="0"/>
          </a:p>
        </p:txBody>
      </p:sp>
      <p:sp>
        <p:nvSpPr>
          <p:cNvPr id="37" name="Picture Placeholder 33">
            <a:extLst>
              <a:ext uri="{FF2B5EF4-FFF2-40B4-BE49-F238E27FC236}">
                <a16:creationId xmlns:a16="http://schemas.microsoft.com/office/drawing/2014/main" id="{2D436861-E5E4-0D02-515D-5135ED5C81BD}"/>
              </a:ext>
            </a:extLst>
          </p:cNvPr>
          <p:cNvSpPr>
            <a:spLocks noGrp="1"/>
          </p:cNvSpPr>
          <p:nvPr>
            <p:ph type="pic" sz="quarter" idx="35"/>
          </p:nvPr>
        </p:nvSpPr>
        <p:spPr>
          <a:xfrm>
            <a:off x="3704052" y="4303706"/>
            <a:ext cx="1555734" cy="2555204"/>
          </a:xfrm>
        </p:spPr>
        <p:txBody>
          <a:bodyPr anchor="ctr">
            <a:normAutofit/>
          </a:bodyPr>
          <a:lstStyle>
            <a:lvl1pPr marL="0" indent="0" algn="ctr">
              <a:buNone/>
              <a:defRPr sz="1600"/>
            </a:lvl1pPr>
          </a:lstStyle>
          <a:p>
            <a:r>
              <a:rPr lang="en-US"/>
              <a:t>Click icon to add picture</a:t>
            </a:r>
            <a:endParaRPr lang="en-US" dirty="0"/>
          </a:p>
        </p:txBody>
      </p:sp>
      <p:sp>
        <p:nvSpPr>
          <p:cNvPr id="38" name="Picture Placeholder 33">
            <a:extLst>
              <a:ext uri="{FF2B5EF4-FFF2-40B4-BE49-F238E27FC236}">
                <a16:creationId xmlns:a16="http://schemas.microsoft.com/office/drawing/2014/main" id="{38A682C7-CD55-0D0D-115A-C741A38A9D57}"/>
              </a:ext>
            </a:extLst>
          </p:cNvPr>
          <p:cNvSpPr>
            <a:spLocks noGrp="1"/>
          </p:cNvSpPr>
          <p:nvPr>
            <p:ph type="pic" sz="quarter" idx="36"/>
          </p:nvPr>
        </p:nvSpPr>
        <p:spPr>
          <a:xfrm>
            <a:off x="5281357" y="4835424"/>
            <a:ext cx="1602043" cy="2023486"/>
          </a:xfrm>
        </p:spPr>
        <p:txBody>
          <a:bodyPr anchor="ctr">
            <a:normAutofit/>
          </a:bodyPr>
          <a:lstStyle>
            <a:lvl1pPr marL="0" indent="0" algn="ctr">
              <a:buNone/>
              <a:defRPr sz="1600"/>
            </a:lvl1pPr>
          </a:lstStyle>
          <a:p>
            <a:r>
              <a:rPr lang="en-US"/>
              <a:t>Click icon to add picture</a:t>
            </a:r>
            <a:endParaRPr lang="en-US" dirty="0"/>
          </a:p>
        </p:txBody>
      </p:sp>
      <p:sp>
        <p:nvSpPr>
          <p:cNvPr id="39" name="Picture Placeholder 33">
            <a:extLst>
              <a:ext uri="{FF2B5EF4-FFF2-40B4-BE49-F238E27FC236}">
                <a16:creationId xmlns:a16="http://schemas.microsoft.com/office/drawing/2014/main" id="{6D2E46AE-8931-07D9-E4BA-236767F05123}"/>
              </a:ext>
            </a:extLst>
          </p:cNvPr>
          <p:cNvSpPr>
            <a:spLocks noGrp="1"/>
          </p:cNvSpPr>
          <p:nvPr>
            <p:ph type="pic" sz="quarter" idx="37"/>
          </p:nvPr>
        </p:nvSpPr>
        <p:spPr>
          <a:xfrm>
            <a:off x="6903550" y="4303706"/>
            <a:ext cx="1542438" cy="2555204"/>
          </a:xfrm>
        </p:spPr>
        <p:txBody>
          <a:bodyPr anchor="ctr">
            <a:normAutofit/>
          </a:bodyPr>
          <a:lstStyle>
            <a:lvl1pPr marL="0" indent="0" algn="ctr">
              <a:buNone/>
              <a:defRPr sz="1600"/>
            </a:lvl1pPr>
          </a:lstStyle>
          <a:p>
            <a:r>
              <a:rPr lang="en-US"/>
              <a:t>Click icon to add picture</a:t>
            </a:r>
            <a:endParaRPr lang="en-US" dirty="0"/>
          </a:p>
        </p:txBody>
      </p:sp>
      <p:sp>
        <p:nvSpPr>
          <p:cNvPr id="40" name="Picture Placeholder 33">
            <a:extLst>
              <a:ext uri="{FF2B5EF4-FFF2-40B4-BE49-F238E27FC236}">
                <a16:creationId xmlns:a16="http://schemas.microsoft.com/office/drawing/2014/main" id="{295565B1-ACA7-F26E-8827-05E8356C7C54}"/>
              </a:ext>
            </a:extLst>
          </p:cNvPr>
          <p:cNvSpPr>
            <a:spLocks noGrp="1"/>
          </p:cNvSpPr>
          <p:nvPr>
            <p:ph type="pic" sz="quarter" idx="38"/>
          </p:nvPr>
        </p:nvSpPr>
        <p:spPr>
          <a:xfrm>
            <a:off x="8473156" y="4845859"/>
            <a:ext cx="1570004" cy="2013051"/>
          </a:xfrm>
        </p:spPr>
        <p:txBody>
          <a:bodyPr anchor="ctr">
            <a:normAutofit/>
          </a:bodyPr>
          <a:lstStyle>
            <a:lvl1pPr marL="0" indent="0" algn="ctr">
              <a:buNone/>
              <a:defRPr sz="1600"/>
            </a:lvl1pPr>
          </a:lstStyle>
          <a:p>
            <a:r>
              <a:rPr lang="en-US"/>
              <a:t>Click icon to add picture</a:t>
            </a:r>
            <a:endParaRPr lang="en-US" dirty="0"/>
          </a:p>
        </p:txBody>
      </p:sp>
      <p:sp>
        <p:nvSpPr>
          <p:cNvPr id="35" name="Picture Placeholder 33">
            <a:extLst>
              <a:ext uri="{FF2B5EF4-FFF2-40B4-BE49-F238E27FC236}">
                <a16:creationId xmlns:a16="http://schemas.microsoft.com/office/drawing/2014/main" id="{AFF99AF0-07B4-1CEE-3781-E91ED317B3DE}"/>
              </a:ext>
            </a:extLst>
          </p:cNvPr>
          <p:cNvSpPr>
            <a:spLocks noGrp="1"/>
          </p:cNvSpPr>
          <p:nvPr>
            <p:ph type="pic" sz="quarter" idx="33"/>
          </p:nvPr>
        </p:nvSpPr>
        <p:spPr>
          <a:xfrm>
            <a:off x="10063281" y="4303706"/>
            <a:ext cx="1552723" cy="2555204"/>
          </a:xfrm>
        </p:spPr>
        <p:txBody>
          <a:bodyPr anchor="ctr">
            <a:normAutofit/>
          </a:bodyPr>
          <a:lstStyle>
            <a:lvl1pPr marL="0" indent="0" algn="ctr">
              <a:buNone/>
              <a:defRPr sz="1600"/>
            </a:lvl1pPr>
          </a:lstStyle>
          <a:p>
            <a:r>
              <a:rPr lang="en-US"/>
              <a:t>Click icon to add picture</a:t>
            </a:r>
            <a:endParaRPr lang="en-US" dirty="0"/>
          </a:p>
        </p:txBody>
      </p:sp>
      <p:sp>
        <p:nvSpPr>
          <p:cNvPr id="3" name="Oval 2">
            <a:extLst>
              <a:ext uri="{FF2B5EF4-FFF2-40B4-BE49-F238E27FC236}">
                <a16:creationId xmlns:a16="http://schemas.microsoft.com/office/drawing/2014/main" id="{17EFE29E-7594-1AE0-D51B-4C492DB85493}"/>
              </a:ext>
              <a:ext uri="{C183D7F6-B498-43B3-948B-1728B52AA6E4}">
                <adec:decorative xmlns:adec="http://schemas.microsoft.com/office/drawing/2017/decorative" val="1"/>
              </a:ext>
            </a:extLst>
          </p:cNvPr>
          <p:cNvSpPr/>
          <p:nvPr userDrawn="1"/>
        </p:nvSpPr>
        <p:spPr>
          <a:xfrm>
            <a:off x="474637" y="2671953"/>
            <a:ext cx="164452" cy="164592"/>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Oval 3">
            <a:extLst>
              <a:ext uri="{FF2B5EF4-FFF2-40B4-BE49-F238E27FC236}">
                <a16:creationId xmlns:a16="http://schemas.microsoft.com/office/drawing/2014/main" id="{5BB35614-3EBB-AEBD-034D-AB862ADC08F9}"/>
              </a:ext>
              <a:ext uri="{C183D7F6-B498-43B3-948B-1728B52AA6E4}">
                <adec:decorative xmlns:adec="http://schemas.microsoft.com/office/drawing/2017/decorative" val="1"/>
              </a:ext>
            </a:extLst>
          </p:cNvPr>
          <p:cNvSpPr/>
          <p:nvPr userDrawn="1"/>
        </p:nvSpPr>
        <p:spPr>
          <a:xfrm>
            <a:off x="2082503" y="3206132"/>
            <a:ext cx="164452" cy="164592"/>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A8189122-076F-188C-CD9F-9C7D5EAFB602}"/>
              </a:ext>
              <a:ext uri="{C183D7F6-B498-43B3-948B-1728B52AA6E4}">
                <adec:decorative xmlns:adec="http://schemas.microsoft.com/office/drawing/2017/decorative" val="1"/>
              </a:ext>
            </a:extLst>
          </p:cNvPr>
          <p:cNvSpPr/>
          <p:nvPr userDrawn="1"/>
        </p:nvSpPr>
        <p:spPr>
          <a:xfrm>
            <a:off x="9970792" y="2671953"/>
            <a:ext cx="164452" cy="164592"/>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CA225BB7-C41D-C59A-7061-B8E3A2CC9807}"/>
              </a:ext>
              <a:ext uri="{C183D7F6-B498-43B3-948B-1728B52AA6E4}">
                <adec:decorative xmlns:adec="http://schemas.microsoft.com/office/drawing/2017/decorative" val="1"/>
              </a:ext>
            </a:extLst>
          </p:cNvPr>
          <p:cNvSpPr/>
          <p:nvPr userDrawn="1"/>
        </p:nvSpPr>
        <p:spPr>
          <a:xfrm>
            <a:off x="8381976" y="3206132"/>
            <a:ext cx="164452" cy="164592"/>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Oval 11">
            <a:extLst>
              <a:ext uri="{FF2B5EF4-FFF2-40B4-BE49-F238E27FC236}">
                <a16:creationId xmlns:a16="http://schemas.microsoft.com/office/drawing/2014/main" id="{7543370D-EAEF-BCB0-7736-4E8FDFAB0694}"/>
              </a:ext>
              <a:ext uri="{C183D7F6-B498-43B3-948B-1728B52AA6E4}">
                <adec:decorative xmlns:adec="http://schemas.microsoft.com/office/drawing/2017/decorative" val="1"/>
              </a:ext>
            </a:extLst>
          </p:cNvPr>
          <p:cNvSpPr/>
          <p:nvPr userDrawn="1"/>
        </p:nvSpPr>
        <p:spPr>
          <a:xfrm>
            <a:off x="6813571" y="2671953"/>
            <a:ext cx="164452" cy="164592"/>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Oval 12">
            <a:extLst>
              <a:ext uri="{FF2B5EF4-FFF2-40B4-BE49-F238E27FC236}">
                <a16:creationId xmlns:a16="http://schemas.microsoft.com/office/drawing/2014/main" id="{00B04EAE-4AC8-C01B-D634-ADA7A6A91B04}"/>
              </a:ext>
              <a:ext uri="{C183D7F6-B498-43B3-948B-1728B52AA6E4}">
                <adec:decorative xmlns:adec="http://schemas.microsoft.com/office/drawing/2017/decorative" val="1"/>
              </a:ext>
            </a:extLst>
          </p:cNvPr>
          <p:cNvSpPr/>
          <p:nvPr userDrawn="1"/>
        </p:nvSpPr>
        <p:spPr>
          <a:xfrm>
            <a:off x="5194513" y="3206132"/>
            <a:ext cx="164452" cy="164592"/>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Oval 13">
            <a:extLst>
              <a:ext uri="{FF2B5EF4-FFF2-40B4-BE49-F238E27FC236}">
                <a16:creationId xmlns:a16="http://schemas.microsoft.com/office/drawing/2014/main" id="{9E57A53E-7AA5-B1FF-B060-9CA14C228604}"/>
              </a:ext>
              <a:ext uri="{C183D7F6-B498-43B3-948B-1728B52AA6E4}">
                <adec:decorative xmlns:adec="http://schemas.microsoft.com/office/drawing/2017/decorative" val="1"/>
              </a:ext>
            </a:extLst>
          </p:cNvPr>
          <p:cNvSpPr/>
          <p:nvPr userDrawn="1"/>
        </p:nvSpPr>
        <p:spPr>
          <a:xfrm>
            <a:off x="3633832" y="2671953"/>
            <a:ext cx="164452" cy="164592"/>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5" name="Straight Connector 14">
            <a:extLst>
              <a:ext uri="{FF2B5EF4-FFF2-40B4-BE49-F238E27FC236}">
                <a16:creationId xmlns:a16="http://schemas.microsoft.com/office/drawing/2014/main" id="{845D603C-8AD4-17DE-74E1-384B9A905FB1}"/>
              </a:ext>
              <a:ext uri="{C183D7F6-B498-43B3-948B-1728B52AA6E4}">
                <adec:decorative xmlns:adec="http://schemas.microsoft.com/office/drawing/2017/decorative" val="1"/>
              </a:ext>
            </a:extLst>
          </p:cNvPr>
          <p:cNvCxnSpPr>
            <a:cxnSpLocks/>
          </p:cNvCxnSpPr>
          <p:nvPr userDrawn="1"/>
        </p:nvCxnSpPr>
        <p:spPr>
          <a:xfrm>
            <a:off x="547031" y="2905707"/>
            <a:ext cx="0" cy="3963179"/>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651653B8-91EB-B821-4E71-F2A7FFF79C1E}"/>
              </a:ext>
              <a:ext uri="{C183D7F6-B498-43B3-948B-1728B52AA6E4}">
                <adec:decorative xmlns:adec="http://schemas.microsoft.com/office/drawing/2017/decorative" val="1"/>
              </a:ext>
            </a:extLst>
          </p:cNvPr>
          <p:cNvCxnSpPr>
            <a:cxnSpLocks/>
          </p:cNvCxnSpPr>
          <p:nvPr userDrawn="1"/>
        </p:nvCxnSpPr>
        <p:spPr>
          <a:xfrm>
            <a:off x="2154896" y="3439886"/>
            <a:ext cx="0" cy="342900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2DC307F0-BD88-AACC-224B-CD59DFB09D67}"/>
              </a:ext>
              <a:ext uri="{C183D7F6-B498-43B3-948B-1728B52AA6E4}">
                <adec:decorative xmlns:adec="http://schemas.microsoft.com/office/drawing/2017/decorative" val="1"/>
              </a:ext>
            </a:extLst>
          </p:cNvPr>
          <p:cNvCxnSpPr>
            <a:cxnSpLocks/>
          </p:cNvCxnSpPr>
          <p:nvPr userDrawn="1"/>
        </p:nvCxnSpPr>
        <p:spPr>
          <a:xfrm>
            <a:off x="10043186" y="2905707"/>
            <a:ext cx="4829" cy="3963179"/>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195E6FB8-C882-EEA2-0A6C-93B2654D1E99}"/>
              </a:ext>
              <a:ext uri="{C183D7F6-B498-43B3-948B-1728B52AA6E4}">
                <adec:decorative xmlns:adec="http://schemas.microsoft.com/office/drawing/2017/decorative" val="1"/>
              </a:ext>
            </a:extLst>
          </p:cNvPr>
          <p:cNvCxnSpPr>
            <a:cxnSpLocks/>
          </p:cNvCxnSpPr>
          <p:nvPr userDrawn="1"/>
        </p:nvCxnSpPr>
        <p:spPr>
          <a:xfrm>
            <a:off x="8454370" y="3439886"/>
            <a:ext cx="0" cy="342900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9A52232B-253E-1FC7-9786-87CA56F8B50B}"/>
              </a:ext>
              <a:ext uri="{C183D7F6-B498-43B3-948B-1728B52AA6E4}">
                <adec:decorative xmlns:adec="http://schemas.microsoft.com/office/drawing/2017/decorative" val="1"/>
              </a:ext>
            </a:extLst>
          </p:cNvPr>
          <p:cNvCxnSpPr>
            <a:cxnSpLocks/>
          </p:cNvCxnSpPr>
          <p:nvPr userDrawn="1"/>
        </p:nvCxnSpPr>
        <p:spPr>
          <a:xfrm flipH="1">
            <a:off x="6881774" y="2905707"/>
            <a:ext cx="8383" cy="3963179"/>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3260BCCD-F258-83B3-A65C-044BCD9AD3AF}"/>
              </a:ext>
              <a:ext uri="{C183D7F6-B498-43B3-948B-1728B52AA6E4}">
                <adec:decorative xmlns:adec="http://schemas.microsoft.com/office/drawing/2017/decorative" val="1"/>
              </a:ext>
            </a:extLst>
          </p:cNvPr>
          <p:cNvCxnSpPr>
            <a:cxnSpLocks/>
          </p:cNvCxnSpPr>
          <p:nvPr userDrawn="1"/>
        </p:nvCxnSpPr>
        <p:spPr>
          <a:xfrm>
            <a:off x="5266907" y="3439886"/>
            <a:ext cx="0" cy="342900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66570952-AC5E-D74C-C3B4-FC80E787804C}"/>
              </a:ext>
              <a:ext uri="{C183D7F6-B498-43B3-948B-1728B52AA6E4}">
                <adec:decorative xmlns:adec="http://schemas.microsoft.com/office/drawing/2017/decorative" val="1"/>
              </a:ext>
            </a:extLst>
          </p:cNvPr>
          <p:cNvCxnSpPr>
            <a:cxnSpLocks/>
          </p:cNvCxnSpPr>
          <p:nvPr userDrawn="1"/>
        </p:nvCxnSpPr>
        <p:spPr>
          <a:xfrm flipH="1">
            <a:off x="3675764" y="2905707"/>
            <a:ext cx="21596" cy="3963179"/>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66369030"/>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imeline_8">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6B855-995C-1225-6A02-C46FF326D417}"/>
              </a:ext>
            </a:extLst>
          </p:cNvPr>
          <p:cNvSpPr>
            <a:spLocks noGrp="1"/>
          </p:cNvSpPr>
          <p:nvPr>
            <p:ph type="title" hasCustomPrompt="1"/>
          </p:nvPr>
        </p:nvSpPr>
        <p:spPr>
          <a:xfrm>
            <a:off x="551088" y="321581"/>
            <a:ext cx="11082671" cy="1017361"/>
          </a:xfrm>
        </p:spPr>
        <p:txBody>
          <a:bodyPr>
            <a:noAutofit/>
          </a:bodyPr>
          <a:lstStyle>
            <a:lvl1pPr algn="l">
              <a:defRPr sz="5000" b="0">
                <a:solidFill>
                  <a:schemeClr val="tx1"/>
                </a:solidFill>
              </a:defRPr>
            </a:lvl1pPr>
          </a:lstStyle>
          <a:p>
            <a:r>
              <a:rPr lang="en-US" dirty="0"/>
              <a:t>Add title</a:t>
            </a:r>
          </a:p>
        </p:txBody>
      </p:sp>
      <p:sp>
        <p:nvSpPr>
          <p:cNvPr id="17" name="Text Placeholder 6">
            <a:extLst>
              <a:ext uri="{FF2B5EF4-FFF2-40B4-BE49-F238E27FC236}">
                <a16:creationId xmlns:a16="http://schemas.microsoft.com/office/drawing/2014/main" id="{6B73193A-88EA-B0EF-BE93-8DF234EB1751}"/>
              </a:ext>
            </a:extLst>
          </p:cNvPr>
          <p:cNvSpPr>
            <a:spLocks noGrp="1"/>
          </p:cNvSpPr>
          <p:nvPr>
            <p:ph type="body" sz="quarter" idx="18" hasCustomPrompt="1"/>
          </p:nvPr>
        </p:nvSpPr>
        <p:spPr>
          <a:xfrm>
            <a:off x="386026" y="2222224"/>
            <a:ext cx="1323181" cy="493849"/>
          </a:xfrm>
        </p:spPr>
        <p:txBody>
          <a:bodyPr>
            <a:noAutofit/>
          </a:bodyPr>
          <a:lstStyle>
            <a:lvl1pPr marL="0" indent="0" algn="l">
              <a:lnSpc>
                <a:spcPct val="100000"/>
              </a:lnSpc>
              <a:spcBef>
                <a:spcPts val="0"/>
              </a:spcBef>
              <a:buNone/>
              <a:defRPr sz="1100" b="1" cap="all" spc="350" baseline="0">
                <a:solidFill>
                  <a:schemeClr val="accent6"/>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a:t>
            </a:r>
          </a:p>
        </p:txBody>
      </p:sp>
      <p:sp>
        <p:nvSpPr>
          <p:cNvPr id="18" name="Text Placeholder 6">
            <a:extLst>
              <a:ext uri="{FF2B5EF4-FFF2-40B4-BE49-F238E27FC236}">
                <a16:creationId xmlns:a16="http://schemas.microsoft.com/office/drawing/2014/main" id="{EDCB1B8E-D420-780E-9AB7-AC039F356D3B}"/>
              </a:ext>
            </a:extLst>
          </p:cNvPr>
          <p:cNvSpPr>
            <a:spLocks noGrp="1"/>
          </p:cNvSpPr>
          <p:nvPr>
            <p:ph type="body" sz="quarter" idx="19" hasCustomPrompt="1"/>
          </p:nvPr>
        </p:nvSpPr>
        <p:spPr>
          <a:xfrm>
            <a:off x="2024406" y="2751721"/>
            <a:ext cx="1323181" cy="493849"/>
          </a:xfrm>
        </p:spPr>
        <p:txBody>
          <a:bodyPr>
            <a:noAutofit/>
          </a:bodyPr>
          <a:lstStyle>
            <a:lvl1pPr marL="0" indent="0" algn="l">
              <a:lnSpc>
                <a:spcPct val="100000"/>
              </a:lnSpc>
              <a:spcBef>
                <a:spcPts val="0"/>
              </a:spcBef>
              <a:buNone/>
              <a:defRPr sz="1100" b="1" cap="all" spc="350" baseline="0">
                <a:solidFill>
                  <a:schemeClr val="accent6"/>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a:t>
            </a:r>
          </a:p>
        </p:txBody>
      </p:sp>
      <p:sp>
        <p:nvSpPr>
          <p:cNvPr id="19" name="Text Placeholder 6">
            <a:extLst>
              <a:ext uri="{FF2B5EF4-FFF2-40B4-BE49-F238E27FC236}">
                <a16:creationId xmlns:a16="http://schemas.microsoft.com/office/drawing/2014/main" id="{7656A84E-C390-F554-7CF9-98D0A99CB425}"/>
              </a:ext>
            </a:extLst>
          </p:cNvPr>
          <p:cNvSpPr>
            <a:spLocks noGrp="1"/>
          </p:cNvSpPr>
          <p:nvPr>
            <p:ph type="body" sz="quarter" idx="20" hasCustomPrompt="1"/>
          </p:nvPr>
        </p:nvSpPr>
        <p:spPr>
          <a:xfrm>
            <a:off x="3576351" y="2222224"/>
            <a:ext cx="1323181" cy="493849"/>
          </a:xfrm>
        </p:spPr>
        <p:txBody>
          <a:bodyPr>
            <a:noAutofit/>
          </a:bodyPr>
          <a:lstStyle>
            <a:lvl1pPr marL="0" indent="0" algn="l">
              <a:lnSpc>
                <a:spcPct val="100000"/>
              </a:lnSpc>
              <a:spcBef>
                <a:spcPts val="0"/>
              </a:spcBef>
              <a:buNone/>
              <a:defRPr sz="1100" b="1" cap="all" spc="350" baseline="0">
                <a:solidFill>
                  <a:schemeClr val="accent6"/>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a:t>
            </a:r>
          </a:p>
        </p:txBody>
      </p:sp>
      <p:sp>
        <p:nvSpPr>
          <p:cNvPr id="20" name="Text Placeholder 6">
            <a:extLst>
              <a:ext uri="{FF2B5EF4-FFF2-40B4-BE49-F238E27FC236}">
                <a16:creationId xmlns:a16="http://schemas.microsoft.com/office/drawing/2014/main" id="{58932D1A-5F27-5DB5-2EA3-5D2198BFE1E4}"/>
              </a:ext>
            </a:extLst>
          </p:cNvPr>
          <p:cNvSpPr>
            <a:spLocks noGrp="1"/>
          </p:cNvSpPr>
          <p:nvPr>
            <p:ph type="body" sz="quarter" idx="21" hasCustomPrompt="1"/>
          </p:nvPr>
        </p:nvSpPr>
        <p:spPr>
          <a:xfrm>
            <a:off x="5166118" y="2751721"/>
            <a:ext cx="1323181" cy="493849"/>
          </a:xfrm>
        </p:spPr>
        <p:txBody>
          <a:bodyPr>
            <a:noAutofit/>
          </a:bodyPr>
          <a:lstStyle>
            <a:lvl1pPr marL="0" indent="0" algn="l">
              <a:lnSpc>
                <a:spcPct val="100000"/>
              </a:lnSpc>
              <a:spcBef>
                <a:spcPts val="0"/>
              </a:spcBef>
              <a:buNone/>
              <a:defRPr sz="1100" b="1" cap="all" spc="350" baseline="0">
                <a:solidFill>
                  <a:schemeClr val="accent6"/>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a:t>
            </a:r>
          </a:p>
        </p:txBody>
      </p:sp>
      <p:sp>
        <p:nvSpPr>
          <p:cNvPr id="21" name="Text Placeholder 6">
            <a:extLst>
              <a:ext uri="{FF2B5EF4-FFF2-40B4-BE49-F238E27FC236}">
                <a16:creationId xmlns:a16="http://schemas.microsoft.com/office/drawing/2014/main" id="{DB0B66E2-831B-8B5D-7260-F680B1DCB4C0}"/>
              </a:ext>
            </a:extLst>
          </p:cNvPr>
          <p:cNvSpPr>
            <a:spLocks noGrp="1"/>
          </p:cNvSpPr>
          <p:nvPr>
            <p:ph type="body" sz="quarter" idx="22" hasCustomPrompt="1"/>
          </p:nvPr>
        </p:nvSpPr>
        <p:spPr>
          <a:xfrm>
            <a:off x="6726927" y="2222224"/>
            <a:ext cx="1323181" cy="493849"/>
          </a:xfrm>
        </p:spPr>
        <p:txBody>
          <a:bodyPr>
            <a:noAutofit/>
          </a:bodyPr>
          <a:lstStyle>
            <a:lvl1pPr marL="0" indent="0" algn="l">
              <a:lnSpc>
                <a:spcPct val="100000"/>
              </a:lnSpc>
              <a:spcBef>
                <a:spcPts val="0"/>
              </a:spcBef>
              <a:buNone/>
              <a:defRPr sz="1100" b="1" cap="all" spc="350" baseline="0">
                <a:solidFill>
                  <a:schemeClr val="accent6"/>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a:t>
            </a:r>
          </a:p>
        </p:txBody>
      </p:sp>
      <p:sp>
        <p:nvSpPr>
          <p:cNvPr id="22" name="Text Placeholder 6">
            <a:extLst>
              <a:ext uri="{FF2B5EF4-FFF2-40B4-BE49-F238E27FC236}">
                <a16:creationId xmlns:a16="http://schemas.microsoft.com/office/drawing/2014/main" id="{5E01213A-B19D-C32B-3CC5-8C7DF3E8B253}"/>
              </a:ext>
            </a:extLst>
          </p:cNvPr>
          <p:cNvSpPr>
            <a:spLocks noGrp="1"/>
          </p:cNvSpPr>
          <p:nvPr>
            <p:ph type="body" sz="quarter" idx="23" hasCustomPrompt="1"/>
          </p:nvPr>
        </p:nvSpPr>
        <p:spPr>
          <a:xfrm>
            <a:off x="8325925" y="2751721"/>
            <a:ext cx="1323181" cy="493849"/>
          </a:xfrm>
        </p:spPr>
        <p:txBody>
          <a:bodyPr>
            <a:noAutofit/>
          </a:bodyPr>
          <a:lstStyle>
            <a:lvl1pPr marL="0" indent="0" algn="l">
              <a:lnSpc>
                <a:spcPct val="100000"/>
              </a:lnSpc>
              <a:spcBef>
                <a:spcPts val="0"/>
              </a:spcBef>
              <a:buNone/>
              <a:defRPr sz="1100" b="1" cap="all" spc="350" baseline="0">
                <a:solidFill>
                  <a:schemeClr val="accent6"/>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a:t>
            </a:r>
          </a:p>
        </p:txBody>
      </p:sp>
      <p:sp>
        <p:nvSpPr>
          <p:cNvPr id="23" name="Text Placeholder 6">
            <a:extLst>
              <a:ext uri="{FF2B5EF4-FFF2-40B4-BE49-F238E27FC236}">
                <a16:creationId xmlns:a16="http://schemas.microsoft.com/office/drawing/2014/main" id="{5D66B4D4-1888-12A9-F2A9-581EC9B06386}"/>
              </a:ext>
            </a:extLst>
          </p:cNvPr>
          <p:cNvSpPr>
            <a:spLocks noGrp="1"/>
          </p:cNvSpPr>
          <p:nvPr>
            <p:ph type="body" sz="quarter" idx="24" hasCustomPrompt="1"/>
          </p:nvPr>
        </p:nvSpPr>
        <p:spPr>
          <a:xfrm>
            <a:off x="9897125" y="2222224"/>
            <a:ext cx="1323181" cy="493849"/>
          </a:xfrm>
        </p:spPr>
        <p:txBody>
          <a:bodyPr>
            <a:noAutofit/>
          </a:bodyPr>
          <a:lstStyle>
            <a:lvl1pPr marL="0" indent="0" algn="l">
              <a:lnSpc>
                <a:spcPct val="100000"/>
              </a:lnSpc>
              <a:spcBef>
                <a:spcPts val="0"/>
              </a:spcBef>
              <a:buNone/>
              <a:defRPr sz="1100" b="1" cap="all" spc="350" baseline="0">
                <a:solidFill>
                  <a:schemeClr val="accent6"/>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a:t>
            </a:r>
          </a:p>
        </p:txBody>
      </p:sp>
      <p:sp>
        <p:nvSpPr>
          <p:cNvPr id="26" name="Text Placeholder 6">
            <a:extLst>
              <a:ext uri="{FF2B5EF4-FFF2-40B4-BE49-F238E27FC236}">
                <a16:creationId xmlns:a16="http://schemas.microsoft.com/office/drawing/2014/main" id="{8BA70EC6-938E-0C76-59B1-A0D291AC520E}"/>
              </a:ext>
            </a:extLst>
          </p:cNvPr>
          <p:cNvSpPr>
            <a:spLocks noGrp="1"/>
          </p:cNvSpPr>
          <p:nvPr>
            <p:ph type="body" sz="quarter" idx="25" hasCustomPrompt="1"/>
          </p:nvPr>
        </p:nvSpPr>
        <p:spPr>
          <a:xfrm>
            <a:off x="648790" y="2926575"/>
            <a:ext cx="1270097" cy="1290687"/>
          </a:xfrm>
        </p:spPr>
        <p:txBody>
          <a:bodyPr>
            <a:noAutofit/>
          </a:bodyPr>
          <a:lstStyle>
            <a:lvl1pPr marL="0" indent="0" algn="l">
              <a:lnSpc>
                <a:spcPct val="113000"/>
              </a:lnSpc>
              <a:buNone/>
              <a:defRPr sz="1200" b="0" spc="0" baseline="0">
                <a:solidFill>
                  <a:schemeClr val="accent3">
                    <a:lumMod val="10000"/>
                  </a:schemeClr>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 here</a:t>
            </a:r>
          </a:p>
        </p:txBody>
      </p:sp>
      <p:sp>
        <p:nvSpPr>
          <p:cNvPr id="27" name="Text Placeholder 6">
            <a:extLst>
              <a:ext uri="{FF2B5EF4-FFF2-40B4-BE49-F238E27FC236}">
                <a16:creationId xmlns:a16="http://schemas.microsoft.com/office/drawing/2014/main" id="{45208294-243B-6B1C-7B4D-D51C83E833BA}"/>
              </a:ext>
            </a:extLst>
          </p:cNvPr>
          <p:cNvSpPr>
            <a:spLocks noGrp="1"/>
          </p:cNvSpPr>
          <p:nvPr>
            <p:ph type="body" sz="quarter" idx="26" hasCustomPrompt="1"/>
          </p:nvPr>
        </p:nvSpPr>
        <p:spPr>
          <a:xfrm>
            <a:off x="2258410" y="3471577"/>
            <a:ext cx="1371600" cy="1290687"/>
          </a:xfrm>
        </p:spPr>
        <p:txBody>
          <a:bodyPr>
            <a:noAutofit/>
          </a:bodyPr>
          <a:lstStyle>
            <a:lvl1pPr marL="0" indent="0" algn="l">
              <a:lnSpc>
                <a:spcPct val="113000"/>
              </a:lnSpc>
              <a:buNone/>
              <a:defRPr sz="1200" b="0" spc="0" baseline="0">
                <a:solidFill>
                  <a:schemeClr val="accent3">
                    <a:lumMod val="10000"/>
                  </a:schemeClr>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 here</a:t>
            </a:r>
          </a:p>
        </p:txBody>
      </p:sp>
      <p:sp>
        <p:nvSpPr>
          <p:cNvPr id="41" name="Text Placeholder 6">
            <a:extLst>
              <a:ext uri="{FF2B5EF4-FFF2-40B4-BE49-F238E27FC236}">
                <a16:creationId xmlns:a16="http://schemas.microsoft.com/office/drawing/2014/main" id="{D1A1881B-011B-36DA-64F4-B3F2F7C1D767}"/>
              </a:ext>
            </a:extLst>
          </p:cNvPr>
          <p:cNvSpPr>
            <a:spLocks noGrp="1"/>
          </p:cNvSpPr>
          <p:nvPr>
            <p:ph type="body" sz="quarter" idx="40" hasCustomPrompt="1"/>
          </p:nvPr>
        </p:nvSpPr>
        <p:spPr>
          <a:xfrm>
            <a:off x="3820165" y="2926575"/>
            <a:ext cx="1270097" cy="1290687"/>
          </a:xfrm>
        </p:spPr>
        <p:txBody>
          <a:bodyPr>
            <a:noAutofit/>
          </a:bodyPr>
          <a:lstStyle>
            <a:lvl1pPr marL="0" indent="0" algn="l">
              <a:lnSpc>
                <a:spcPct val="113000"/>
              </a:lnSpc>
              <a:buNone/>
              <a:defRPr sz="1200" b="0" spc="0" baseline="0">
                <a:solidFill>
                  <a:schemeClr val="accent3">
                    <a:lumMod val="10000"/>
                  </a:schemeClr>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 here</a:t>
            </a:r>
          </a:p>
        </p:txBody>
      </p:sp>
      <p:sp>
        <p:nvSpPr>
          <p:cNvPr id="29" name="Text Placeholder 6">
            <a:extLst>
              <a:ext uri="{FF2B5EF4-FFF2-40B4-BE49-F238E27FC236}">
                <a16:creationId xmlns:a16="http://schemas.microsoft.com/office/drawing/2014/main" id="{C9DE0F18-7248-091B-B3CF-C52106002CCE}"/>
              </a:ext>
            </a:extLst>
          </p:cNvPr>
          <p:cNvSpPr>
            <a:spLocks noGrp="1"/>
          </p:cNvSpPr>
          <p:nvPr>
            <p:ph type="body" sz="quarter" idx="28" hasCustomPrompt="1"/>
          </p:nvPr>
        </p:nvSpPr>
        <p:spPr>
          <a:xfrm>
            <a:off x="5409756" y="3471577"/>
            <a:ext cx="1371600" cy="1290687"/>
          </a:xfrm>
        </p:spPr>
        <p:txBody>
          <a:bodyPr>
            <a:noAutofit/>
          </a:bodyPr>
          <a:lstStyle>
            <a:lvl1pPr marL="0" indent="0" algn="l">
              <a:lnSpc>
                <a:spcPct val="113000"/>
              </a:lnSpc>
              <a:buNone/>
              <a:defRPr sz="1200" b="0" spc="0" baseline="0">
                <a:solidFill>
                  <a:schemeClr val="accent3">
                    <a:lumMod val="10000"/>
                  </a:schemeClr>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 here</a:t>
            </a:r>
          </a:p>
        </p:txBody>
      </p:sp>
      <p:sp>
        <p:nvSpPr>
          <p:cNvPr id="30" name="Text Placeholder 6">
            <a:extLst>
              <a:ext uri="{FF2B5EF4-FFF2-40B4-BE49-F238E27FC236}">
                <a16:creationId xmlns:a16="http://schemas.microsoft.com/office/drawing/2014/main" id="{9940A882-262E-11D9-20F5-FC422DA6058B}"/>
              </a:ext>
            </a:extLst>
          </p:cNvPr>
          <p:cNvSpPr>
            <a:spLocks noGrp="1"/>
          </p:cNvSpPr>
          <p:nvPr>
            <p:ph type="body" sz="quarter" idx="29" hasCustomPrompt="1"/>
          </p:nvPr>
        </p:nvSpPr>
        <p:spPr>
          <a:xfrm>
            <a:off x="6998948" y="2926575"/>
            <a:ext cx="1270097" cy="1290687"/>
          </a:xfrm>
        </p:spPr>
        <p:txBody>
          <a:bodyPr>
            <a:noAutofit/>
          </a:bodyPr>
          <a:lstStyle>
            <a:lvl1pPr marL="0" indent="0" algn="l">
              <a:lnSpc>
                <a:spcPct val="113000"/>
              </a:lnSpc>
              <a:buNone/>
              <a:defRPr sz="1200" b="0" spc="0" baseline="0">
                <a:solidFill>
                  <a:schemeClr val="accent3">
                    <a:lumMod val="10000"/>
                  </a:schemeClr>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 here</a:t>
            </a:r>
          </a:p>
        </p:txBody>
      </p:sp>
      <p:sp>
        <p:nvSpPr>
          <p:cNvPr id="31" name="Text Placeholder 6">
            <a:extLst>
              <a:ext uri="{FF2B5EF4-FFF2-40B4-BE49-F238E27FC236}">
                <a16:creationId xmlns:a16="http://schemas.microsoft.com/office/drawing/2014/main" id="{F1943B66-B889-2293-1A59-B08E0A4A09D8}"/>
              </a:ext>
            </a:extLst>
          </p:cNvPr>
          <p:cNvSpPr>
            <a:spLocks noGrp="1"/>
          </p:cNvSpPr>
          <p:nvPr>
            <p:ph type="body" sz="quarter" idx="30" hasCustomPrompt="1"/>
          </p:nvPr>
        </p:nvSpPr>
        <p:spPr>
          <a:xfrm>
            <a:off x="8588533" y="3471577"/>
            <a:ext cx="1371600" cy="1290687"/>
          </a:xfrm>
        </p:spPr>
        <p:txBody>
          <a:bodyPr>
            <a:noAutofit/>
          </a:bodyPr>
          <a:lstStyle>
            <a:lvl1pPr marL="0" indent="0" algn="l">
              <a:lnSpc>
                <a:spcPct val="113000"/>
              </a:lnSpc>
              <a:buNone/>
              <a:defRPr sz="1200" b="0" spc="0" baseline="0">
                <a:solidFill>
                  <a:schemeClr val="accent3">
                    <a:lumMod val="10000"/>
                  </a:schemeClr>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 here</a:t>
            </a:r>
          </a:p>
        </p:txBody>
      </p:sp>
      <p:sp>
        <p:nvSpPr>
          <p:cNvPr id="32" name="Text Placeholder 6">
            <a:extLst>
              <a:ext uri="{FF2B5EF4-FFF2-40B4-BE49-F238E27FC236}">
                <a16:creationId xmlns:a16="http://schemas.microsoft.com/office/drawing/2014/main" id="{93FE27AA-101D-9FC1-39E1-665CEBA591FB}"/>
              </a:ext>
            </a:extLst>
          </p:cNvPr>
          <p:cNvSpPr>
            <a:spLocks noGrp="1"/>
          </p:cNvSpPr>
          <p:nvPr>
            <p:ph type="body" sz="quarter" idx="31" hasCustomPrompt="1"/>
          </p:nvPr>
        </p:nvSpPr>
        <p:spPr>
          <a:xfrm>
            <a:off x="10150121" y="2926575"/>
            <a:ext cx="1369789" cy="1290687"/>
          </a:xfrm>
        </p:spPr>
        <p:txBody>
          <a:bodyPr>
            <a:noAutofit/>
          </a:bodyPr>
          <a:lstStyle>
            <a:lvl1pPr marL="0" indent="0" algn="l">
              <a:lnSpc>
                <a:spcPct val="113000"/>
              </a:lnSpc>
              <a:buNone/>
              <a:defRPr sz="1200" b="0" spc="0" baseline="0">
                <a:solidFill>
                  <a:schemeClr val="accent3">
                    <a:lumMod val="10000"/>
                  </a:schemeClr>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 here</a:t>
            </a:r>
          </a:p>
        </p:txBody>
      </p:sp>
      <p:sp>
        <p:nvSpPr>
          <p:cNvPr id="34" name="Picture Placeholder 33">
            <a:extLst>
              <a:ext uri="{FF2B5EF4-FFF2-40B4-BE49-F238E27FC236}">
                <a16:creationId xmlns:a16="http://schemas.microsoft.com/office/drawing/2014/main" id="{39C37C26-8255-6660-DCE1-D05B99B82D0D}"/>
              </a:ext>
            </a:extLst>
          </p:cNvPr>
          <p:cNvSpPr>
            <a:spLocks noGrp="1"/>
          </p:cNvSpPr>
          <p:nvPr>
            <p:ph type="pic" sz="quarter" idx="32"/>
          </p:nvPr>
        </p:nvSpPr>
        <p:spPr>
          <a:xfrm>
            <a:off x="559775" y="4303706"/>
            <a:ext cx="1587094" cy="2555204"/>
          </a:xfrm>
        </p:spPr>
        <p:txBody>
          <a:bodyPr anchor="ctr">
            <a:normAutofit/>
          </a:bodyPr>
          <a:lstStyle>
            <a:lvl1pPr marL="0" indent="0" algn="ctr">
              <a:buNone/>
              <a:defRPr sz="1600"/>
            </a:lvl1pPr>
          </a:lstStyle>
          <a:p>
            <a:r>
              <a:rPr lang="en-US"/>
              <a:t>Click icon to add picture</a:t>
            </a:r>
            <a:endParaRPr lang="en-US" dirty="0"/>
          </a:p>
        </p:txBody>
      </p:sp>
      <p:sp>
        <p:nvSpPr>
          <p:cNvPr id="36" name="Picture Placeholder 33">
            <a:extLst>
              <a:ext uri="{FF2B5EF4-FFF2-40B4-BE49-F238E27FC236}">
                <a16:creationId xmlns:a16="http://schemas.microsoft.com/office/drawing/2014/main" id="{B8B0653A-87D0-F144-0A04-EC18C75CDE46}"/>
              </a:ext>
            </a:extLst>
          </p:cNvPr>
          <p:cNvSpPr>
            <a:spLocks noGrp="1"/>
          </p:cNvSpPr>
          <p:nvPr>
            <p:ph type="pic" sz="quarter" idx="34"/>
          </p:nvPr>
        </p:nvSpPr>
        <p:spPr>
          <a:xfrm>
            <a:off x="2166191" y="4835424"/>
            <a:ext cx="1548397" cy="2023486"/>
          </a:xfrm>
        </p:spPr>
        <p:txBody>
          <a:bodyPr anchor="ctr">
            <a:normAutofit/>
          </a:bodyPr>
          <a:lstStyle>
            <a:lvl1pPr marL="0" indent="0" algn="ctr">
              <a:buNone/>
              <a:defRPr sz="1600"/>
            </a:lvl1pPr>
          </a:lstStyle>
          <a:p>
            <a:r>
              <a:rPr lang="en-US"/>
              <a:t>Click icon to add picture</a:t>
            </a:r>
            <a:endParaRPr lang="en-US" dirty="0"/>
          </a:p>
        </p:txBody>
      </p:sp>
      <p:sp>
        <p:nvSpPr>
          <p:cNvPr id="37" name="Picture Placeholder 33">
            <a:extLst>
              <a:ext uri="{FF2B5EF4-FFF2-40B4-BE49-F238E27FC236}">
                <a16:creationId xmlns:a16="http://schemas.microsoft.com/office/drawing/2014/main" id="{2D436861-E5E4-0D02-515D-5135ED5C81BD}"/>
              </a:ext>
            </a:extLst>
          </p:cNvPr>
          <p:cNvSpPr>
            <a:spLocks noGrp="1"/>
          </p:cNvSpPr>
          <p:nvPr>
            <p:ph type="pic" sz="quarter" idx="35"/>
          </p:nvPr>
        </p:nvSpPr>
        <p:spPr>
          <a:xfrm>
            <a:off x="3740166" y="4303706"/>
            <a:ext cx="1546538" cy="2555204"/>
          </a:xfrm>
        </p:spPr>
        <p:txBody>
          <a:bodyPr anchor="ctr">
            <a:normAutofit/>
          </a:bodyPr>
          <a:lstStyle>
            <a:lvl1pPr marL="0" indent="0" algn="ctr">
              <a:buNone/>
              <a:defRPr sz="1600"/>
            </a:lvl1pPr>
          </a:lstStyle>
          <a:p>
            <a:r>
              <a:rPr lang="en-US"/>
              <a:t>Click icon to add picture</a:t>
            </a:r>
            <a:endParaRPr lang="en-US" dirty="0"/>
          </a:p>
        </p:txBody>
      </p:sp>
      <p:sp>
        <p:nvSpPr>
          <p:cNvPr id="38" name="Picture Placeholder 33">
            <a:extLst>
              <a:ext uri="{FF2B5EF4-FFF2-40B4-BE49-F238E27FC236}">
                <a16:creationId xmlns:a16="http://schemas.microsoft.com/office/drawing/2014/main" id="{38A682C7-CD55-0D0D-115A-C741A38A9D57}"/>
              </a:ext>
            </a:extLst>
          </p:cNvPr>
          <p:cNvSpPr>
            <a:spLocks noGrp="1"/>
          </p:cNvSpPr>
          <p:nvPr>
            <p:ph type="pic" sz="quarter" idx="36"/>
          </p:nvPr>
        </p:nvSpPr>
        <p:spPr>
          <a:xfrm>
            <a:off x="5319752" y="4835424"/>
            <a:ext cx="1557038" cy="2023486"/>
          </a:xfrm>
        </p:spPr>
        <p:txBody>
          <a:bodyPr anchor="ctr">
            <a:normAutofit/>
          </a:bodyPr>
          <a:lstStyle>
            <a:lvl1pPr marL="0" indent="0" algn="ctr">
              <a:buNone/>
              <a:defRPr sz="1600"/>
            </a:lvl1pPr>
          </a:lstStyle>
          <a:p>
            <a:r>
              <a:rPr lang="en-US"/>
              <a:t>Click icon to add picture</a:t>
            </a:r>
            <a:endParaRPr lang="en-US" dirty="0"/>
          </a:p>
        </p:txBody>
      </p:sp>
      <p:sp>
        <p:nvSpPr>
          <p:cNvPr id="39" name="Picture Placeholder 33">
            <a:extLst>
              <a:ext uri="{FF2B5EF4-FFF2-40B4-BE49-F238E27FC236}">
                <a16:creationId xmlns:a16="http://schemas.microsoft.com/office/drawing/2014/main" id="{6D2E46AE-8931-07D9-E4BA-236767F05123}"/>
              </a:ext>
            </a:extLst>
          </p:cNvPr>
          <p:cNvSpPr>
            <a:spLocks noGrp="1"/>
          </p:cNvSpPr>
          <p:nvPr>
            <p:ph type="pic" sz="quarter" idx="37"/>
          </p:nvPr>
        </p:nvSpPr>
        <p:spPr>
          <a:xfrm>
            <a:off x="6900856" y="4303706"/>
            <a:ext cx="1558916" cy="2555204"/>
          </a:xfrm>
        </p:spPr>
        <p:txBody>
          <a:bodyPr anchor="ctr">
            <a:normAutofit/>
          </a:bodyPr>
          <a:lstStyle>
            <a:lvl1pPr marL="0" indent="0" algn="ctr">
              <a:buNone/>
              <a:defRPr sz="1600"/>
            </a:lvl1pPr>
          </a:lstStyle>
          <a:p>
            <a:r>
              <a:rPr lang="en-US"/>
              <a:t>Click icon to add picture</a:t>
            </a:r>
            <a:endParaRPr lang="en-US" dirty="0"/>
          </a:p>
        </p:txBody>
      </p:sp>
      <p:sp>
        <p:nvSpPr>
          <p:cNvPr id="40" name="Picture Placeholder 33">
            <a:extLst>
              <a:ext uri="{FF2B5EF4-FFF2-40B4-BE49-F238E27FC236}">
                <a16:creationId xmlns:a16="http://schemas.microsoft.com/office/drawing/2014/main" id="{295565B1-ACA7-F26E-8827-05E8356C7C54}"/>
              </a:ext>
            </a:extLst>
          </p:cNvPr>
          <p:cNvSpPr>
            <a:spLocks noGrp="1"/>
          </p:cNvSpPr>
          <p:nvPr>
            <p:ph type="pic" sz="quarter" idx="38"/>
          </p:nvPr>
        </p:nvSpPr>
        <p:spPr>
          <a:xfrm>
            <a:off x="8488680" y="4845859"/>
            <a:ext cx="1558787" cy="2013051"/>
          </a:xfrm>
        </p:spPr>
        <p:txBody>
          <a:bodyPr anchor="ctr">
            <a:normAutofit/>
          </a:bodyPr>
          <a:lstStyle>
            <a:lvl1pPr marL="0" indent="0" algn="ctr">
              <a:buNone/>
              <a:defRPr sz="1600"/>
            </a:lvl1pPr>
          </a:lstStyle>
          <a:p>
            <a:r>
              <a:rPr lang="en-US"/>
              <a:t>Click icon to add picture</a:t>
            </a:r>
            <a:endParaRPr lang="en-US" dirty="0"/>
          </a:p>
        </p:txBody>
      </p:sp>
      <p:sp>
        <p:nvSpPr>
          <p:cNvPr id="35" name="Picture Placeholder 33">
            <a:extLst>
              <a:ext uri="{FF2B5EF4-FFF2-40B4-BE49-F238E27FC236}">
                <a16:creationId xmlns:a16="http://schemas.microsoft.com/office/drawing/2014/main" id="{AFF99AF0-07B4-1CEE-3781-E91ED317B3DE}"/>
              </a:ext>
            </a:extLst>
          </p:cNvPr>
          <p:cNvSpPr>
            <a:spLocks noGrp="1"/>
          </p:cNvSpPr>
          <p:nvPr>
            <p:ph type="pic" sz="quarter" idx="33"/>
          </p:nvPr>
        </p:nvSpPr>
        <p:spPr>
          <a:xfrm>
            <a:off x="10069448" y="4303706"/>
            <a:ext cx="1554787" cy="2555204"/>
          </a:xfrm>
        </p:spPr>
        <p:txBody>
          <a:bodyPr anchor="ctr">
            <a:normAutofit/>
          </a:bodyPr>
          <a:lstStyle>
            <a:lvl1pPr marL="0" indent="0" algn="ctr">
              <a:buNone/>
              <a:defRPr sz="1600"/>
            </a:lvl1pPr>
          </a:lstStyle>
          <a:p>
            <a:r>
              <a:rPr lang="en-US"/>
              <a:t>Click icon to add picture</a:t>
            </a:r>
            <a:endParaRPr lang="en-US" dirty="0"/>
          </a:p>
        </p:txBody>
      </p:sp>
      <p:sp>
        <p:nvSpPr>
          <p:cNvPr id="3" name="Oval 2">
            <a:extLst>
              <a:ext uri="{FF2B5EF4-FFF2-40B4-BE49-F238E27FC236}">
                <a16:creationId xmlns:a16="http://schemas.microsoft.com/office/drawing/2014/main" id="{D7FA5D42-8234-4346-79E1-1B5EEEEFADB5}"/>
              </a:ext>
              <a:ext uri="{C183D7F6-B498-43B3-948B-1728B52AA6E4}">
                <adec:decorative xmlns:adec="http://schemas.microsoft.com/office/drawing/2017/decorative" val="1"/>
              </a:ext>
            </a:extLst>
          </p:cNvPr>
          <p:cNvSpPr/>
          <p:nvPr userDrawn="1"/>
        </p:nvSpPr>
        <p:spPr>
          <a:xfrm>
            <a:off x="474637" y="2671953"/>
            <a:ext cx="164452" cy="164592"/>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Oval 3">
            <a:extLst>
              <a:ext uri="{FF2B5EF4-FFF2-40B4-BE49-F238E27FC236}">
                <a16:creationId xmlns:a16="http://schemas.microsoft.com/office/drawing/2014/main" id="{37454209-0004-4BCA-C6E9-630D26A1DCF9}"/>
              </a:ext>
              <a:ext uri="{C183D7F6-B498-43B3-948B-1728B52AA6E4}">
                <adec:decorative xmlns:adec="http://schemas.microsoft.com/office/drawing/2017/decorative" val="1"/>
              </a:ext>
            </a:extLst>
          </p:cNvPr>
          <p:cNvSpPr/>
          <p:nvPr userDrawn="1"/>
        </p:nvSpPr>
        <p:spPr>
          <a:xfrm>
            <a:off x="2082503" y="3206132"/>
            <a:ext cx="164452" cy="164592"/>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Oval 4">
            <a:extLst>
              <a:ext uri="{FF2B5EF4-FFF2-40B4-BE49-F238E27FC236}">
                <a16:creationId xmlns:a16="http://schemas.microsoft.com/office/drawing/2014/main" id="{0D3D25E2-7F4A-2047-290C-7958BBEE45D3}"/>
              </a:ext>
              <a:ext uri="{C183D7F6-B498-43B3-948B-1728B52AA6E4}">
                <adec:decorative xmlns:adec="http://schemas.microsoft.com/office/drawing/2017/decorative" val="1"/>
              </a:ext>
            </a:extLst>
          </p:cNvPr>
          <p:cNvSpPr/>
          <p:nvPr userDrawn="1"/>
        </p:nvSpPr>
        <p:spPr>
          <a:xfrm>
            <a:off x="9980952" y="2671953"/>
            <a:ext cx="164452" cy="164592"/>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C3CB6DE8-5C6C-B6DC-F142-4E4FF302886A}"/>
              </a:ext>
              <a:ext uri="{C183D7F6-B498-43B3-948B-1728B52AA6E4}">
                <adec:decorative xmlns:adec="http://schemas.microsoft.com/office/drawing/2017/decorative" val="1"/>
              </a:ext>
            </a:extLst>
          </p:cNvPr>
          <p:cNvSpPr/>
          <p:nvPr userDrawn="1"/>
        </p:nvSpPr>
        <p:spPr>
          <a:xfrm>
            <a:off x="8402296" y="3206132"/>
            <a:ext cx="164452" cy="164592"/>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0A199848-E409-BCDA-90C5-4CFD98603038}"/>
              </a:ext>
              <a:ext uri="{C183D7F6-B498-43B3-948B-1728B52AA6E4}">
                <adec:decorative xmlns:adec="http://schemas.microsoft.com/office/drawing/2017/decorative" val="1"/>
              </a:ext>
            </a:extLst>
          </p:cNvPr>
          <p:cNvSpPr/>
          <p:nvPr userDrawn="1"/>
        </p:nvSpPr>
        <p:spPr>
          <a:xfrm>
            <a:off x="6813571" y="2671953"/>
            <a:ext cx="164452" cy="164592"/>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8797B333-5C43-9E63-AD8E-888DAB749FB4}"/>
              </a:ext>
              <a:ext uri="{C183D7F6-B498-43B3-948B-1728B52AA6E4}">
                <adec:decorative xmlns:adec="http://schemas.microsoft.com/office/drawing/2017/decorative" val="1"/>
              </a:ext>
            </a:extLst>
          </p:cNvPr>
          <p:cNvSpPr/>
          <p:nvPr userDrawn="1"/>
        </p:nvSpPr>
        <p:spPr>
          <a:xfrm>
            <a:off x="5215468" y="3206132"/>
            <a:ext cx="164452" cy="164592"/>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Oval 8">
            <a:extLst>
              <a:ext uri="{FF2B5EF4-FFF2-40B4-BE49-F238E27FC236}">
                <a16:creationId xmlns:a16="http://schemas.microsoft.com/office/drawing/2014/main" id="{05959D53-F3CE-076E-2D31-68BA496833D1}"/>
              </a:ext>
              <a:ext uri="{C183D7F6-B498-43B3-948B-1728B52AA6E4}">
                <adec:decorative xmlns:adec="http://schemas.microsoft.com/office/drawing/2017/decorative" val="1"/>
              </a:ext>
            </a:extLst>
          </p:cNvPr>
          <p:cNvSpPr/>
          <p:nvPr userDrawn="1"/>
        </p:nvSpPr>
        <p:spPr>
          <a:xfrm>
            <a:off x="3671953" y="2671953"/>
            <a:ext cx="164452" cy="164592"/>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0" name="Straight Connector 9">
            <a:extLst>
              <a:ext uri="{FF2B5EF4-FFF2-40B4-BE49-F238E27FC236}">
                <a16:creationId xmlns:a16="http://schemas.microsoft.com/office/drawing/2014/main" id="{0C359264-AA63-1ABF-3DAF-3FFBC4B5A901}"/>
              </a:ext>
              <a:ext uri="{C183D7F6-B498-43B3-948B-1728B52AA6E4}">
                <adec:decorative xmlns:adec="http://schemas.microsoft.com/office/drawing/2017/decorative" val="1"/>
              </a:ext>
            </a:extLst>
          </p:cNvPr>
          <p:cNvCxnSpPr>
            <a:cxnSpLocks/>
          </p:cNvCxnSpPr>
          <p:nvPr userDrawn="1"/>
        </p:nvCxnSpPr>
        <p:spPr>
          <a:xfrm>
            <a:off x="547031" y="2905707"/>
            <a:ext cx="0" cy="3963179"/>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46CF4784-13B9-7076-B252-CEDCEC1A6DC3}"/>
              </a:ext>
              <a:ext uri="{C183D7F6-B498-43B3-948B-1728B52AA6E4}">
                <adec:decorative xmlns:adec="http://schemas.microsoft.com/office/drawing/2017/decorative" val="1"/>
              </a:ext>
            </a:extLst>
          </p:cNvPr>
          <p:cNvCxnSpPr>
            <a:cxnSpLocks/>
          </p:cNvCxnSpPr>
          <p:nvPr userDrawn="1"/>
        </p:nvCxnSpPr>
        <p:spPr>
          <a:xfrm>
            <a:off x="2154896" y="3439886"/>
            <a:ext cx="0" cy="342900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853FA11C-F7FE-5CFE-EEFC-23540F9FC3EF}"/>
              </a:ext>
              <a:ext uri="{C183D7F6-B498-43B3-948B-1728B52AA6E4}">
                <adec:decorative xmlns:adec="http://schemas.microsoft.com/office/drawing/2017/decorative" val="1"/>
              </a:ext>
            </a:extLst>
          </p:cNvPr>
          <p:cNvCxnSpPr>
            <a:cxnSpLocks/>
          </p:cNvCxnSpPr>
          <p:nvPr userDrawn="1"/>
        </p:nvCxnSpPr>
        <p:spPr>
          <a:xfrm>
            <a:off x="10053346" y="2905707"/>
            <a:ext cx="4829" cy="3963179"/>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D1FE4FF3-9483-39B2-7994-648C0FC2DE3F}"/>
              </a:ext>
              <a:ext uri="{C183D7F6-B498-43B3-948B-1728B52AA6E4}">
                <adec:decorative xmlns:adec="http://schemas.microsoft.com/office/drawing/2017/decorative" val="1"/>
              </a:ext>
            </a:extLst>
          </p:cNvPr>
          <p:cNvCxnSpPr>
            <a:cxnSpLocks/>
          </p:cNvCxnSpPr>
          <p:nvPr userDrawn="1"/>
        </p:nvCxnSpPr>
        <p:spPr>
          <a:xfrm>
            <a:off x="8474690" y="3439886"/>
            <a:ext cx="0" cy="342900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DBE5A6CC-2F64-CBE0-7832-6EDCBBF64559}"/>
              </a:ext>
              <a:ext uri="{C183D7F6-B498-43B3-948B-1728B52AA6E4}">
                <adec:decorative xmlns:adec="http://schemas.microsoft.com/office/drawing/2017/decorative" val="1"/>
              </a:ext>
            </a:extLst>
          </p:cNvPr>
          <p:cNvCxnSpPr>
            <a:cxnSpLocks/>
          </p:cNvCxnSpPr>
          <p:nvPr userDrawn="1"/>
        </p:nvCxnSpPr>
        <p:spPr>
          <a:xfrm flipH="1">
            <a:off x="6881774" y="2905707"/>
            <a:ext cx="8383" cy="3963179"/>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B07F244-5BD4-5FBE-68F8-79900E74A07C}"/>
              </a:ext>
              <a:ext uri="{C183D7F6-B498-43B3-948B-1728B52AA6E4}">
                <adec:decorative xmlns:adec="http://schemas.microsoft.com/office/drawing/2017/decorative" val="1"/>
              </a:ext>
            </a:extLst>
          </p:cNvPr>
          <p:cNvCxnSpPr>
            <a:cxnSpLocks/>
          </p:cNvCxnSpPr>
          <p:nvPr userDrawn="1"/>
        </p:nvCxnSpPr>
        <p:spPr>
          <a:xfrm>
            <a:off x="5297694" y="3439886"/>
            <a:ext cx="0" cy="342900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43EAC69-1A5E-B15E-7F06-0CB2D3B0D343}"/>
              </a:ext>
              <a:ext uri="{C183D7F6-B498-43B3-948B-1728B52AA6E4}">
                <adec:decorative xmlns:adec="http://schemas.microsoft.com/office/drawing/2017/decorative" val="1"/>
              </a:ext>
            </a:extLst>
          </p:cNvPr>
          <p:cNvCxnSpPr>
            <a:cxnSpLocks/>
          </p:cNvCxnSpPr>
          <p:nvPr userDrawn="1"/>
        </p:nvCxnSpPr>
        <p:spPr>
          <a:xfrm flipH="1">
            <a:off x="3714499" y="2905707"/>
            <a:ext cx="21596" cy="3963179"/>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90065186"/>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imeline_9">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6B855-995C-1225-6A02-C46FF326D417}"/>
              </a:ext>
            </a:extLst>
          </p:cNvPr>
          <p:cNvSpPr>
            <a:spLocks noGrp="1"/>
          </p:cNvSpPr>
          <p:nvPr>
            <p:ph type="title" hasCustomPrompt="1"/>
          </p:nvPr>
        </p:nvSpPr>
        <p:spPr>
          <a:xfrm>
            <a:off x="541853" y="349289"/>
            <a:ext cx="4104038" cy="1709474"/>
          </a:xfrm>
        </p:spPr>
        <p:txBody>
          <a:bodyPr>
            <a:noAutofit/>
          </a:bodyPr>
          <a:lstStyle>
            <a:lvl1pPr algn="l">
              <a:lnSpc>
                <a:spcPct val="80000"/>
              </a:lnSpc>
              <a:defRPr sz="5000" b="0" cap="all" baseline="0">
                <a:solidFill>
                  <a:schemeClr val="accent2"/>
                </a:solidFill>
              </a:defRPr>
            </a:lvl1pPr>
          </a:lstStyle>
          <a:p>
            <a:r>
              <a:rPr lang="en-US" dirty="0"/>
              <a:t>ADD TITLE</a:t>
            </a:r>
          </a:p>
        </p:txBody>
      </p:sp>
      <p:sp>
        <p:nvSpPr>
          <p:cNvPr id="26" name="Text Placeholder 6">
            <a:extLst>
              <a:ext uri="{FF2B5EF4-FFF2-40B4-BE49-F238E27FC236}">
                <a16:creationId xmlns:a16="http://schemas.microsoft.com/office/drawing/2014/main" id="{8BA70EC6-938E-0C76-59B1-A0D291AC520E}"/>
              </a:ext>
            </a:extLst>
          </p:cNvPr>
          <p:cNvSpPr>
            <a:spLocks noGrp="1"/>
          </p:cNvSpPr>
          <p:nvPr>
            <p:ph type="body" sz="quarter" idx="25" hasCustomPrompt="1"/>
          </p:nvPr>
        </p:nvSpPr>
        <p:spPr>
          <a:xfrm>
            <a:off x="68672" y="2099090"/>
            <a:ext cx="1591056" cy="1075236"/>
          </a:xfrm>
          <a:noFill/>
        </p:spPr>
        <p:txBody>
          <a:bodyPr lIns="182880" tIns="182880" rIns="182880" bIns="182880" anchor="b">
            <a:noAutofit/>
          </a:bodyPr>
          <a:lstStyle>
            <a:lvl1pPr marL="0" indent="0" algn="l">
              <a:lnSpc>
                <a:spcPct val="113000"/>
              </a:lnSpc>
              <a:buNone/>
              <a:defRPr sz="1000" b="0" spc="0" baseline="0">
                <a:solidFill>
                  <a:schemeClr val="accent3">
                    <a:lumMod val="10000"/>
                  </a:schemeClr>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 here</a:t>
            </a:r>
          </a:p>
        </p:txBody>
      </p:sp>
      <p:sp>
        <p:nvSpPr>
          <p:cNvPr id="34" name="Picture Placeholder 33">
            <a:extLst>
              <a:ext uri="{FF2B5EF4-FFF2-40B4-BE49-F238E27FC236}">
                <a16:creationId xmlns:a16="http://schemas.microsoft.com/office/drawing/2014/main" id="{39C37C26-8255-6660-DCE1-D05B99B82D0D}"/>
              </a:ext>
            </a:extLst>
          </p:cNvPr>
          <p:cNvSpPr>
            <a:spLocks noGrp="1"/>
          </p:cNvSpPr>
          <p:nvPr>
            <p:ph type="pic" sz="quarter" idx="32"/>
          </p:nvPr>
        </p:nvSpPr>
        <p:spPr>
          <a:xfrm>
            <a:off x="0" y="3238352"/>
            <a:ext cx="1714304" cy="2781448"/>
          </a:xfrm>
        </p:spPr>
        <p:txBody>
          <a:bodyPr anchor="ctr">
            <a:noAutofit/>
          </a:bodyPr>
          <a:lstStyle>
            <a:lvl1pPr marL="0" indent="0" algn="ctr">
              <a:buNone/>
              <a:defRPr sz="1600"/>
            </a:lvl1pPr>
          </a:lstStyle>
          <a:p>
            <a:r>
              <a:rPr lang="en-US"/>
              <a:t>Click icon to add picture</a:t>
            </a:r>
            <a:endParaRPr lang="en-US" dirty="0"/>
          </a:p>
        </p:txBody>
      </p:sp>
      <p:sp>
        <p:nvSpPr>
          <p:cNvPr id="6" name="Text Placeholder 6">
            <a:extLst>
              <a:ext uri="{FF2B5EF4-FFF2-40B4-BE49-F238E27FC236}">
                <a16:creationId xmlns:a16="http://schemas.microsoft.com/office/drawing/2014/main" id="{82B4D57F-CB9A-54F9-A996-86273529DF3B}"/>
              </a:ext>
            </a:extLst>
          </p:cNvPr>
          <p:cNvSpPr>
            <a:spLocks noGrp="1"/>
          </p:cNvSpPr>
          <p:nvPr>
            <p:ph type="body" sz="quarter" idx="12" hasCustomPrompt="1"/>
          </p:nvPr>
        </p:nvSpPr>
        <p:spPr>
          <a:xfrm>
            <a:off x="17756" y="6089031"/>
            <a:ext cx="1696817" cy="574675"/>
          </a:xfrm>
        </p:spPr>
        <p:txBody>
          <a:bodyPr lIns="0" tIns="0" rIns="0" bIns="0" anchor="ctr">
            <a:noAutofit/>
          </a:bodyPr>
          <a:lstStyle>
            <a:lvl1pPr marL="0" indent="0" algn="r">
              <a:buNone/>
              <a:defRPr sz="2800" b="0" spc="0" baseline="0">
                <a:solidFill>
                  <a:schemeClr val="tx1"/>
                </a:solidFill>
                <a:latin typeface="+mj-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0000</a:t>
            </a:r>
          </a:p>
        </p:txBody>
      </p:sp>
      <p:sp>
        <p:nvSpPr>
          <p:cNvPr id="7" name="Text Placeholder 6">
            <a:extLst>
              <a:ext uri="{FF2B5EF4-FFF2-40B4-BE49-F238E27FC236}">
                <a16:creationId xmlns:a16="http://schemas.microsoft.com/office/drawing/2014/main" id="{AA27C059-D8ED-8673-5690-3282BADBCADF}"/>
              </a:ext>
            </a:extLst>
          </p:cNvPr>
          <p:cNvSpPr>
            <a:spLocks noGrp="1"/>
          </p:cNvSpPr>
          <p:nvPr>
            <p:ph type="body" sz="quarter" idx="13" hasCustomPrompt="1"/>
          </p:nvPr>
        </p:nvSpPr>
        <p:spPr>
          <a:xfrm>
            <a:off x="1738618" y="2073738"/>
            <a:ext cx="1730250" cy="574675"/>
          </a:xfrm>
        </p:spPr>
        <p:txBody>
          <a:bodyPr lIns="0">
            <a:noAutofit/>
          </a:bodyPr>
          <a:lstStyle>
            <a:lvl1pPr marL="0" indent="0" algn="l">
              <a:buNone/>
              <a:defRPr sz="2800" b="0" spc="0" baseline="0">
                <a:solidFill>
                  <a:schemeClr val="tx1"/>
                </a:solidFill>
                <a:latin typeface="+mj-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0000</a:t>
            </a:r>
          </a:p>
        </p:txBody>
      </p:sp>
      <p:sp>
        <p:nvSpPr>
          <p:cNvPr id="36" name="Picture Placeholder 33">
            <a:extLst>
              <a:ext uri="{FF2B5EF4-FFF2-40B4-BE49-F238E27FC236}">
                <a16:creationId xmlns:a16="http://schemas.microsoft.com/office/drawing/2014/main" id="{B8B0653A-87D0-F144-0A04-EC18C75CDE46}"/>
              </a:ext>
            </a:extLst>
          </p:cNvPr>
          <p:cNvSpPr>
            <a:spLocks noGrp="1"/>
          </p:cNvSpPr>
          <p:nvPr>
            <p:ph type="pic" sz="quarter" idx="34"/>
          </p:nvPr>
        </p:nvSpPr>
        <p:spPr>
          <a:xfrm>
            <a:off x="1748317" y="2712822"/>
            <a:ext cx="1728927" cy="2555204"/>
          </a:xfrm>
        </p:spPr>
        <p:txBody>
          <a:bodyPr anchor="ctr">
            <a:normAutofit/>
          </a:bodyPr>
          <a:lstStyle>
            <a:lvl1pPr marL="0" indent="0" algn="ctr">
              <a:buNone/>
              <a:defRPr sz="1600"/>
            </a:lvl1pPr>
          </a:lstStyle>
          <a:p>
            <a:r>
              <a:rPr lang="en-US"/>
              <a:t>Click icon to add picture</a:t>
            </a:r>
            <a:endParaRPr lang="en-US" dirty="0"/>
          </a:p>
        </p:txBody>
      </p:sp>
      <p:sp>
        <p:nvSpPr>
          <p:cNvPr id="27" name="Text Placeholder 6">
            <a:extLst>
              <a:ext uri="{FF2B5EF4-FFF2-40B4-BE49-F238E27FC236}">
                <a16:creationId xmlns:a16="http://schemas.microsoft.com/office/drawing/2014/main" id="{45208294-243B-6B1C-7B4D-D51C83E833BA}"/>
              </a:ext>
            </a:extLst>
          </p:cNvPr>
          <p:cNvSpPr>
            <a:spLocks noGrp="1"/>
          </p:cNvSpPr>
          <p:nvPr>
            <p:ph type="body" sz="quarter" idx="26" hasCustomPrompt="1"/>
          </p:nvPr>
        </p:nvSpPr>
        <p:spPr>
          <a:xfrm>
            <a:off x="1812387" y="5341482"/>
            <a:ext cx="1591056" cy="1106204"/>
          </a:xfrm>
          <a:noFill/>
        </p:spPr>
        <p:txBody>
          <a:bodyPr lIns="182880" tIns="182880" rIns="182880" bIns="182880">
            <a:noAutofit/>
          </a:bodyPr>
          <a:lstStyle>
            <a:lvl1pPr marL="0" indent="0" algn="l">
              <a:lnSpc>
                <a:spcPct val="113000"/>
              </a:lnSpc>
              <a:buNone/>
              <a:defRPr sz="1000" b="0" spc="0" baseline="0">
                <a:solidFill>
                  <a:schemeClr val="accent3">
                    <a:lumMod val="10000"/>
                  </a:schemeClr>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 here</a:t>
            </a:r>
          </a:p>
        </p:txBody>
      </p:sp>
      <p:sp>
        <p:nvSpPr>
          <p:cNvPr id="41" name="Text Placeholder 6">
            <a:extLst>
              <a:ext uri="{FF2B5EF4-FFF2-40B4-BE49-F238E27FC236}">
                <a16:creationId xmlns:a16="http://schemas.microsoft.com/office/drawing/2014/main" id="{D1A1881B-011B-36DA-64F4-B3F2F7C1D767}"/>
              </a:ext>
            </a:extLst>
          </p:cNvPr>
          <p:cNvSpPr>
            <a:spLocks noGrp="1"/>
          </p:cNvSpPr>
          <p:nvPr>
            <p:ph type="body" sz="quarter" idx="40" hasCustomPrompt="1"/>
          </p:nvPr>
        </p:nvSpPr>
        <p:spPr>
          <a:xfrm>
            <a:off x="3578611" y="2665773"/>
            <a:ext cx="1591056" cy="1075236"/>
          </a:xfrm>
          <a:noFill/>
        </p:spPr>
        <p:txBody>
          <a:bodyPr lIns="182880" tIns="182880" rIns="182880" bIns="182880" anchor="b">
            <a:noAutofit/>
          </a:bodyPr>
          <a:lstStyle>
            <a:lvl1pPr marL="0" indent="0" algn="l">
              <a:lnSpc>
                <a:spcPct val="113000"/>
              </a:lnSpc>
              <a:buNone/>
              <a:defRPr sz="1000" b="0" spc="0" baseline="0">
                <a:solidFill>
                  <a:schemeClr val="accent3">
                    <a:lumMod val="10000"/>
                  </a:schemeClr>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 here</a:t>
            </a:r>
          </a:p>
        </p:txBody>
      </p:sp>
      <p:sp>
        <p:nvSpPr>
          <p:cNvPr id="37" name="Picture Placeholder 33">
            <a:extLst>
              <a:ext uri="{FF2B5EF4-FFF2-40B4-BE49-F238E27FC236}">
                <a16:creationId xmlns:a16="http://schemas.microsoft.com/office/drawing/2014/main" id="{2D436861-E5E4-0D02-515D-5135ED5C81BD}"/>
              </a:ext>
            </a:extLst>
          </p:cNvPr>
          <p:cNvSpPr>
            <a:spLocks noGrp="1"/>
          </p:cNvSpPr>
          <p:nvPr>
            <p:ph type="pic" sz="quarter" idx="35"/>
          </p:nvPr>
        </p:nvSpPr>
        <p:spPr>
          <a:xfrm>
            <a:off x="3511257" y="3816026"/>
            <a:ext cx="1714600" cy="1847158"/>
          </a:xfrm>
        </p:spPr>
        <p:txBody>
          <a:bodyPr anchor="ctr">
            <a:normAutofit/>
          </a:bodyPr>
          <a:lstStyle>
            <a:lvl1pPr marL="0" indent="0" algn="ctr">
              <a:buNone/>
              <a:defRPr sz="1600"/>
            </a:lvl1pPr>
          </a:lstStyle>
          <a:p>
            <a:r>
              <a:rPr lang="en-US"/>
              <a:t>Click icon to add picture</a:t>
            </a:r>
            <a:endParaRPr lang="en-US" dirty="0"/>
          </a:p>
        </p:txBody>
      </p:sp>
      <p:sp>
        <p:nvSpPr>
          <p:cNvPr id="8" name="Text Placeholder 6">
            <a:extLst>
              <a:ext uri="{FF2B5EF4-FFF2-40B4-BE49-F238E27FC236}">
                <a16:creationId xmlns:a16="http://schemas.microsoft.com/office/drawing/2014/main" id="{72A00296-0CAD-D626-CC8A-4B79A3A279D3}"/>
              </a:ext>
            </a:extLst>
          </p:cNvPr>
          <p:cNvSpPr>
            <a:spLocks noGrp="1"/>
          </p:cNvSpPr>
          <p:nvPr>
            <p:ph type="body" sz="quarter" idx="14" hasCustomPrompt="1"/>
          </p:nvPr>
        </p:nvSpPr>
        <p:spPr>
          <a:xfrm>
            <a:off x="3514485" y="5723664"/>
            <a:ext cx="1714600" cy="574675"/>
          </a:xfrm>
        </p:spPr>
        <p:txBody>
          <a:bodyPr lIns="0" tIns="0" rIns="0" bIns="0" anchor="ctr">
            <a:noAutofit/>
          </a:bodyPr>
          <a:lstStyle>
            <a:lvl1pPr marL="0" indent="0" algn="l">
              <a:buNone/>
              <a:defRPr sz="2800" b="0" spc="0" baseline="0">
                <a:solidFill>
                  <a:schemeClr val="tx1"/>
                </a:solidFill>
                <a:latin typeface="+mj-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0000</a:t>
            </a:r>
          </a:p>
        </p:txBody>
      </p:sp>
      <p:sp>
        <p:nvSpPr>
          <p:cNvPr id="9" name="Text Placeholder 6">
            <a:extLst>
              <a:ext uri="{FF2B5EF4-FFF2-40B4-BE49-F238E27FC236}">
                <a16:creationId xmlns:a16="http://schemas.microsoft.com/office/drawing/2014/main" id="{FC8265B3-F2BF-8C6B-EEDD-7FA1DB715B44}"/>
              </a:ext>
            </a:extLst>
          </p:cNvPr>
          <p:cNvSpPr>
            <a:spLocks noGrp="1"/>
          </p:cNvSpPr>
          <p:nvPr>
            <p:ph type="body" sz="quarter" idx="15" hasCustomPrompt="1"/>
          </p:nvPr>
        </p:nvSpPr>
        <p:spPr>
          <a:xfrm>
            <a:off x="5265785" y="1608940"/>
            <a:ext cx="1714599" cy="535073"/>
          </a:xfrm>
        </p:spPr>
        <p:txBody>
          <a:bodyPr lIns="0" tIns="0" rIns="0" bIns="0" anchor="ctr">
            <a:noAutofit/>
          </a:bodyPr>
          <a:lstStyle>
            <a:lvl1pPr marL="0" indent="0" algn="l">
              <a:buNone/>
              <a:defRPr sz="2800" b="0" spc="0" baseline="0">
                <a:solidFill>
                  <a:schemeClr val="tx1"/>
                </a:solidFill>
                <a:latin typeface="+mj-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0000</a:t>
            </a:r>
          </a:p>
        </p:txBody>
      </p:sp>
      <p:sp>
        <p:nvSpPr>
          <p:cNvPr id="38" name="Picture Placeholder 33">
            <a:extLst>
              <a:ext uri="{FF2B5EF4-FFF2-40B4-BE49-F238E27FC236}">
                <a16:creationId xmlns:a16="http://schemas.microsoft.com/office/drawing/2014/main" id="{38A682C7-CD55-0D0D-115A-C741A38A9D57}"/>
              </a:ext>
            </a:extLst>
          </p:cNvPr>
          <p:cNvSpPr>
            <a:spLocks noGrp="1"/>
          </p:cNvSpPr>
          <p:nvPr>
            <p:ph type="pic" sz="quarter" idx="36"/>
          </p:nvPr>
        </p:nvSpPr>
        <p:spPr>
          <a:xfrm>
            <a:off x="5259870" y="2208047"/>
            <a:ext cx="1714599" cy="2555203"/>
          </a:xfrm>
        </p:spPr>
        <p:txBody>
          <a:bodyPr anchor="ctr">
            <a:normAutofit/>
          </a:bodyPr>
          <a:lstStyle>
            <a:lvl1pPr marL="0" indent="0" algn="ctr">
              <a:buNone/>
              <a:defRPr sz="1600"/>
            </a:lvl1pPr>
          </a:lstStyle>
          <a:p>
            <a:r>
              <a:rPr lang="en-US"/>
              <a:t>Click icon to add picture</a:t>
            </a:r>
            <a:endParaRPr lang="en-US" dirty="0"/>
          </a:p>
        </p:txBody>
      </p:sp>
      <p:sp>
        <p:nvSpPr>
          <p:cNvPr id="29" name="Text Placeholder 6">
            <a:extLst>
              <a:ext uri="{FF2B5EF4-FFF2-40B4-BE49-F238E27FC236}">
                <a16:creationId xmlns:a16="http://schemas.microsoft.com/office/drawing/2014/main" id="{C9DE0F18-7248-091B-B3CF-C52106002CCE}"/>
              </a:ext>
            </a:extLst>
          </p:cNvPr>
          <p:cNvSpPr>
            <a:spLocks noGrp="1"/>
          </p:cNvSpPr>
          <p:nvPr>
            <p:ph type="body" sz="quarter" idx="28" hasCustomPrompt="1"/>
          </p:nvPr>
        </p:nvSpPr>
        <p:spPr>
          <a:xfrm>
            <a:off x="5326269" y="4837677"/>
            <a:ext cx="1587459" cy="1106204"/>
          </a:xfrm>
          <a:noFill/>
        </p:spPr>
        <p:txBody>
          <a:bodyPr lIns="182880" tIns="182880" rIns="182880" bIns="182880">
            <a:noAutofit/>
          </a:bodyPr>
          <a:lstStyle>
            <a:lvl1pPr marL="0" indent="0" algn="l">
              <a:lnSpc>
                <a:spcPct val="113000"/>
              </a:lnSpc>
              <a:buNone/>
              <a:defRPr sz="1000" b="0" spc="0" baseline="0">
                <a:solidFill>
                  <a:schemeClr val="accent3">
                    <a:lumMod val="10000"/>
                  </a:schemeClr>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 here</a:t>
            </a:r>
          </a:p>
        </p:txBody>
      </p:sp>
      <p:sp>
        <p:nvSpPr>
          <p:cNvPr id="30" name="Text Placeholder 6">
            <a:extLst>
              <a:ext uri="{FF2B5EF4-FFF2-40B4-BE49-F238E27FC236}">
                <a16:creationId xmlns:a16="http://schemas.microsoft.com/office/drawing/2014/main" id="{9940A882-262E-11D9-20F5-FC422DA6058B}"/>
              </a:ext>
            </a:extLst>
          </p:cNvPr>
          <p:cNvSpPr>
            <a:spLocks noGrp="1"/>
          </p:cNvSpPr>
          <p:nvPr>
            <p:ph type="body" sz="quarter" idx="29" hasCustomPrompt="1"/>
          </p:nvPr>
        </p:nvSpPr>
        <p:spPr>
          <a:xfrm>
            <a:off x="7084771" y="1985525"/>
            <a:ext cx="1591056" cy="1082554"/>
          </a:xfrm>
          <a:noFill/>
        </p:spPr>
        <p:txBody>
          <a:bodyPr lIns="182880" tIns="182880" rIns="182880" bIns="182880" anchor="b">
            <a:noAutofit/>
          </a:bodyPr>
          <a:lstStyle>
            <a:lvl1pPr marL="0" indent="0" algn="l">
              <a:lnSpc>
                <a:spcPct val="113000"/>
              </a:lnSpc>
              <a:buNone/>
              <a:defRPr sz="1000" b="0" spc="0" baseline="0">
                <a:solidFill>
                  <a:schemeClr val="accent3">
                    <a:lumMod val="10000"/>
                  </a:schemeClr>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 here</a:t>
            </a:r>
          </a:p>
        </p:txBody>
      </p:sp>
      <p:sp>
        <p:nvSpPr>
          <p:cNvPr id="39" name="Picture Placeholder 33">
            <a:extLst>
              <a:ext uri="{FF2B5EF4-FFF2-40B4-BE49-F238E27FC236}">
                <a16:creationId xmlns:a16="http://schemas.microsoft.com/office/drawing/2014/main" id="{6D2E46AE-8931-07D9-E4BA-236767F05123}"/>
              </a:ext>
            </a:extLst>
          </p:cNvPr>
          <p:cNvSpPr>
            <a:spLocks noGrp="1"/>
          </p:cNvSpPr>
          <p:nvPr>
            <p:ph type="pic" sz="quarter" idx="37"/>
          </p:nvPr>
        </p:nvSpPr>
        <p:spPr>
          <a:xfrm>
            <a:off x="7008482" y="3147692"/>
            <a:ext cx="1712513" cy="1833883"/>
          </a:xfrm>
        </p:spPr>
        <p:txBody>
          <a:bodyPr anchor="ctr">
            <a:normAutofit/>
          </a:bodyPr>
          <a:lstStyle>
            <a:lvl1pPr marL="0" indent="0" algn="ctr">
              <a:buNone/>
              <a:defRPr sz="1600"/>
            </a:lvl1pPr>
          </a:lstStyle>
          <a:p>
            <a:r>
              <a:rPr lang="en-US"/>
              <a:t>Click icon to add picture</a:t>
            </a:r>
            <a:endParaRPr lang="en-US" dirty="0"/>
          </a:p>
        </p:txBody>
      </p:sp>
      <p:sp>
        <p:nvSpPr>
          <p:cNvPr id="10" name="Text Placeholder 6">
            <a:extLst>
              <a:ext uri="{FF2B5EF4-FFF2-40B4-BE49-F238E27FC236}">
                <a16:creationId xmlns:a16="http://schemas.microsoft.com/office/drawing/2014/main" id="{2B25F410-780D-C85E-7FAE-378CD11063D0}"/>
              </a:ext>
            </a:extLst>
          </p:cNvPr>
          <p:cNvSpPr>
            <a:spLocks noGrp="1"/>
          </p:cNvSpPr>
          <p:nvPr>
            <p:ph type="body" sz="quarter" idx="16" hasCustomPrompt="1"/>
          </p:nvPr>
        </p:nvSpPr>
        <p:spPr>
          <a:xfrm>
            <a:off x="7015425" y="5036611"/>
            <a:ext cx="1712513" cy="574675"/>
          </a:xfrm>
        </p:spPr>
        <p:txBody>
          <a:bodyPr lIns="0" tIns="0" rIns="0" bIns="0" anchor="ctr">
            <a:noAutofit/>
          </a:bodyPr>
          <a:lstStyle>
            <a:lvl1pPr marL="0" indent="0" algn="l">
              <a:buNone/>
              <a:defRPr sz="2800" b="0" spc="0" baseline="0">
                <a:solidFill>
                  <a:schemeClr val="tx1"/>
                </a:solidFill>
                <a:latin typeface="+mj-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0000</a:t>
            </a:r>
          </a:p>
        </p:txBody>
      </p:sp>
      <p:sp>
        <p:nvSpPr>
          <p:cNvPr id="11" name="Text Placeholder 6">
            <a:extLst>
              <a:ext uri="{FF2B5EF4-FFF2-40B4-BE49-F238E27FC236}">
                <a16:creationId xmlns:a16="http://schemas.microsoft.com/office/drawing/2014/main" id="{2433CAB6-44AC-CD1C-D2C2-5187B025B82A}"/>
              </a:ext>
            </a:extLst>
          </p:cNvPr>
          <p:cNvSpPr>
            <a:spLocks noGrp="1"/>
          </p:cNvSpPr>
          <p:nvPr>
            <p:ph type="body" sz="quarter" idx="17" hasCustomPrompt="1"/>
          </p:nvPr>
        </p:nvSpPr>
        <p:spPr>
          <a:xfrm>
            <a:off x="8763978" y="563954"/>
            <a:ext cx="1714599" cy="574675"/>
          </a:xfrm>
        </p:spPr>
        <p:txBody>
          <a:bodyPr>
            <a:noAutofit/>
          </a:bodyPr>
          <a:lstStyle>
            <a:lvl1pPr marL="0" indent="0" algn="l">
              <a:buNone/>
              <a:defRPr sz="2800" b="0" spc="0" baseline="0">
                <a:solidFill>
                  <a:schemeClr val="tx1"/>
                </a:solidFill>
                <a:latin typeface="+mj-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0000</a:t>
            </a:r>
          </a:p>
        </p:txBody>
      </p:sp>
      <p:sp>
        <p:nvSpPr>
          <p:cNvPr id="40" name="Picture Placeholder 33">
            <a:extLst>
              <a:ext uri="{FF2B5EF4-FFF2-40B4-BE49-F238E27FC236}">
                <a16:creationId xmlns:a16="http://schemas.microsoft.com/office/drawing/2014/main" id="{295565B1-ACA7-F26E-8827-05E8356C7C54}"/>
              </a:ext>
            </a:extLst>
          </p:cNvPr>
          <p:cNvSpPr>
            <a:spLocks noGrp="1"/>
          </p:cNvSpPr>
          <p:nvPr>
            <p:ph type="pic" sz="quarter" idx="38"/>
          </p:nvPr>
        </p:nvSpPr>
        <p:spPr>
          <a:xfrm>
            <a:off x="8755008" y="1198631"/>
            <a:ext cx="1714599" cy="2954269"/>
          </a:xfrm>
        </p:spPr>
        <p:txBody>
          <a:bodyPr anchor="ctr">
            <a:normAutofit/>
          </a:bodyPr>
          <a:lstStyle>
            <a:lvl1pPr marL="0" indent="0" algn="ctr">
              <a:buNone/>
              <a:defRPr sz="1600"/>
            </a:lvl1pPr>
          </a:lstStyle>
          <a:p>
            <a:r>
              <a:rPr lang="en-US"/>
              <a:t>Click icon to add picture</a:t>
            </a:r>
            <a:endParaRPr lang="en-US" dirty="0"/>
          </a:p>
        </p:txBody>
      </p:sp>
      <p:sp>
        <p:nvSpPr>
          <p:cNvPr id="31" name="Text Placeholder 6">
            <a:extLst>
              <a:ext uri="{FF2B5EF4-FFF2-40B4-BE49-F238E27FC236}">
                <a16:creationId xmlns:a16="http://schemas.microsoft.com/office/drawing/2014/main" id="{F1943B66-B889-2293-1A59-B08E0A4A09D8}"/>
              </a:ext>
            </a:extLst>
          </p:cNvPr>
          <p:cNvSpPr>
            <a:spLocks noGrp="1"/>
          </p:cNvSpPr>
          <p:nvPr>
            <p:ph type="body" sz="quarter" idx="30" hasCustomPrompt="1"/>
          </p:nvPr>
        </p:nvSpPr>
        <p:spPr>
          <a:xfrm>
            <a:off x="8816646" y="4230153"/>
            <a:ext cx="1591056" cy="1106204"/>
          </a:xfrm>
          <a:noFill/>
        </p:spPr>
        <p:txBody>
          <a:bodyPr lIns="182880" tIns="182880" rIns="182880" bIns="182880">
            <a:noAutofit/>
          </a:bodyPr>
          <a:lstStyle>
            <a:lvl1pPr marL="0" indent="0" algn="l">
              <a:lnSpc>
                <a:spcPct val="113000"/>
              </a:lnSpc>
              <a:buNone/>
              <a:defRPr sz="1000" b="0" spc="0" baseline="0">
                <a:solidFill>
                  <a:schemeClr val="accent3">
                    <a:lumMod val="10000"/>
                  </a:schemeClr>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 here</a:t>
            </a:r>
          </a:p>
        </p:txBody>
      </p:sp>
      <p:sp>
        <p:nvSpPr>
          <p:cNvPr id="32" name="Text Placeholder 6">
            <a:extLst>
              <a:ext uri="{FF2B5EF4-FFF2-40B4-BE49-F238E27FC236}">
                <a16:creationId xmlns:a16="http://schemas.microsoft.com/office/drawing/2014/main" id="{93FE27AA-101D-9FC1-39E1-665CEBA591FB}"/>
              </a:ext>
            </a:extLst>
          </p:cNvPr>
          <p:cNvSpPr>
            <a:spLocks noGrp="1"/>
          </p:cNvSpPr>
          <p:nvPr>
            <p:ph type="body" sz="quarter" idx="31" hasCustomPrompt="1"/>
          </p:nvPr>
        </p:nvSpPr>
        <p:spPr>
          <a:xfrm>
            <a:off x="10541759" y="1622876"/>
            <a:ext cx="1591056" cy="1089946"/>
          </a:xfrm>
          <a:noFill/>
        </p:spPr>
        <p:txBody>
          <a:bodyPr lIns="182880" tIns="182880" rIns="182880" bIns="182880" anchor="b">
            <a:noAutofit/>
          </a:bodyPr>
          <a:lstStyle>
            <a:lvl1pPr marL="0" indent="0" algn="l">
              <a:lnSpc>
                <a:spcPct val="113000"/>
              </a:lnSpc>
              <a:buNone/>
              <a:defRPr sz="1000" b="0" spc="0" baseline="0">
                <a:solidFill>
                  <a:schemeClr val="accent3">
                    <a:lumMod val="10000"/>
                  </a:schemeClr>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 here</a:t>
            </a:r>
          </a:p>
        </p:txBody>
      </p:sp>
      <p:sp>
        <p:nvSpPr>
          <p:cNvPr id="35" name="Picture Placeholder 33">
            <a:extLst>
              <a:ext uri="{FF2B5EF4-FFF2-40B4-BE49-F238E27FC236}">
                <a16:creationId xmlns:a16="http://schemas.microsoft.com/office/drawing/2014/main" id="{AFF99AF0-07B4-1CEE-3781-E91ED317B3DE}"/>
              </a:ext>
            </a:extLst>
          </p:cNvPr>
          <p:cNvSpPr>
            <a:spLocks noGrp="1"/>
          </p:cNvSpPr>
          <p:nvPr>
            <p:ph type="pic" sz="quarter" idx="33"/>
          </p:nvPr>
        </p:nvSpPr>
        <p:spPr>
          <a:xfrm>
            <a:off x="10503621" y="2785611"/>
            <a:ext cx="1688379" cy="2555204"/>
          </a:xfrm>
        </p:spPr>
        <p:txBody>
          <a:bodyPr anchor="ctr">
            <a:normAutofit/>
          </a:bodyPr>
          <a:lstStyle>
            <a:lvl1pPr marL="0" indent="0" algn="ctr">
              <a:buNone/>
              <a:defRPr sz="1600"/>
            </a:lvl1pPr>
          </a:lstStyle>
          <a:p>
            <a:r>
              <a:rPr lang="en-US"/>
              <a:t>Click icon to add picture</a:t>
            </a:r>
            <a:endParaRPr lang="en-US" dirty="0"/>
          </a:p>
        </p:txBody>
      </p:sp>
      <p:sp>
        <p:nvSpPr>
          <p:cNvPr id="12" name="Text Placeholder 6">
            <a:extLst>
              <a:ext uri="{FF2B5EF4-FFF2-40B4-BE49-F238E27FC236}">
                <a16:creationId xmlns:a16="http://schemas.microsoft.com/office/drawing/2014/main" id="{FF933B62-8A1A-9AC9-204C-BA2622AA31E4}"/>
              </a:ext>
            </a:extLst>
          </p:cNvPr>
          <p:cNvSpPr>
            <a:spLocks noGrp="1"/>
          </p:cNvSpPr>
          <p:nvPr>
            <p:ph type="body" sz="quarter" idx="39" hasCustomPrompt="1"/>
          </p:nvPr>
        </p:nvSpPr>
        <p:spPr>
          <a:xfrm>
            <a:off x="10503621" y="5407381"/>
            <a:ext cx="1688379" cy="574675"/>
          </a:xfrm>
        </p:spPr>
        <p:txBody>
          <a:bodyPr lIns="0" tIns="0" rIns="0" bIns="0" anchor="ctr">
            <a:noAutofit/>
          </a:bodyPr>
          <a:lstStyle>
            <a:lvl1pPr marL="0" indent="0" algn="l">
              <a:buNone/>
              <a:defRPr sz="2800" b="0" spc="0" baseline="0">
                <a:solidFill>
                  <a:schemeClr val="tx1"/>
                </a:solidFill>
                <a:latin typeface="+mj-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0000</a:t>
            </a:r>
          </a:p>
        </p:txBody>
      </p:sp>
      <p:sp>
        <p:nvSpPr>
          <p:cNvPr id="5" name="Text Placeholder 6">
            <a:extLst>
              <a:ext uri="{FF2B5EF4-FFF2-40B4-BE49-F238E27FC236}">
                <a16:creationId xmlns:a16="http://schemas.microsoft.com/office/drawing/2014/main" id="{BB79CC2F-C039-4C34-3EB1-5535520D66E8}"/>
              </a:ext>
            </a:extLst>
          </p:cNvPr>
          <p:cNvSpPr>
            <a:spLocks noGrp="1"/>
          </p:cNvSpPr>
          <p:nvPr>
            <p:ph type="body" sz="quarter" idx="10" hasCustomPrompt="1"/>
          </p:nvPr>
        </p:nvSpPr>
        <p:spPr>
          <a:xfrm>
            <a:off x="7704957" y="6265767"/>
            <a:ext cx="4163193" cy="574675"/>
          </a:xfrm>
        </p:spPr>
        <p:txBody>
          <a:bodyPr>
            <a:noAutofit/>
          </a:bodyPr>
          <a:lstStyle>
            <a:lvl1pPr marL="0" indent="0" algn="l">
              <a:buNone/>
              <a:defRPr sz="2000" b="1" spc="300" baseline="0">
                <a:solidFill>
                  <a:schemeClr val="accent2"/>
                </a:solidFill>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SUBTITLE</a:t>
            </a:r>
          </a:p>
        </p:txBody>
      </p:sp>
    </p:spTree>
    <p:extLst>
      <p:ext uri="{BB962C8B-B14F-4D97-AF65-F5344CB8AC3E}">
        <p14:creationId xmlns:p14="http://schemas.microsoft.com/office/powerpoint/2010/main" val="4031336162"/>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imeline_10">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6B855-995C-1225-6A02-C46FF326D417}"/>
              </a:ext>
            </a:extLst>
          </p:cNvPr>
          <p:cNvSpPr>
            <a:spLocks noGrp="1"/>
          </p:cNvSpPr>
          <p:nvPr>
            <p:ph type="title" hasCustomPrompt="1"/>
          </p:nvPr>
        </p:nvSpPr>
        <p:spPr>
          <a:xfrm>
            <a:off x="541853" y="349289"/>
            <a:ext cx="4439994" cy="1709474"/>
          </a:xfrm>
        </p:spPr>
        <p:txBody>
          <a:bodyPr>
            <a:noAutofit/>
          </a:bodyPr>
          <a:lstStyle>
            <a:lvl1pPr algn="l">
              <a:lnSpc>
                <a:spcPct val="80000"/>
              </a:lnSpc>
              <a:defRPr sz="5000" b="0" cap="all" baseline="0">
                <a:solidFill>
                  <a:schemeClr val="accent2"/>
                </a:solidFill>
              </a:defRPr>
            </a:lvl1pPr>
          </a:lstStyle>
          <a:p>
            <a:r>
              <a:rPr lang="en-US" dirty="0"/>
              <a:t>ADD TITLE</a:t>
            </a:r>
          </a:p>
        </p:txBody>
      </p:sp>
      <p:sp>
        <p:nvSpPr>
          <p:cNvPr id="13" name="Text Placeholder 6">
            <a:extLst>
              <a:ext uri="{FF2B5EF4-FFF2-40B4-BE49-F238E27FC236}">
                <a16:creationId xmlns:a16="http://schemas.microsoft.com/office/drawing/2014/main" id="{14571D03-3912-128C-8D30-1EEDCA60CCC0}"/>
              </a:ext>
            </a:extLst>
          </p:cNvPr>
          <p:cNvSpPr>
            <a:spLocks noGrp="1"/>
          </p:cNvSpPr>
          <p:nvPr>
            <p:ph type="body" sz="quarter" idx="18" hasCustomPrompt="1"/>
          </p:nvPr>
        </p:nvSpPr>
        <p:spPr>
          <a:xfrm>
            <a:off x="42965" y="2140182"/>
            <a:ext cx="1614219" cy="324847"/>
          </a:xfrm>
          <a:solidFill>
            <a:schemeClr val="accent3">
              <a:alpha val="81000"/>
            </a:schemeClr>
          </a:solidFill>
        </p:spPr>
        <p:txBody>
          <a:bodyPr lIns="182880" tIns="45720" rIns="182880" bIns="45720" anchor="t">
            <a:noAutofit/>
          </a:bodyPr>
          <a:lstStyle>
            <a:lvl1pPr marL="0" indent="0" algn="l">
              <a:lnSpc>
                <a:spcPct val="100000"/>
              </a:lnSpc>
              <a:spcBef>
                <a:spcPts val="0"/>
              </a:spcBef>
              <a:buNone/>
              <a:defRPr sz="1100" b="1" cap="all" spc="350" baseline="0">
                <a:solidFill>
                  <a:schemeClr val="accent2"/>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a:t>
            </a:r>
          </a:p>
        </p:txBody>
      </p:sp>
      <p:sp>
        <p:nvSpPr>
          <p:cNvPr id="26" name="Text Placeholder 6">
            <a:extLst>
              <a:ext uri="{FF2B5EF4-FFF2-40B4-BE49-F238E27FC236}">
                <a16:creationId xmlns:a16="http://schemas.microsoft.com/office/drawing/2014/main" id="{8BA70EC6-938E-0C76-59B1-A0D291AC520E}"/>
              </a:ext>
            </a:extLst>
          </p:cNvPr>
          <p:cNvSpPr>
            <a:spLocks noGrp="1"/>
          </p:cNvSpPr>
          <p:nvPr>
            <p:ph type="body" sz="quarter" idx="25" hasCustomPrompt="1"/>
          </p:nvPr>
        </p:nvSpPr>
        <p:spPr>
          <a:xfrm>
            <a:off x="41625" y="2521121"/>
            <a:ext cx="1615658" cy="653205"/>
          </a:xfrm>
          <a:noFill/>
        </p:spPr>
        <p:txBody>
          <a:bodyPr lIns="182880" tIns="0" rIns="182880" bIns="0" anchor="t">
            <a:noAutofit/>
          </a:bodyPr>
          <a:lstStyle>
            <a:lvl1pPr marL="0" indent="0" algn="l">
              <a:lnSpc>
                <a:spcPct val="113000"/>
              </a:lnSpc>
              <a:buNone/>
              <a:defRPr sz="1000" b="0" spc="0" baseline="0">
                <a:solidFill>
                  <a:schemeClr val="accent3">
                    <a:lumMod val="10000"/>
                  </a:schemeClr>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 here</a:t>
            </a:r>
          </a:p>
        </p:txBody>
      </p:sp>
      <p:sp>
        <p:nvSpPr>
          <p:cNvPr id="34" name="Picture Placeholder 33">
            <a:extLst>
              <a:ext uri="{FF2B5EF4-FFF2-40B4-BE49-F238E27FC236}">
                <a16:creationId xmlns:a16="http://schemas.microsoft.com/office/drawing/2014/main" id="{39C37C26-8255-6660-DCE1-D05B99B82D0D}"/>
              </a:ext>
            </a:extLst>
          </p:cNvPr>
          <p:cNvSpPr>
            <a:spLocks noGrp="1"/>
          </p:cNvSpPr>
          <p:nvPr>
            <p:ph type="pic" sz="quarter" idx="32"/>
          </p:nvPr>
        </p:nvSpPr>
        <p:spPr>
          <a:xfrm>
            <a:off x="0" y="3238352"/>
            <a:ext cx="1693599" cy="2781448"/>
          </a:xfrm>
        </p:spPr>
        <p:txBody>
          <a:bodyPr anchor="ctr">
            <a:noAutofit/>
          </a:bodyPr>
          <a:lstStyle>
            <a:lvl1pPr marL="0" indent="0" algn="ctr">
              <a:buNone/>
              <a:defRPr sz="1600"/>
            </a:lvl1pPr>
          </a:lstStyle>
          <a:p>
            <a:r>
              <a:rPr lang="en-US"/>
              <a:t>Click icon to add picture</a:t>
            </a:r>
            <a:endParaRPr lang="en-US" dirty="0"/>
          </a:p>
        </p:txBody>
      </p:sp>
      <p:sp>
        <p:nvSpPr>
          <p:cNvPr id="36" name="Picture Placeholder 33">
            <a:extLst>
              <a:ext uri="{FF2B5EF4-FFF2-40B4-BE49-F238E27FC236}">
                <a16:creationId xmlns:a16="http://schemas.microsoft.com/office/drawing/2014/main" id="{B8B0653A-87D0-F144-0A04-EC18C75CDE46}"/>
              </a:ext>
            </a:extLst>
          </p:cNvPr>
          <p:cNvSpPr>
            <a:spLocks noGrp="1"/>
          </p:cNvSpPr>
          <p:nvPr>
            <p:ph type="pic" sz="quarter" idx="34"/>
          </p:nvPr>
        </p:nvSpPr>
        <p:spPr>
          <a:xfrm>
            <a:off x="1731063" y="2639857"/>
            <a:ext cx="1728927" cy="2555204"/>
          </a:xfrm>
        </p:spPr>
        <p:txBody>
          <a:bodyPr anchor="ctr">
            <a:normAutofit/>
          </a:bodyPr>
          <a:lstStyle>
            <a:lvl1pPr marL="0" indent="0" algn="ctr">
              <a:buNone/>
              <a:defRPr sz="1600"/>
            </a:lvl1pPr>
          </a:lstStyle>
          <a:p>
            <a:r>
              <a:rPr lang="en-US"/>
              <a:t>Click icon to add picture</a:t>
            </a:r>
            <a:endParaRPr lang="en-US" dirty="0"/>
          </a:p>
        </p:txBody>
      </p:sp>
      <p:sp>
        <p:nvSpPr>
          <p:cNvPr id="14" name="Text Placeholder 6">
            <a:extLst>
              <a:ext uri="{FF2B5EF4-FFF2-40B4-BE49-F238E27FC236}">
                <a16:creationId xmlns:a16="http://schemas.microsoft.com/office/drawing/2014/main" id="{7EA05B06-C5E5-5673-DC81-CB66BFD9422A}"/>
              </a:ext>
            </a:extLst>
          </p:cNvPr>
          <p:cNvSpPr>
            <a:spLocks noGrp="1"/>
          </p:cNvSpPr>
          <p:nvPr>
            <p:ph type="body" sz="quarter" idx="19" hasCustomPrompt="1"/>
          </p:nvPr>
        </p:nvSpPr>
        <p:spPr>
          <a:xfrm>
            <a:off x="1771261" y="5283200"/>
            <a:ext cx="1645920" cy="324847"/>
          </a:xfrm>
          <a:solidFill>
            <a:schemeClr val="accent3">
              <a:alpha val="81000"/>
            </a:schemeClr>
          </a:solidFill>
        </p:spPr>
        <p:txBody>
          <a:bodyPr lIns="182880" tIns="45720" rIns="182880" bIns="45720" anchor="t">
            <a:noAutofit/>
          </a:bodyPr>
          <a:lstStyle>
            <a:lvl1pPr marL="0" indent="0" algn="l">
              <a:lnSpc>
                <a:spcPct val="100000"/>
              </a:lnSpc>
              <a:spcBef>
                <a:spcPts val="0"/>
              </a:spcBef>
              <a:buNone/>
              <a:defRPr sz="1100" b="1" cap="all" spc="350" baseline="0">
                <a:solidFill>
                  <a:schemeClr val="accent2"/>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a:t>
            </a:r>
          </a:p>
        </p:txBody>
      </p:sp>
      <p:sp>
        <p:nvSpPr>
          <p:cNvPr id="27" name="Text Placeholder 6">
            <a:extLst>
              <a:ext uri="{FF2B5EF4-FFF2-40B4-BE49-F238E27FC236}">
                <a16:creationId xmlns:a16="http://schemas.microsoft.com/office/drawing/2014/main" id="{45208294-243B-6B1C-7B4D-D51C83E833BA}"/>
              </a:ext>
            </a:extLst>
          </p:cNvPr>
          <p:cNvSpPr>
            <a:spLocks noGrp="1"/>
          </p:cNvSpPr>
          <p:nvPr>
            <p:ph type="body" sz="quarter" idx="26" hasCustomPrompt="1"/>
          </p:nvPr>
        </p:nvSpPr>
        <p:spPr>
          <a:xfrm>
            <a:off x="1770087" y="5665827"/>
            <a:ext cx="1637262" cy="1005840"/>
          </a:xfrm>
          <a:solidFill>
            <a:schemeClr val="accent3">
              <a:alpha val="81000"/>
            </a:schemeClr>
          </a:solidFill>
        </p:spPr>
        <p:txBody>
          <a:bodyPr lIns="182880" tIns="0" rIns="182880" bIns="0" anchor="t">
            <a:noAutofit/>
          </a:bodyPr>
          <a:lstStyle>
            <a:lvl1pPr marL="0" indent="0" algn="l">
              <a:lnSpc>
                <a:spcPct val="113000"/>
              </a:lnSpc>
              <a:buNone/>
              <a:defRPr sz="1000" b="0" spc="0" baseline="0">
                <a:solidFill>
                  <a:schemeClr val="accent3">
                    <a:lumMod val="10000"/>
                  </a:schemeClr>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 here</a:t>
            </a:r>
          </a:p>
        </p:txBody>
      </p:sp>
      <p:sp>
        <p:nvSpPr>
          <p:cNvPr id="15" name="Text Placeholder 6">
            <a:extLst>
              <a:ext uri="{FF2B5EF4-FFF2-40B4-BE49-F238E27FC236}">
                <a16:creationId xmlns:a16="http://schemas.microsoft.com/office/drawing/2014/main" id="{A38DA923-7BD9-8E4D-13E3-451F9146255A}"/>
              </a:ext>
            </a:extLst>
          </p:cNvPr>
          <p:cNvSpPr>
            <a:spLocks noGrp="1"/>
          </p:cNvSpPr>
          <p:nvPr>
            <p:ph type="body" sz="quarter" idx="20" hasCustomPrompt="1"/>
          </p:nvPr>
        </p:nvSpPr>
        <p:spPr>
          <a:xfrm>
            <a:off x="3541509" y="2592199"/>
            <a:ext cx="1627347" cy="324847"/>
          </a:xfrm>
          <a:solidFill>
            <a:schemeClr val="accent3">
              <a:alpha val="81000"/>
            </a:schemeClr>
          </a:solidFill>
        </p:spPr>
        <p:txBody>
          <a:bodyPr lIns="182880" tIns="45720" rIns="182880" bIns="45720" anchor="t">
            <a:noAutofit/>
          </a:bodyPr>
          <a:lstStyle>
            <a:lvl1pPr marL="0" indent="0" algn="l">
              <a:lnSpc>
                <a:spcPct val="100000"/>
              </a:lnSpc>
              <a:spcBef>
                <a:spcPts val="0"/>
              </a:spcBef>
              <a:buNone/>
              <a:defRPr sz="1100" b="1" cap="all" spc="350" baseline="0">
                <a:solidFill>
                  <a:schemeClr val="accent2"/>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a:t>
            </a:r>
          </a:p>
        </p:txBody>
      </p:sp>
      <p:sp>
        <p:nvSpPr>
          <p:cNvPr id="41" name="Text Placeholder 6">
            <a:extLst>
              <a:ext uri="{FF2B5EF4-FFF2-40B4-BE49-F238E27FC236}">
                <a16:creationId xmlns:a16="http://schemas.microsoft.com/office/drawing/2014/main" id="{D1A1881B-011B-36DA-64F4-B3F2F7C1D767}"/>
              </a:ext>
            </a:extLst>
          </p:cNvPr>
          <p:cNvSpPr>
            <a:spLocks noGrp="1"/>
          </p:cNvSpPr>
          <p:nvPr>
            <p:ph type="body" sz="quarter" idx="40" hasCustomPrompt="1"/>
          </p:nvPr>
        </p:nvSpPr>
        <p:spPr>
          <a:xfrm>
            <a:off x="3533770" y="2970034"/>
            <a:ext cx="1645920" cy="772418"/>
          </a:xfrm>
          <a:solidFill>
            <a:schemeClr val="accent3">
              <a:alpha val="81000"/>
            </a:schemeClr>
          </a:solidFill>
        </p:spPr>
        <p:txBody>
          <a:bodyPr lIns="182880" tIns="0" rIns="182880" bIns="0" anchor="t">
            <a:noAutofit/>
          </a:bodyPr>
          <a:lstStyle>
            <a:lvl1pPr marL="0" indent="0" algn="l">
              <a:lnSpc>
                <a:spcPct val="113000"/>
              </a:lnSpc>
              <a:buNone/>
              <a:defRPr sz="1000" b="0" spc="0" baseline="0">
                <a:solidFill>
                  <a:schemeClr val="accent3">
                    <a:lumMod val="10000"/>
                  </a:schemeClr>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 here</a:t>
            </a:r>
          </a:p>
        </p:txBody>
      </p:sp>
      <p:sp>
        <p:nvSpPr>
          <p:cNvPr id="37" name="Picture Placeholder 33">
            <a:extLst>
              <a:ext uri="{FF2B5EF4-FFF2-40B4-BE49-F238E27FC236}">
                <a16:creationId xmlns:a16="http://schemas.microsoft.com/office/drawing/2014/main" id="{2D436861-E5E4-0D02-515D-5135ED5C81BD}"/>
              </a:ext>
            </a:extLst>
          </p:cNvPr>
          <p:cNvSpPr>
            <a:spLocks noGrp="1"/>
          </p:cNvSpPr>
          <p:nvPr>
            <p:ph type="pic" sz="quarter" idx="35"/>
          </p:nvPr>
        </p:nvSpPr>
        <p:spPr>
          <a:xfrm>
            <a:off x="3497454" y="3816026"/>
            <a:ext cx="1714600" cy="1847158"/>
          </a:xfrm>
        </p:spPr>
        <p:txBody>
          <a:bodyPr anchor="ctr">
            <a:normAutofit/>
          </a:bodyPr>
          <a:lstStyle>
            <a:lvl1pPr marL="0" indent="0" algn="ctr">
              <a:buNone/>
              <a:defRPr sz="1600"/>
            </a:lvl1pPr>
          </a:lstStyle>
          <a:p>
            <a:r>
              <a:rPr lang="en-US"/>
              <a:t>Click icon to add picture</a:t>
            </a:r>
            <a:endParaRPr lang="en-US" dirty="0"/>
          </a:p>
        </p:txBody>
      </p:sp>
      <p:sp>
        <p:nvSpPr>
          <p:cNvPr id="38" name="Picture Placeholder 33">
            <a:extLst>
              <a:ext uri="{FF2B5EF4-FFF2-40B4-BE49-F238E27FC236}">
                <a16:creationId xmlns:a16="http://schemas.microsoft.com/office/drawing/2014/main" id="{38A682C7-CD55-0D0D-115A-C741A38A9D57}"/>
              </a:ext>
            </a:extLst>
          </p:cNvPr>
          <p:cNvSpPr>
            <a:spLocks noGrp="1"/>
          </p:cNvSpPr>
          <p:nvPr>
            <p:ph type="pic" sz="quarter" idx="36"/>
          </p:nvPr>
        </p:nvSpPr>
        <p:spPr>
          <a:xfrm>
            <a:off x="5249518" y="1836572"/>
            <a:ext cx="1714599" cy="2555203"/>
          </a:xfrm>
        </p:spPr>
        <p:txBody>
          <a:bodyPr anchor="ctr">
            <a:normAutofit/>
          </a:bodyPr>
          <a:lstStyle>
            <a:lvl1pPr marL="0" indent="0" algn="ctr">
              <a:buNone/>
              <a:defRPr sz="1600"/>
            </a:lvl1pPr>
          </a:lstStyle>
          <a:p>
            <a:r>
              <a:rPr lang="en-US"/>
              <a:t>Click icon to add picture</a:t>
            </a:r>
            <a:endParaRPr lang="en-US" dirty="0"/>
          </a:p>
        </p:txBody>
      </p:sp>
      <p:sp>
        <p:nvSpPr>
          <p:cNvPr id="16" name="Text Placeholder 6">
            <a:extLst>
              <a:ext uri="{FF2B5EF4-FFF2-40B4-BE49-F238E27FC236}">
                <a16:creationId xmlns:a16="http://schemas.microsoft.com/office/drawing/2014/main" id="{7F6E7494-2D33-4F23-B04B-9FE71522F9FC}"/>
              </a:ext>
            </a:extLst>
          </p:cNvPr>
          <p:cNvSpPr>
            <a:spLocks noGrp="1"/>
          </p:cNvSpPr>
          <p:nvPr>
            <p:ph type="body" sz="quarter" idx="21" hasCustomPrompt="1"/>
          </p:nvPr>
        </p:nvSpPr>
        <p:spPr>
          <a:xfrm>
            <a:off x="5285930" y="4465871"/>
            <a:ext cx="1650464" cy="324847"/>
          </a:xfrm>
          <a:solidFill>
            <a:schemeClr val="accent3">
              <a:alpha val="81000"/>
            </a:schemeClr>
          </a:solidFill>
        </p:spPr>
        <p:txBody>
          <a:bodyPr lIns="182880" tIns="45720" rIns="182880" bIns="45720" anchor="t">
            <a:noAutofit/>
          </a:bodyPr>
          <a:lstStyle>
            <a:lvl1pPr marL="0" indent="0" algn="l">
              <a:lnSpc>
                <a:spcPct val="100000"/>
              </a:lnSpc>
              <a:spcBef>
                <a:spcPts val="0"/>
              </a:spcBef>
              <a:buNone/>
              <a:defRPr sz="1100" b="1" cap="all" spc="350" baseline="0">
                <a:solidFill>
                  <a:schemeClr val="accent2"/>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a:t>
            </a:r>
          </a:p>
        </p:txBody>
      </p:sp>
      <p:sp>
        <p:nvSpPr>
          <p:cNvPr id="29" name="Text Placeholder 6">
            <a:extLst>
              <a:ext uri="{FF2B5EF4-FFF2-40B4-BE49-F238E27FC236}">
                <a16:creationId xmlns:a16="http://schemas.microsoft.com/office/drawing/2014/main" id="{C9DE0F18-7248-091B-B3CF-C52106002CCE}"/>
              </a:ext>
            </a:extLst>
          </p:cNvPr>
          <p:cNvSpPr>
            <a:spLocks noGrp="1"/>
          </p:cNvSpPr>
          <p:nvPr>
            <p:ph type="body" sz="quarter" idx="28" hasCustomPrompt="1"/>
          </p:nvPr>
        </p:nvSpPr>
        <p:spPr>
          <a:xfrm>
            <a:off x="5280642" y="4853410"/>
            <a:ext cx="1645920" cy="1005840"/>
          </a:xfrm>
          <a:solidFill>
            <a:schemeClr val="accent3">
              <a:alpha val="81000"/>
            </a:schemeClr>
          </a:solidFill>
        </p:spPr>
        <p:txBody>
          <a:bodyPr lIns="182880" tIns="0" rIns="182880" bIns="0" anchor="t">
            <a:noAutofit/>
          </a:bodyPr>
          <a:lstStyle>
            <a:lvl1pPr marL="0" indent="0" algn="l">
              <a:lnSpc>
                <a:spcPct val="113000"/>
              </a:lnSpc>
              <a:buNone/>
              <a:defRPr sz="1000" b="0" spc="0" baseline="0">
                <a:solidFill>
                  <a:schemeClr val="accent3">
                    <a:lumMod val="10000"/>
                  </a:schemeClr>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 here</a:t>
            </a:r>
          </a:p>
        </p:txBody>
      </p:sp>
      <p:sp>
        <p:nvSpPr>
          <p:cNvPr id="17" name="Text Placeholder 6">
            <a:extLst>
              <a:ext uri="{FF2B5EF4-FFF2-40B4-BE49-F238E27FC236}">
                <a16:creationId xmlns:a16="http://schemas.microsoft.com/office/drawing/2014/main" id="{E7663574-0331-2A27-3254-9D65F05A0CA1}"/>
              </a:ext>
            </a:extLst>
          </p:cNvPr>
          <p:cNvSpPr>
            <a:spLocks noGrp="1"/>
          </p:cNvSpPr>
          <p:nvPr>
            <p:ph type="body" sz="quarter" idx="22" hasCustomPrompt="1"/>
          </p:nvPr>
        </p:nvSpPr>
        <p:spPr>
          <a:xfrm>
            <a:off x="7044780" y="1930948"/>
            <a:ext cx="1645920" cy="324847"/>
          </a:xfrm>
          <a:solidFill>
            <a:schemeClr val="accent3">
              <a:alpha val="81000"/>
            </a:schemeClr>
          </a:solidFill>
        </p:spPr>
        <p:txBody>
          <a:bodyPr lIns="182880" tIns="45720" rIns="182880" bIns="45720" anchor="t">
            <a:noAutofit/>
          </a:bodyPr>
          <a:lstStyle>
            <a:lvl1pPr marL="0" indent="0" algn="l">
              <a:lnSpc>
                <a:spcPct val="100000"/>
              </a:lnSpc>
              <a:spcBef>
                <a:spcPts val="0"/>
              </a:spcBef>
              <a:buNone/>
              <a:defRPr sz="1100" b="1" cap="all" spc="350" baseline="0">
                <a:solidFill>
                  <a:schemeClr val="accent2"/>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a:t>
            </a:r>
          </a:p>
        </p:txBody>
      </p:sp>
      <p:sp>
        <p:nvSpPr>
          <p:cNvPr id="30" name="Text Placeholder 6">
            <a:extLst>
              <a:ext uri="{FF2B5EF4-FFF2-40B4-BE49-F238E27FC236}">
                <a16:creationId xmlns:a16="http://schemas.microsoft.com/office/drawing/2014/main" id="{9940A882-262E-11D9-20F5-FC422DA6058B}"/>
              </a:ext>
            </a:extLst>
          </p:cNvPr>
          <p:cNvSpPr>
            <a:spLocks noGrp="1"/>
          </p:cNvSpPr>
          <p:nvPr>
            <p:ph type="body" sz="quarter" idx="29" hasCustomPrompt="1"/>
          </p:nvPr>
        </p:nvSpPr>
        <p:spPr>
          <a:xfrm>
            <a:off x="7036004" y="2311094"/>
            <a:ext cx="1645920" cy="772418"/>
          </a:xfrm>
          <a:solidFill>
            <a:schemeClr val="accent3">
              <a:alpha val="81000"/>
            </a:schemeClr>
          </a:solidFill>
        </p:spPr>
        <p:txBody>
          <a:bodyPr lIns="182880" tIns="0" rIns="182880" bIns="0" anchor="t">
            <a:noAutofit/>
          </a:bodyPr>
          <a:lstStyle>
            <a:lvl1pPr marL="0" indent="0" algn="l">
              <a:lnSpc>
                <a:spcPct val="113000"/>
              </a:lnSpc>
              <a:buNone/>
              <a:defRPr sz="1000" b="0" spc="0" baseline="0">
                <a:solidFill>
                  <a:schemeClr val="accent3">
                    <a:lumMod val="10000"/>
                  </a:schemeClr>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 here</a:t>
            </a:r>
          </a:p>
        </p:txBody>
      </p:sp>
      <p:sp>
        <p:nvSpPr>
          <p:cNvPr id="39" name="Picture Placeholder 33">
            <a:extLst>
              <a:ext uri="{FF2B5EF4-FFF2-40B4-BE49-F238E27FC236}">
                <a16:creationId xmlns:a16="http://schemas.microsoft.com/office/drawing/2014/main" id="{6D2E46AE-8931-07D9-E4BA-236767F05123}"/>
              </a:ext>
            </a:extLst>
          </p:cNvPr>
          <p:cNvSpPr>
            <a:spLocks noGrp="1"/>
          </p:cNvSpPr>
          <p:nvPr>
            <p:ph type="pic" sz="quarter" idx="37"/>
          </p:nvPr>
        </p:nvSpPr>
        <p:spPr>
          <a:xfrm>
            <a:off x="7001581" y="3147692"/>
            <a:ext cx="1712513" cy="1833883"/>
          </a:xfrm>
        </p:spPr>
        <p:txBody>
          <a:bodyPr anchor="ctr">
            <a:normAutofit/>
          </a:bodyPr>
          <a:lstStyle>
            <a:lvl1pPr marL="0" indent="0" algn="ctr">
              <a:buNone/>
              <a:defRPr sz="1600"/>
            </a:lvl1pPr>
          </a:lstStyle>
          <a:p>
            <a:r>
              <a:rPr lang="en-US"/>
              <a:t>Click icon to add picture</a:t>
            </a:r>
            <a:endParaRPr lang="en-US" dirty="0"/>
          </a:p>
        </p:txBody>
      </p:sp>
      <p:sp>
        <p:nvSpPr>
          <p:cNvPr id="40" name="Picture Placeholder 33">
            <a:extLst>
              <a:ext uri="{FF2B5EF4-FFF2-40B4-BE49-F238E27FC236}">
                <a16:creationId xmlns:a16="http://schemas.microsoft.com/office/drawing/2014/main" id="{295565B1-ACA7-F26E-8827-05E8356C7C54}"/>
              </a:ext>
            </a:extLst>
          </p:cNvPr>
          <p:cNvSpPr>
            <a:spLocks noGrp="1"/>
          </p:cNvSpPr>
          <p:nvPr>
            <p:ph type="pic" sz="quarter" idx="38"/>
          </p:nvPr>
        </p:nvSpPr>
        <p:spPr>
          <a:xfrm>
            <a:off x="8751558" y="912881"/>
            <a:ext cx="1714599" cy="2954269"/>
          </a:xfrm>
        </p:spPr>
        <p:txBody>
          <a:bodyPr anchor="ctr">
            <a:normAutofit/>
          </a:bodyPr>
          <a:lstStyle>
            <a:lvl1pPr marL="0" indent="0" algn="ctr">
              <a:buNone/>
              <a:defRPr sz="1600"/>
            </a:lvl1pPr>
          </a:lstStyle>
          <a:p>
            <a:r>
              <a:rPr lang="en-US"/>
              <a:t>Click icon to add picture</a:t>
            </a:r>
            <a:endParaRPr lang="en-US" dirty="0"/>
          </a:p>
        </p:txBody>
      </p:sp>
      <p:sp>
        <p:nvSpPr>
          <p:cNvPr id="18" name="Text Placeholder 6">
            <a:extLst>
              <a:ext uri="{FF2B5EF4-FFF2-40B4-BE49-F238E27FC236}">
                <a16:creationId xmlns:a16="http://schemas.microsoft.com/office/drawing/2014/main" id="{B4B87247-E9C1-A9FC-156A-D7CE28F76699}"/>
              </a:ext>
            </a:extLst>
          </p:cNvPr>
          <p:cNvSpPr>
            <a:spLocks noGrp="1"/>
          </p:cNvSpPr>
          <p:nvPr>
            <p:ph type="body" sz="quarter" idx="23" hasCustomPrompt="1"/>
          </p:nvPr>
        </p:nvSpPr>
        <p:spPr>
          <a:xfrm>
            <a:off x="8804671" y="3966198"/>
            <a:ext cx="1637794" cy="324847"/>
          </a:xfrm>
          <a:solidFill>
            <a:schemeClr val="accent3">
              <a:alpha val="81000"/>
            </a:schemeClr>
          </a:solidFill>
        </p:spPr>
        <p:txBody>
          <a:bodyPr lIns="182880" tIns="45720" rIns="182880" bIns="45720" anchor="t">
            <a:noAutofit/>
          </a:bodyPr>
          <a:lstStyle>
            <a:lvl1pPr marL="0" indent="0" algn="l">
              <a:lnSpc>
                <a:spcPct val="100000"/>
              </a:lnSpc>
              <a:spcBef>
                <a:spcPts val="0"/>
              </a:spcBef>
              <a:buNone/>
              <a:defRPr sz="1100" b="1" cap="all" spc="350" baseline="0">
                <a:solidFill>
                  <a:schemeClr val="accent2"/>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a:t>
            </a:r>
          </a:p>
        </p:txBody>
      </p:sp>
      <p:sp>
        <p:nvSpPr>
          <p:cNvPr id="31" name="Text Placeholder 6">
            <a:extLst>
              <a:ext uri="{FF2B5EF4-FFF2-40B4-BE49-F238E27FC236}">
                <a16:creationId xmlns:a16="http://schemas.microsoft.com/office/drawing/2014/main" id="{F1943B66-B889-2293-1A59-B08E0A4A09D8}"/>
              </a:ext>
            </a:extLst>
          </p:cNvPr>
          <p:cNvSpPr>
            <a:spLocks noGrp="1"/>
          </p:cNvSpPr>
          <p:nvPr>
            <p:ph type="body" sz="quarter" idx="30" hasCustomPrompt="1"/>
          </p:nvPr>
        </p:nvSpPr>
        <p:spPr>
          <a:xfrm>
            <a:off x="8802641" y="4335080"/>
            <a:ext cx="1645920" cy="1005840"/>
          </a:xfrm>
          <a:solidFill>
            <a:schemeClr val="accent3">
              <a:alpha val="81000"/>
            </a:schemeClr>
          </a:solidFill>
        </p:spPr>
        <p:txBody>
          <a:bodyPr lIns="182880" tIns="0" rIns="182880" bIns="0" anchor="t">
            <a:noAutofit/>
          </a:bodyPr>
          <a:lstStyle>
            <a:lvl1pPr marL="0" indent="0" algn="l">
              <a:lnSpc>
                <a:spcPct val="113000"/>
              </a:lnSpc>
              <a:buNone/>
              <a:defRPr sz="1000" b="0" spc="0" baseline="0">
                <a:solidFill>
                  <a:schemeClr val="accent3">
                    <a:lumMod val="10000"/>
                  </a:schemeClr>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 here</a:t>
            </a:r>
          </a:p>
        </p:txBody>
      </p:sp>
      <p:sp>
        <p:nvSpPr>
          <p:cNvPr id="19" name="Text Placeholder 6">
            <a:extLst>
              <a:ext uri="{FF2B5EF4-FFF2-40B4-BE49-F238E27FC236}">
                <a16:creationId xmlns:a16="http://schemas.microsoft.com/office/drawing/2014/main" id="{3C2E5A00-52D0-BE21-D13F-C508F7DB5656}"/>
              </a:ext>
            </a:extLst>
          </p:cNvPr>
          <p:cNvSpPr>
            <a:spLocks noGrp="1"/>
          </p:cNvSpPr>
          <p:nvPr>
            <p:ph type="body" sz="quarter" idx="24" hasCustomPrompt="1"/>
          </p:nvPr>
        </p:nvSpPr>
        <p:spPr>
          <a:xfrm>
            <a:off x="10514801" y="1573615"/>
            <a:ext cx="1645920" cy="324847"/>
          </a:xfrm>
          <a:solidFill>
            <a:schemeClr val="accent3">
              <a:alpha val="81000"/>
            </a:schemeClr>
          </a:solidFill>
        </p:spPr>
        <p:txBody>
          <a:bodyPr lIns="182880" tIns="45720" rIns="182880" bIns="45720" anchor="t">
            <a:noAutofit/>
          </a:bodyPr>
          <a:lstStyle>
            <a:lvl1pPr marL="0" indent="0" algn="l">
              <a:lnSpc>
                <a:spcPct val="100000"/>
              </a:lnSpc>
              <a:spcBef>
                <a:spcPts val="0"/>
              </a:spcBef>
              <a:buNone/>
              <a:defRPr sz="1100" b="1" cap="all" spc="350" baseline="0">
                <a:solidFill>
                  <a:schemeClr val="accent2"/>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a:t>
            </a:r>
          </a:p>
        </p:txBody>
      </p:sp>
      <p:sp>
        <p:nvSpPr>
          <p:cNvPr id="32" name="Text Placeholder 6">
            <a:extLst>
              <a:ext uri="{FF2B5EF4-FFF2-40B4-BE49-F238E27FC236}">
                <a16:creationId xmlns:a16="http://schemas.microsoft.com/office/drawing/2014/main" id="{93FE27AA-101D-9FC1-39E1-665CEBA591FB}"/>
              </a:ext>
            </a:extLst>
          </p:cNvPr>
          <p:cNvSpPr>
            <a:spLocks noGrp="1"/>
          </p:cNvSpPr>
          <p:nvPr>
            <p:ph type="body" sz="quarter" idx="31" hasCustomPrompt="1"/>
          </p:nvPr>
        </p:nvSpPr>
        <p:spPr>
          <a:xfrm>
            <a:off x="10516499" y="1961472"/>
            <a:ext cx="1645920" cy="772418"/>
          </a:xfrm>
          <a:solidFill>
            <a:schemeClr val="accent3">
              <a:alpha val="81000"/>
            </a:schemeClr>
          </a:solidFill>
        </p:spPr>
        <p:txBody>
          <a:bodyPr lIns="182880" tIns="0" rIns="182880" bIns="0" anchor="t">
            <a:noAutofit/>
          </a:bodyPr>
          <a:lstStyle>
            <a:lvl1pPr marL="0" indent="0" algn="l">
              <a:lnSpc>
                <a:spcPct val="113000"/>
              </a:lnSpc>
              <a:buNone/>
              <a:defRPr sz="1000" b="0" spc="0" baseline="0">
                <a:solidFill>
                  <a:schemeClr val="accent3">
                    <a:lumMod val="10000"/>
                  </a:schemeClr>
                </a:solidFill>
                <a:latin typeface="+mn-lt"/>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text here</a:t>
            </a:r>
          </a:p>
        </p:txBody>
      </p:sp>
      <p:sp>
        <p:nvSpPr>
          <p:cNvPr id="35" name="Picture Placeholder 33">
            <a:extLst>
              <a:ext uri="{FF2B5EF4-FFF2-40B4-BE49-F238E27FC236}">
                <a16:creationId xmlns:a16="http://schemas.microsoft.com/office/drawing/2014/main" id="{AFF99AF0-07B4-1CEE-3781-E91ED317B3DE}"/>
              </a:ext>
            </a:extLst>
          </p:cNvPr>
          <p:cNvSpPr>
            <a:spLocks noGrp="1"/>
          </p:cNvSpPr>
          <p:nvPr>
            <p:ph type="pic" sz="quarter" idx="33"/>
          </p:nvPr>
        </p:nvSpPr>
        <p:spPr>
          <a:xfrm>
            <a:off x="10503621" y="2785611"/>
            <a:ext cx="1688379" cy="2555204"/>
          </a:xfrm>
        </p:spPr>
        <p:txBody>
          <a:bodyPr anchor="ctr">
            <a:normAutofit/>
          </a:bodyPr>
          <a:lstStyle>
            <a:lvl1pPr marL="0" indent="0" algn="ctr">
              <a:buNone/>
              <a:defRPr sz="1600"/>
            </a:lvl1pPr>
          </a:lstStyle>
          <a:p>
            <a:r>
              <a:rPr lang="en-US"/>
              <a:t>Click icon to add picture</a:t>
            </a:r>
            <a:endParaRPr lang="en-US" dirty="0"/>
          </a:p>
        </p:txBody>
      </p:sp>
      <p:sp>
        <p:nvSpPr>
          <p:cNvPr id="5" name="Text Placeholder 6">
            <a:extLst>
              <a:ext uri="{FF2B5EF4-FFF2-40B4-BE49-F238E27FC236}">
                <a16:creationId xmlns:a16="http://schemas.microsoft.com/office/drawing/2014/main" id="{BB79CC2F-C039-4C34-3EB1-5535520D66E8}"/>
              </a:ext>
            </a:extLst>
          </p:cNvPr>
          <p:cNvSpPr>
            <a:spLocks noGrp="1"/>
          </p:cNvSpPr>
          <p:nvPr>
            <p:ph type="body" sz="quarter" idx="10" hasCustomPrompt="1"/>
          </p:nvPr>
        </p:nvSpPr>
        <p:spPr>
          <a:xfrm>
            <a:off x="7704957" y="6265767"/>
            <a:ext cx="4163193" cy="574675"/>
          </a:xfrm>
        </p:spPr>
        <p:txBody>
          <a:bodyPr>
            <a:noAutofit/>
          </a:bodyPr>
          <a:lstStyle>
            <a:lvl1pPr marL="0" indent="0" algn="l">
              <a:buNone/>
              <a:defRPr sz="2000" b="1" spc="300" baseline="0">
                <a:solidFill>
                  <a:schemeClr val="accent2"/>
                </a:solidFill>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dirty="0"/>
              <a:t>ADD SUBTITLE</a:t>
            </a:r>
          </a:p>
        </p:txBody>
      </p:sp>
    </p:spTree>
    <p:extLst>
      <p:ext uri="{BB962C8B-B14F-4D97-AF65-F5344CB8AC3E}">
        <p14:creationId xmlns:p14="http://schemas.microsoft.com/office/powerpoint/2010/main" val="22632307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2.sv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slideLayout" Target="../slideLayouts/slideLayout39.xml"/><Relationship Id="rId18" Type="http://schemas.openxmlformats.org/officeDocument/2006/relationships/slideLayout" Target="../slideLayouts/slideLayout44.xml"/><Relationship Id="rId26" Type="http://schemas.openxmlformats.org/officeDocument/2006/relationships/slideLayout" Target="../slideLayouts/slideLayout52.xml"/><Relationship Id="rId3" Type="http://schemas.openxmlformats.org/officeDocument/2006/relationships/slideLayout" Target="../slideLayouts/slideLayout29.xml"/><Relationship Id="rId21" Type="http://schemas.openxmlformats.org/officeDocument/2006/relationships/slideLayout" Target="../slideLayouts/slideLayout47.xml"/><Relationship Id="rId7" Type="http://schemas.openxmlformats.org/officeDocument/2006/relationships/slideLayout" Target="../slideLayouts/slideLayout33.xml"/><Relationship Id="rId12" Type="http://schemas.openxmlformats.org/officeDocument/2006/relationships/slideLayout" Target="../slideLayouts/slideLayout38.xml"/><Relationship Id="rId17" Type="http://schemas.openxmlformats.org/officeDocument/2006/relationships/slideLayout" Target="../slideLayouts/slideLayout43.xml"/><Relationship Id="rId25" Type="http://schemas.openxmlformats.org/officeDocument/2006/relationships/slideLayout" Target="../slideLayouts/slideLayout51.xml"/><Relationship Id="rId2" Type="http://schemas.openxmlformats.org/officeDocument/2006/relationships/slideLayout" Target="../slideLayouts/slideLayout28.xml"/><Relationship Id="rId16" Type="http://schemas.openxmlformats.org/officeDocument/2006/relationships/slideLayout" Target="../slideLayouts/slideLayout42.xml"/><Relationship Id="rId20" Type="http://schemas.openxmlformats.org/officeDocument/2006/relationships/slideLayout" Target="../slideLayouts/slideLayout46.xml"/><Relationship Id="rId29" Type="http://schemas.openxmlformats.org/officeDocument/2006/relationships/image" Target="../media/image12.svg"/><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24" Type="http://schemas.openxmlformats.org/officeDocument/2006/relationships/slideLayout" Target="../slideLayouts/slideLayout50.xml"/><Relationship Id="rId5" Type="http://schemas.openxmlformats.org/officeDocument/2006/relationships/slideLayout" Target="../slideLayouts/slideLayout31.xml"/><Relationship Id="rId15" Type="http://schemas.openxmlformats.org/officeDocument/2006/relationships/slideLayout" Target="../slideLayouts/slideLayout41.xml"/><Relationship Id="rId23" Type="http://schemas.openxmlformats.org/officeDocument/2006/relationships/slideLayout" Target="../slideLayouts/slideLayout49.xml"/><Relationship Id="rId28" Type="http://schemas.openxmlformats.org/officeDocument/2006/relationships/image" Target="../media/image11.png"/><Relationship Id="rId10" Type="http://schemas.openxmlformats.org/officeDocument/2006/relationships/slideLayout" Target="../slideLayouts/slideLayout36.xml"/><Relationship Id="rId19" Type="http://schemas.openxmlformats.org/officeDocument/2006/relationships/slideLayout" Target="../slideLayouts/slideLayout45.xml"/><Relationship Id="rId4" Type="http://schemas.openxmlformats.org/officeDocument/2006/relationships/slideLayout" Target="../slideLayouts/slideLayout30.xml"/><Relationship Id="rId9" Type="http://schemas.openxmlformats.org/officeDocument/2006/relationships/slideLayout" Target="../slideLayouts/slideLayout35.xml"/><Relationship Id="rId14" Type="http://schemas.openxmlformats.org/officeDocument/2006/relationships/slideLayout" Target="../slideLayouts/slideLayout40.xml"/><Relationship Id="rId22" Type="http://schemas.openxmlformats.org/officeDocument/2006/relationships/slideLayout" Target="../slideLayouts/slideLayout48.xml"/><Relationship Id="rId27"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60.xml"/><Relationship Id="rId3" Type="http://schemas.openxmlformats.org/officeDocument/2006/relationships/slideLayout" Target="../slideLayouts/slideLayout55.xml"/><Relationship Id="rId7" Type="http://schemas.openxmlformats.org/officeDocument/2006/relationships/slideLayout" Target="../slideLayouts/slideLayout59.xml"/><Relationship Id="rId2" Type="http://schemas.openxmlformats.org/officeDocument/2006/relationships/slideLayout" Target="../slideLayouts/slideLayout54.xml"/><Relationship Id="rId1" Type="http://schemas.openxmlformats.org/officeDocument/2006/relationships/slideLayout" Target="../slideLayouts/slideLayout53.xml"/><Relationship Id="rId6" Type="http://schemas.openxmlformats.org/officeDocument/2006/relationships/slideLayout" Target="../slideLayouts/slideLayout58.xml"/><Relationship Id="rId11" Type="http://schemas.openxmlformats.org/officeDocument/2006/relationships/theme" Target="../theme/theme3.xml"/><Relationship Id="rId5" Type="http://schemas.openxmlformats.org/officeDocument/2006/relationships/slideLayout" Target="../slideLayouts/slideLayout57.xml"/><Relationship Id="rId10" Type="http://schemas.openxmlformats.org/officeDocument/2006/relationships/slideLayout" Target="../slideLayouts/slideLayout62.xml"/><Relationship Id="rId4" Type="http://schemas.openxmlformats.org/officeDocument/2006/relationships/slideLayout" Target="../slideLayouts/slideLayout56.xml"/><Relationship Id="rId9" Type="http://schemas.openxmlformats.org/officeDocument/2006/relationships/slideLayout" Target="../slideLayouts/slideLayout6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874404F-43CD-40C8-B408-4B36050B4048}"/>
              </a:ext>
            </a:extLst>
          </p:cNvPr>
          <p:cNvSpPr>
            <a:spLocks noGrp="1"/>
          </p:cNvSpPr>
          <p:nvPr>
            <p:ph type="title"/>
          </p:nvPr>
        </p:nvSpPr>
        <p:spPr bwMode="gray">
          <a:xfrm>
            <a:off x="371475" y="333375"/>
            <a:ext cx="11449050" cy="792000"/>
          </a:xfrm>
          <a:prstGeom prst="rect">
            <a:avLst/>
          </a:prstGeom>
        </p:spPr>
        <p:txBody>
          <a:bodyPr vert="horz" lIns="0" tIns="0" rIns="0" bIns="0" rtlCol="0" anchor="t">
            <a:noAutofit/>
          </a:bodyPr>
          <a:lstStyle/>
          <a:p>
            <a:r>
              <a:rPr lang="en-US" dirty="0"/>
              <a:t>Click to edit Master title</a:t>
            </a:r>
          </a:p>
        </p:txBody>
      </p:sp>
      <p:sp>
        <p:nvSpPr>
          <p:cNvPr id="3" name="Text Placeholder 2">
            <a:extLst>
              <a:ext uri="{FF2B5EF4-FFF2-40B4-BE49-F238E27FC236}">
                <a16:creationId xmlns:a16="http://schemas.microsoft.com/office/drawing/2014/main" id="{C844632A-2918-4D07-821E-9CC4B7A378DA}"/>
              </a:ext>
            </a:extLst>
          </p:cNvPr>
          <p:cNvSpPr>
            <a:spLocks noGrp="1"/>
          </p:cNvSpPr>
          <p:nvPr>
            <p:ph type="body" idx="1"/>
          </p:nvPr>
        </p:nvSpPr>
        <p:spPr bwMode="gray">
          <a:xfrm>
            <a:off x="371475" y="1412875"/>
            <a:ext cx="11449050" cy="4824413"/>
          </a:xfrm>
          <a:prstGeom prst="rect">
            <a:avLst/>
          </a:prstGeom>
        </p:spPr>
        <p:txBody>
          <a:bodyPr vert="horz" lIns="0" tIns="0" rIns="0" bIns="0" rtlCol="0">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sp>
        <p:nvSpPr>
          <p:cNvPr id="5" name="Footer Placeholder 4">
            <a:extLst>
              <a:ext uri="{FF2B5EF4-FFF2-40B4-BE49-F238E27FC236}">
                <a16:creationId xmlns:a16="http://schemas.microsoft.com/office/drawing/2014/main" id="{A37B7396-CF44-41A3-ABC7-B95299F0C012}"/>
              </a:ext>
            </a:extLst>
          </p:cNvPr>
          <p:cNvSpPr>
            <a:spLocks noGrp="1"/>
          </p:cNvSpPr>
          <p:nvPr>
            <p:ph type="ftr" sz="quarter" idx="3"/>
          </p:nvPr>
        </p:nvSpPr>
        <p:spPr bwMode="gray">
          <a:xfrm>
            <a:off x="371475" y="6546253"/>
            <a:ext cx="4852035" cy="123111"/>
          </a:xfrm>
          <a:prstGeom prst="rect">
            <a:avLst/>
          </a:prstGeom>
          <a:ln>
            <a:noFill/>
          </a:ln>
        </p:spPr>
        <p:txBody>
          <a:bodyPr vert="horz" lIns="0" tIns="0" rIns="0" bIns="0" rtlCol="0" anchor="ctr">
            <a:spAutoFit/>
          </a:bodyPr>
          <a:lstStyle>
            <a:lvl1pPr algn="l">
              <a:lnSpc>
                <a:spcPct val="100000"/>
              </a:lnSpc>
              <a:defRPr sz="800">
                <a:solidFill>
                  <a:schemeClr val="accent6"/>
                </a:solidFill>
              </a:defRPr>
            </a:lvl1pPr>
          </a:lstStyle>
          <a:p>
            <a:r>
              <a:rPr lang="en-US" dirty="0"/>
              <a:t>© </a:t>
            </a:r>
            <a:fld id="{46C5DC35-6722-47A3-9302-D8C7CA6EE954}" type="datetimeyyyy">
              <a:rPr lang="en-US" smtClean="0"/>
              <a:pPr/>
              <a:t>2024</a:t>
            </a:fld>
            <a:r>
              <a:rPr lang="en-US" dirty="0"/>
              <a:t> NTT DATA Business Solutions</a:t>
            </a:r>
          </a:p>
        </p:txBody>
      </p:sp>
      <p:sp>
        <p:nvSpPr>
          <p:cNvPr id="6" name="Slide Number Placeholder 5">
            <a:extLst>
              <a:ext uri="{FF2B5EF4-FFF2-40B4-BE49-F238E27FC236}">
                <a16:creationId xmlns:a16="http://schemas.microsoft.com/office/drawing/2014/main" id="{BE603A65-CACD-4E1E-A1C2-FC8F9891C191}"/>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accent6"/>
                </a:solidFill>
              </a:defRPr>
            </a:lvl1pPr>
          </a:lstStyle>
          <a:p>
            <a:fld id="{13CE6DAF-806F-404B-BC68-339BFCB57E5C}" type="slidenum">
              <a:rPr lang="en-US" smtClean="0"/>
              <a:pPr/>
              <a:t>‹#›</a:t>
            </a:fld>
            <a:endParaRPr lang="en-US" dirty="0"/>
          </a:p>
        </p:txBody>
      </p:sp>
      <p:pic>
        <p:nvPicPr>
          <p:cNvPr id="7" name="Grafik 6" descr="NTT DATA Logo">
            <a:extLst>
              <a:ext uri="{FF2B5EF4-FFF2-40B4-BE49-F238E27FC236}">
                <a16:creationId xmlns:a16="http://schemas.microsoft.com/office/drawing/2014/main" id="{1DB40E02-E43E-21B5-7D2A-60B35F0977AE}"/>
              </a:ext>
            </a:extLst>
          </p:cNvPr>
          <p:cNvPicPr>
            <a:picLocks noGrp="1" noRot="1" noChangeAspect="1" noMove="1" noResize="1" noEditPoints="1" noAdjustHandles="1" noChangeArrowheads="1" noChangeShapeType="1" noCrop="1"/>
          </p:cNvPicPr>
          <p:nvPr userDrawn="1"/>
        </p:nvPicPr>
        <p:blipFill>
          <a:blip r:embed="rId28">
            <a:extLst>
              <a:ext uri="{96DAC541-7B7A-43D3-8B79-37D633B846F1}">
                <asvg:svgBlip xmlns:asvg="http://schemas.microsoft.com/office/drawing/2016/SVG/main" r:embed="rId29"/>
              </a:ext>
            </a:extLst>
          </a:blip>
          <a:stretch>
            <a:fillRect/>
          </a:stretch>
        </p:blipFill>
        <p:spPr bwMode="gray">
          <a:xfrm>
            <a:off x="10531554" y="6449745"/>
            <a:ext cx="1288971" cy="262800"/>
          </a:xfrm>
          <a:prstGeom prst="rect">
            <a:avLst/>
          </a:prstGeom>
        </p:spPr>
      </p:pic>
    </p:spTree>
    <p:extLst>
      <p:ext uri="{BB962C8B-B14F-4D97-AF65-F5344CB8AC3E}">
        <p14:creationId xmlns:p14="http://schemas.microsoft.com/office/powerpoint/2010/main" val="2874697767"/>
      </p:ext>
    </p:extLst>
  </p:cSld>
  <p:clrMap bg1="lt1" tx1="dk1" bg2="lt2" tx2="dk2" accent1="accent1" accent2="accent2" accent3="accent3" accent4="accent4" accent5="accent5" accent6="accent6" hlink="hlink" folHlink="folHlink"/>
  <p:sldLayoutIdLst>
    <p:sldLayoutId id="2147483724" r:id="rId1"/>
    <p:sldLayoutId id="2147483725" r:id="rId2"/>
    <p:sldLayoutId id="2147483726" r:id="rId3"/>
    <p:sldLayoutId id="2147483775" r:id="rId4"/>
    <p:sldLayoutId id="2147483718" r:id="rId5"/>
    <p:sldLayoutId id="2147483737" r:id="rId6"/>
    <p:sldLayoutId id="2147483736" r:id="rId7"/>
    <p:sldLayoutId id="2147483687" r:id="rId8"/>
    <p:sldLayoutId id="2147483650" r:id="rId9"/>
    <p:sldLayoutId id="2147483698" r:id="rId10"/>
    <p:sldLayoutId id="2147483771" r:id="rId11"/>
    <p:sldLayoutId id="2147483731" r:id="rId12"/>
    <p:sldLayoutId id="2147483773" r:id="rId13"/>
    <p:sldLayoutId id="2147483774" r:id="rId14"/>
    <p:sldLayoutId id="2147483678" r:id="rId15"/>
    <p:sldLayoutId id="2147483732" r:id="rId16"/>
    <p:sldLayoutId id="2147483734" r:id="rId17"/>
    <p:sldLayoutId id="2147483765" r:id="rId18"/>
    <p:sldLayoutId id="2147483691" r:id="rId19"/>
    <p:sldLayoutId id="2147483735" r:id="rId20"/>
    <p:sldLayoutId id="2147483777" r:id="rId21"/>
    <p:sldLayoutId id="2147483778" r:id="rId22"/>
    <p:sldLayoutId id="2147483779" r:id="rId23"/>
    <p:sldLayoutId id="2147483780" r:id="rId24"/>
    <p:sldLayoutId id="2147483679" r:id="rId25"/>
    <p:sldLayoutId id="2147483729" r:id="rId26"/>
  </p:sldLayoutIdLst>
  <p:hf hdr="0"/>
  <p:txStyles>
    <p:titleStyle>
      <a:lvl1pPr algn="l" defTabSz="914400" rtl="0" eaLnBrk="1" latinLnBrk="0" hangingPunct="1">
        <a:lnSpc>
          <a:spcPct val="90000"/>
        </a:lnSpc>
        <a:spcBef>
          <a:spcPct val="0"/>
        </a:spcBef>
        <a:buNone/>
        <a:defRPr sz="2400" b="0" kern="1200">
          <a:solidFill>
            <a:schemeClr val="bg1"/>
          </a:solidFill>
          <a:latin typeface="+mj-lt"/>
          <a:ea typeface="+mj-ea"/>
          <a:cs typeface="+mj-cs"/>
        </a:defRPr>
      </a:lvl1pPr>
    </p:titleStyle>
    <p:bodyStyle>
      <a:lvl1pPr marL="0" indent="0" algn="l" defTabSz="914400" rtl="0" eaLnBrk="1" latinLnBrk="0" hangingPunct="1">
        <a:lnSpc>
          <a:spcPct val="100000"/>
        </a:lnSpc>
        <a:spcBef>
          <a:spcPts val="0"/>
        </a:spcBef>
        <a:spcAft>
          <a:spcPts val="600"/>
        </a:spcAft>
        <a:buFontTx/>
        <a:buNone/>
        <a:defRPr lang="en-US" sz="1800" kern="1200" dirty="0">
          <a:solidFill>
            <a:schemeClr val="tx2"/>
          </a:solidFill>
          <a:latin typeface="+mn-lt"/>
          <a:ea typeface="+mn-ea"/>
          <a:cs typeface="+mn-cs"/>
        </a:defRPr>
      </a:lvl1pPr>
      <a:lvl2pPr marL="216000" indent="-216000" algn="l" defTabSz="914400" rtl="0" eaLnBrk="1" latinLnBrk="0" hangingPunct="1">
        <a:lnSpc>
          <a:spcPct val="100000"/>
        </a:lnSpc>
        <a:spcBef>
          <a:spcPts val="500"/>
        </a:spcBef>
        <a:buClr>
          <a:schemeClr val="tx2"/>
        </a:buClr>
        <a:buFont typeface="Arial" panose="020B0604020202020204" pitchFamily="34" charset="0"/>
        <a:buChar char="•"/>
        <a:defRPr lang="en-US" sz="1800" kern="1200" dirty="0">
          <a:solidFill>
            <a:schemeClr val="tx2"/>
          </a:solidFill>
          <a:latin typeface="+mn-lt"/>
          <a:ea typeface="+mn-ea"/>
          <a:cs typeface="+mn-cs"/>
        </a:defRPr>
      </a:lvl2pPr>
      <a:lvl3pPr marL="432000" indent="-216000" algn="l" defTabSz="914400" rtl="0" eaLnBrk="1" latinLnBrk="0" hangingPunct="1">
        <a:lnSpc>
          <a:spcPct val="100000"/>
        </a:lnSpc>
        <a:spcBef>
          <a:spcPts val="500"/>
        </a:spcBef>
        <a:buClr>
          <a:schemeClr val="tx2"/>
        </a:buClr>
        <a:buFont typeface="Arial" panose="020B0604020202020204" pitchFamily="34" charset="0"/>
        <a:buChar char="»"/>
        <a:defRPr lang="en-US" sz="1600" kern="1200" dirty="0">
          <a:solidFill>
            <a:schemeClr val="tx2"/>
          </a:solidFill>
          <a:latin typeface="+mn-lt"/>
          <a:ea typeface="+mn-ea"/>
          <a:cs typeface="+mn-cs"/>
        </a:defRPr>
      </a:lvl3pPr>
      <a:lvl4pPr marL="648000" indent="-216000" algn="l" defTabSz="914400" rtl="0" eaLnBrk="1" latinLnBrk="0" hangingPunct="1">
        <a:lnSpc>
          <a:spcPct val="100000"/>
        </a:lnSpc>
        <a:spcBef>
          <a:spcPts val="500"/>
        </a:spcBef>
        <a:buClr>
          <a:schemeClr val="tx2"/>
        </a:buClr>
        <a:buFont typeface="Arial" panose="020B0604020202020204" pitchFamily="34" charset="0"/>
        <a:buChar char="•"/>
        <a:defRPr lang="en-US" sz="1600" kern="1200" dirty="0">
          <a:solidFill>
            <a:schemeClr val="tx2"/>
          </a:solidFill>
          <a:latin typeface="+mn-lt"/>
          <a:ea typeface="+mn-ea"/>
          <a:cs typeface="+mn-cs"/>
        </a:defRPr>
      </a:lvl4pPr>
      <a:lvl5pPr marL="864000" indent="-216000" algn="l" defTabSz="914400" rtl="0" eaLnBrk="1" latinLnBrk="0" hangingPunct="1">
        <a:lnSpc>
          <a:spcPct val="100000"/>
        </a:lnSpc>
        <a:spcBef>
          <a:spcPts val="500"/>
        </a:spcBef>
        <a:buClr>
          <a:schemeClr val="tx2"/>
        </a:buClr>
        <a:buFont typeface="Arial" panose="020B0604020202020204" pitchFamily="34" charset="0"/>
        <a:buChar char="»"/>
        <a:defRPr lang="en-US" sz="1600" kern="1200" dirty="0">
          <a:solidFill>
            <a:schemeClr val="tx2"/>
          </a:solidFill>
          <a:latin typeface="+mn-lt"/>
          <a:ea typeface="+mn-ea"/>
          <a:cs typeface="+mn-cs"/>
        </a:defRPr>
      </a:lvl5pPr>
      <a:lvl6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6pPr>
      <a:lvl7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7pPr>
      <a:lvl8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8pPr>
      <a:lvl9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9pPr>
    </p:bodyStyle>
    <p:otherStyle>
      <a:defPPr>
        <a:defRPr lang="en-US"/>
      </a:defPPr>
      <a:lvl1pPr marL="0" indent="0" algn="l" defTabSz="914400" rtl="0" eaLnBrk="1" latinLnBrk="0" hangingPunct="1">
        <a:lnSpc>
          <a:spcPct val="110000"/>
        </a:lnSpc>
        <a:spcBef>
          <a:spcPts val="600"/>
        </a:spcBef>
        <a:buFontTx/>
        <a:buNone/>
        <a:defRPr sz="1800" kern="1200">
          <a:solidFill>
            <a:schemeClr val="tx2"/>
          </a:solidFill>
          <a:latin typeface="+mn-lt"/>
          <a:ea typeface="+mn-ea"/>
          <a:cs typeface="+mn-cs"/>
        </a:defRPr>
      </a:lvl1pPr>
      <a:lvl2pPr marL="0" indent="0" algn="l" defTabSz="914400" rtl="0" eaLnBrk="1" latinLnBrk="0" hangingPunct="1">
        <a:lnSpc>
          <a:spcPct val="110000"/>
        </a:lnSpc>
        <a:spcBef>
          <a:spcPts val="600"/>
        </a:spcBef>
        <a:buFontTx/>
        <a:buNone/>
        <a:defRPr sz="1400" kern="1200">
          <a:solidFill>
            <a:schemeClr val="tx2"/>
          </a:solidFill>
          <a:latin typeface="+mn-lt"/>
          <a:ea typeface="+mn-ea"/>
          <a:cs typeface="+mn-cs"/>
        </a:defRPr>
      </a:lvl2pPr>
      <a:lvl3pPr marL="216000" indent="-216000" algn="l" defTabSz="914400" rtl="0" eaLnBrk="1" latinLnBrk="0" hangingPunct="1">
        <a:lnSpc>
          <a:spcPct val="90000"/>
        </a:lnSpc>
        <a:spcBef>
          <a:spcPts val="600"/>
        </a:spcBef>
        <a:buClr>
          <a:schemeClr val="accent1"/>
        </a:buClr>
        <a:buFont typeface="Wingdings" panose="05000000000000000000" pitchFamily="2" charset="2"/>
        <a:buChar char="§"/>
        <a:defRPr sz="1400" kern="1200">
          <a:solidFill>
            <a:schemeClr val="tx2"/>
          </a:solidFill>
          <a:latin typeface="+mn-lt"/>
          <a:ea typeface="+mn-ea"/>
          <a:cs typeface="+mn-cs"/>
        </a:defRPr>
      </a:lvl3pPr>
      <a:lvl4pPr marL="432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4pPr>
      <a:lvl5pPr marL="648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5pPr>
      <a:lvl6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6pPr>
      <a:lvl7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7pPr>
      <a:lvl8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8pPr>
      <a:lvl9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9pPr>
    </p:otherStyle>
  </p:txStyles>
  <p:extLst>
    <p:ext uri="{27BBF7A9-308A-43DC-89C8-2F10F3537804}">
      <p15:sldGuideLst xmlns:p15="http://schemas.microsoft.com/office/powerpoint/2012/main">
        <p15:guide id="1" orient="horz" pos="210" userDrawn="1">
          <p15:clr>
            <a:srgbClr val="F26B43"/>
          </p15:clr>
        </p15:guide>
        <p15:guide id="3" orient="horz" pos="890" userDrawn="1">
          <p15:clr>
            <a:srgbClr val="F26B43"/>
          </p15:clr>
        </p15:guide>
        <p15:guide id="4" orient="horz" pos="3929" userDrawn="1">
          <p15:clr>
            <a:srgbClr val="F26B43"/>
          </p15:clr>
        </p15:guide>
        <p15:guide id="5" pos="234" userDrawn="1">
          <p15:clr>
            <a:srgbClr val="F26B43"/>
          </p15:clr>
        </p15:guide>
        <p15:guide id="6" pos="3840" userDrawn="1">
          <p15:clr>
            <a:srgbClr val="F26B43"/>
          </p15:clr>
        </p15:guide>
        <p15:guide id="8" pos="7446"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gray">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874404F-43CD-40C8-B408-4B36050B4048}"/>
              </a:ext>
            </a:extLst>
          </p:cNvPr>
          <p:cNvSpPr>
            <a:spLocks noGrp="1"/>
          </p:cNvSpPr>
          <p:nvPr>
            <p:ph type="title"/>
          </p:nvPr>
        </p:nvSpPr>
        <p:spPr bwMode="gray">
          <a:xfrm>
            <a:off x="371475" y="333375"/>
            <a:ext cx="11449050" cy="792000"/>
          </a:xfrm>
          <a:prstGeom prst="rect">
            <a:avLst/>
          </a:prstGeom>
        </p:spPr>
        <p:txBody>
          <a:bodyPr vert="horz" lIns="0" tIns="0" rIns="0" bIns="0" rtlCol="0" anchor="t">
            <a:noAutofit/>
          </a:bodyPr>
          <a:lstStyle/>
          <a:p>
            <a:r>
              <a:rPr lang="en-US" dirty="0"/>
              <a:t>Click to edit Master title</a:t>
            </a:r>
          </a:p>
        </p:txBody>
      </p:sp>
      <p:sp>
        <p:nvSpPr>
          <p:cNvPr id="5" name="Footer Placeholder 4">
            <a:extLst>
              <a:ext uri="{FF2B5EF4-FFF2-40B4-BE49-F238E27FC236}">
                <a16:creationId xmlns:a16="http://schemas.microsoft.com/office/drawing/2014/main" id="{A37B7396-CF44-41A3-ABC7-B95299F0C012}"/>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tx1"/>
                </a:solidFill>
              </a:defRPr>
            </a:lvl1pPr>
          </a:lstStyle>
          <a:p>
            <a:r>
              <a:rPr lang="en-US" dirty="0"/>
              <a:t>© </a:t>
            </a:r>
            <a:fld id="{C6C70840-BA80-4E9C-89D1-2C507D9D7099}" type="datetimeyyyy">
              <a:rPr lang="en-US" smtClean="0"/>
              <a:pPr/>
              <a:t>2024</a:t>
            </a:fld>
            <a:r>
              <a:rPr lang="en-US" dirty="0"/>
              <a:t> NTT DATA Business Solutions</a:t>
            </a:r>
          </a:p>
        </p:txBody>
      </p:sp>
      <p:sp>
        <p:nvSpPr>
          <p:cNvPr id="6" name="Slide Number Placeholder 5">
            <a:extLst>
              <a:ext uri="{FF2B5EF4-FFF2-40B4-BE49-F238E27FC236}">
                <a16:creationId xmlns:a16="http://schemas.microsoft.com/office/drawing/2014/main" id="{BE603A65-CACD-4E1E-A1C2-FC8F9891C191}"/>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tx1"/>
                </a:solidFill>
              </a:defRPr>
            </a:lvl1pPr>
          </a:lstStyle>
          <a:p>
            <a:fld id="{13CE6DAF-806F-404B-BC68-339BFCB57E5C}" type="slidenum">
              <a:rPr lang="en-US" smtClean="0"/>
              <a:pPr/>
              <a:t>‹#›</a:t>
            </a:fld>
            <a:endParaRPr lang="en-US" dirty="0"/>
          </a:p>
        </p:txBody>
      </p:sp>
      <p:sp>
        <p:nvSpPr>
          <p:cNvPr id="11" name="Text Placeholder 2">
            <a:extLst>
              <a:ext uri="{FF2B5EF4-FFF2-40B4-BE49-F238E27FC236}">
                <a16:creationId xmlns:a16="http://schemas.microsoft.com/office/drawing/2014/main" id="{DB22E3CC-1B88-CF67-AD2F-D65E37E3716E}"/>
              </a:ext>
            </a:extLst>
          </p:cNvPr>
          <p:cNvSpPr>
            <a:spLocks noGrp="1"/>
          </p:cNvSpPr>
          <p:nvPr>
            <p:ph type="body" idx="1"/>
          </p:nvPr>
        </p:nvSpPr>
        <p:spPr bwMode="gray">
          <a:xfrm>
            <a:off x="371475" y="1412875"/>
            <a:ext cx="11449050" cy="4824413"/>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4" name="NTT DATA Global Logo">
            <a:extLst>
              <a:ext uri="{FF2B5EF4-FFF2-40B4-BE49-F238E27FC236}">
                <a16:creationId xmlns:a16="http://schemas.microsoft.com/office/drawing/2014/main" id="{D3B22713-AB91-EF03-7CF0-CCF486815A38}"/>
              </a:ext>
            </a:extLst>
          </p:cNvPr>
          <p:cNvPicPr>
            <a:picLocks noChangeAspect="1"/>
          </p:cNvPicPr>
          <p:nvPr userDrawn="1"/>
        </p:nvPicPr>
        <p:blipFill>
          <a:blip r:embed="rId28">
            <a:extLst>
              <a:ext uri="{96DAC541-7B7A-43D3-8B79-37D633B846F1}">
                <asvg:svgBlip xmlns:asvg="http://schemas.microsoft.com/office/drawing/2016/SVG/main" r:embed="rId29"/>
              </a:ext>
            </a:extLst>
          </a:blip>
          <a:stretch>
            <a:fillRect/>
          </a:stretch>
        </p:blipFill>
        <p:spPr bwMode="gray">
          <a:xfrm>
            <a:off x="10531554" y="6449745"/>
            <a:ext cx="1288971" cy="262800"/>
          </a:xfrm>
          <a:prstGeom prst="rect">
            <a:avLst/>
          </a:prstGeom>
        </p:spPr>
      </p:pic>
    </p:spTree>
    <p:extLst>
      <p:ext uri="{BB962C8B-B14F-4D97-AF65-F5344CB8AC3E}">
        <p14:creationId xmlns:p14="http://schemas.microsoft.com/office/powerpoint/2010/main" val="4099640385"/>
      </p:ext>
    </p:extLst>
  </p:cSld>
  <p:clrMap bg1="lt1" tx1="dk1" bg2="lt2" tx2="dk2" accent1="accent1" accent2="accent2" accent3="accent3" accent4="accent4" accent5="accent5" accent6="accent6" hlink="hlink" folHlink="folHlink"/>
  <p:sldLayoutIdLst>
    <p:sldLayoutId id="2147483740" r:id="rId1"/>
    <p:sldLayoutId id="2147483741" r:id="rId2"/>
    <p:sldLayoutId id="2147483767" r:id="rId3"/>
    <p:sldLayoutId id="2147483768" r:id="rId4"/>
    <p:sldLayoutId id="2147483746" r:id="rId5"/>
    <p:sldLayoutId id="2147483747" r:id="rId6"/>
    <p:sldLayoutId id="2147483748" r:id="rId7"/>
    <p:sldLayoutId id="2147483750" r:id="rId8"/>
    <p:sldLayoutId id="2147483751" r:id="rId9"/>
    <p:sldLayoutId id="2147483752" r:id="rId10"/>
    <p:sldLayoutId id="2147483770" r:id="rId11"/>
    <p:sldLayoutId id="2147483754" r:id="rId12"/>
    <p:sldLayoutId id="2147483769" r:id="rId13"/>
    <p:sldLayoutId id="2147483772" r:id="rId14"/>
    <p:sldLayoutId id="2147483755" r:id="rId15"/>
    <p:sldLayoutId id="2147483756" r:id="rId16"/>
    <p:sldLayoutId id="2147483757" r:id="rId17"/>
    <p:sldLayoutId id="2147483764" r:id="rId18"/>
    <p:sldLayoutId id="2147483758" r:id="rId19"/>
    <p:sldLayoutId id="2147483760" r:id="rId20"/>
    <p:sldLayoutId id="2147483781" r:id="rId21"/>
    <p:sldLayoutId id="2147483782" r:id="rId22"/>
    <p:sldLayoutId id="2147483783" r:id="rId23"/>
    <p:sldLayoutId id="2147483784" r:id="rId24"/>
    <p:sldLayoutId id="2147483761" r:id="rId25"/>
    <p:sldLayoutId id="2147483762" r:id="rId26"/>
  </p:sldLayoutIdLst>
  <p:hf hdr="0"/>
  <p:txStyles>
    <p:titleStyle>
      <a:lvl1pPr algn="l" defTabSz="914400" rtl="0" eaLnBrk="1" latinLnBrk="0" hangingPunct="1">
        <a:lnSpc>
          <a:spcPct val="90000"/>
        </a:lnSpc>
        <a:spcBef>
          <a:spcPct val="0"/>
        </a:spcBef>
        <a:buNone/>
        <a:defRPr sz="2400" b="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0"/>
        </a:spcBef>
        <a:spcAft>
          <a:spcPts val="600"/>
        </a:spcAft>
        <a:buFontTx/>
        <a:buNone/>
        <a:defRPr lang="en-US" sz="1800" kern="1200" dirty="0">
          <a:solidFill>
            <a:schemeClr val="tx1"/>
          </a:solidFill>
          <a:latin typeface="+mn-lt"/>
          <a:ea typeface="+mn-ea"/>
          <a:cs typeface="+mn-cs"/>
        </a:defRPr>
      </a:lvl1pPr>
      <a:lvl2pPr marL="285750" indent="-285750" algn="l" defTabSz="914400" rtl="0" eaLnBrk="1" latinLnBrk="0" hangingPunct="1">
        <a:lnSpc>
          <a:spcPct val="100000"/>
        </a:lnSpc>
        <a:spcBef>
          <a:spcPts val="500"/>
        </a:spcBef>
        <a:buClr>
          <a:schemeClr val="tx1"/>
        </a:buClr>
        <a:buFont typeface="Arial" panose="020B0604020202020204" pitchFamily="34" charset="0"/>
        <a:buChar char="•"/>
        <a:defRPr lang="en-US" sz="1800" kern="1200" dirty="0">
          <a:solidFill>
            <a:schemeClr val="tx1"/>
          </a:solidFill>
          <a:latin typeface="+mn-lt"/>
          <a:ea typeface="+mn-ea"/>
          <a:cs typeface="+mn-cs"/>
        </a:defRPr>
      </a:lvl2pPr>
      <a:lvl3pPr marL="536575" indent="-268288" algn="l" defTabSz="914400" rtl="0" eaLnBrk="1" latinLnBrk="0" hangingPunct="1">
        <a:lnSpc>
          <a:spcPct val="100000"/>
        </a:lnSpc>
        <a:spcBef>
          <a:spcPts val="500"/>
        </a:spcBef>
        <a:buClr>
          <a:schemeClr val="tx1"/>
        </a:buClr>
        <a:buFont typeface="Arial" panose="020B0604020202020204" pitchFamily="34" charset="0"/>
        <a:buChar char="»"/>
        <a:defRPr lang="en-US" sz="1600" kern="1200" dirty="0">
          <a:solidFill>
            <a:schemeClr val="tx1"/>
          </a:solidFill>
          <a:latin typeface="+mn-lt"/>
          <a:ea typeface="+mn-ea"/>
          <a:cs typeface="+mn-cs"/>
        </a:defRPr>
      </a:lvl3pPr>
      <a:lvl4pPr marL="804863" indent="-268288" algn="l" defTabSz="914400" rtl="0" eaLnBrk="1" latinLnBrk="0" hangingPunct="1">
        <a:lnSpc>
          <a:spcPct val="100000"/>
        </a:lnSpc>
        <a:spcBef>
          <a:spcPts val="500"/>
        </a:spcBef>
        <a:buClr>
          <a:schemeClr val="tx1"/>
        </a:buClr>
        <a:buFont typeface="Arial" panose="020B0604020202020204" pitchFamily="34" charset="0"/>
        <a:buChar char="•"/>
        <a:defRPr lang="en-US" sz="1600" kern="1200" dirty="0">
          <a:solidFill>
            <a:schemeClr val="tx1"/>
          </a:solidFill>
          <a:latin typeface="+mn-lt"/>
          <a:ea typeface="+mn-ea"/>
          <a:cs typeface="+mn-cs"/>
        </a:defRPr>
      </a:lvl4pPr>
      <a:lvl5pPr marL="1077913" indent="-273050" algn="l" defTabSz="914400" rtl="0" eaLnBrk="1" latinLnBrk="0" hangingPunct="1">
        <a:lnSpc>
          <a:spcPct val="100000"/>
        </a:lnSpc>
        <a:spcBef>
          <a:spcPts val="500"/>
        </a:spcBef>
        <a:buClr>
          <a:schemeClr val="tx1"/>
        </a:buClr>
        <a:buFont typeface="Arial" panose="020B0604020202020204" pitchFamily="34" charset="0"/>
        <a:buChar char="»"/>
        <a:defRPr lang="en-US" sz="1600" kern="1200" dirty="0">
          <a:solidFill>
            <a:schemeClr val="tx1"/>
          </a:solidFill>
          <a:latin typeface="+mn-lt"/>
          <a:ea typeface="+mn-ea"/>
          <a:cs typeface="+mn-cs"/>
        </a:defRPr>
      </a:lvl5pPr>
      <a:lvl6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6pPr>
      <a:lvl7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7pPr>
      <a:lvl8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8pPr>
      <a:lvl9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9pPr>
    </p:bodyStyle>
    <p:otherStyle>
      <a:defPPr>
        <a:defRPr lang="en-US"/>
      </a:defPPr>
      <a:lvl1pPr marL="0" indent="0" algn="l" defTabSz="914400" rtl="0" eaLnBrk="1" latinLnBrk="0" hangingPunct="1">
        <a:lnSpc>
          <a:spcPct val="110000"/>
        </a:lnSpc>
        <a:spcBef>
          <a:spcPts val="600"/>
        </a:spcBef>
        <a:buFontTx/>
        <a:buNone/>
        <a:defRPr sz="1800" kern="1200">
          <a:solidFill>
            <a:schemeClr val="tx2"/>
          </a:solidFill>
          <a:latin typeface="+mn-lt"/>
          <a:ea typeface="+mn-ea"/>
          <a:cs typeface="+mn-cs"/>
        </a:defRPr>
      </a:lvl1pPr>
      <a:lvl2pPr marL="0" indent="0" algn="l" defTabSz="914400" rtl="0" eaLnBrk="1" latinLnBrk="0" hangingPunct="1">
        <a:lnSpc>
          <a:spcPct val="110000"/>
        </a:lnSpc>
        <a:spcBef>
          <a:spcPts val="600"/>
        </a:spcBef>
        <a:buFontTx/>
        <a:buNone/>
        <a:defRPr sz="1400" kern="1200">
          <a:solidFill>
            <a:schemeClr val="tx2"/>
          </a:solidFill>
          <a:latin typeface="+mn-lt"/>
          <a:ea typeface="+mn-ea"/>
          <a:cs typeface="+mn-cs"/>
        </a:defRPr>
      </a:lvl2pPr>
      <a:lvl3pPr marL="216000" indent="-216000" algn="l" defTabSz="914400" rtl="0" eaLnBrk="1" latinLnBrk="0" hangingPunct="1">
        <a:lnSpc>
          <a:spcPct val="90000"/>
        </a:lnSpc>
        <a:spcBef>
          <a:spcPts val="600"/>
        </a:spcBef>
        <a:buClr>
          <a:schemeClr val="accent1"/>
        </a:buClr>
        <a:buFont typeface="Wingdings" panose="05000000000000000000" pitchFamily="2" charset="2"/>
        <a:buChar char="§"/>
        <a:defRPr sz="1400" kern="1200">
          <a:solidFill>
            <a:schemeClr val="tx2"/>
          </a:solidFill>
          <a:latin typeface="+mn-lt"/>
          <a:ea typeface="+mn-ea"/>
          <a:cs typeface="+mn-cs"/>
        </a:defRPr>
      </a:lvl3pPr>
      <a:lvl4pPr marL="432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4pPr>
      <a:lvl5pPr marL="648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5pPr>
      <a:lvl6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6pPr>
      <a:lvl7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7pPr>
      <a:lvl8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8pPr>
      <a:lvl9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9pPr>
    </p:otherStyle>
  </p:txStyles>
  <p:extLst>
    <p:ext uri="{27BBF7A9-308A-43DC-89C8-2F10F3537804}">
      <p15:sldGuideLst xmlns:p15="http://schemas.microsoft.com/office/powerpoint/2012/main">
        <p15:guide id="1" orient="horz" pos="210">
          <p15:clr>
            <a:srgbClr val="F26B43"/>
          </p15:clr>
        </p15:guide>
        <p15:guide id="3" orient="horz" pos="890">
          <p15:clr>
            <a:srgbClr val="F26B43"/>
          </p15:clr>
        </p15:guide>
        <p15:guide id="4" orient="horz" pos="3929" userDrawn="1">
          <p15:clr>
            <a:srgbClr val="F26B43"/>
          </p15:clr>
        </p15:guide>
        <p15:guide id="5" pos="234">
          <p15:clr>
            <a:srgbClr val="F26B43"/>
          </p15:clr>
        </p15:guide>
        <p15:guide id="6" pos="3840">
          <p15:clr>
            <a:srgbClr val="F26B43"/>
          </p15:clr>
        </p15:guide>
        <p15:guide id="8" pos="7446">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94C4A8-C2EB-4D2A-A43E-BE19EA9AEFA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noProof="0"/>
              <a:t>Click to edit Master title style</a:t>
            </a:r>
            <a:endParaRPr lang="en-US" noProof="0" dirty="0"/>
          </a:p>
        </p:txBody>
      </p:sp>
      <p:sp>
        <p:nvSpPr>
          <p:cNvPr id="3" name="Text Placeholder 2">
            <a:extLst>
              <a:ext uri="{FF2B5EF4-FFF2-40B4-BE49-F238E27FC236}">
                <a16:creationId xmlns:a16="http://schemas.microsoft.com/office/drawing/2014/main" id="{4D2742BD-2E9C-46B7-AFF7-A440C094DFF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4" name="Date Placeholder 3">
            <a:extLst>
              <a:ext uri="{FF2B5EF4-FFF2-40B4-BE49-F238E27FC236}">
                <a16:creationId xmlns:a16="http://schemas.microsoft.com/office/drawing/2014/main" id="{3DB3F001-24C4-4191-A568-B1096B9ABF9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EC9F280-24DB-415F-8DF8-72D7FF3C4BF0}" type="datetimeFigureOut">
              <a:rPr lang="en-US" noProof="0" smtClean="0"/>
              <a:t>5/29/2024</a:t>
            </a:fld>
            <a:endParaRPr lang="en-US" noProof="0" dirty="0"/>
          </a:p>
        </p:txBody>
      </p:sp>
      <p:sp>
        <p:nvSpPr>
          <p:cNvPr id="5" name="Footer Placeholder 4">
            <a:extLst>
              <a:ext uri="{FF2B5EF4-FFF2-40B4-BE49-F238E27FC236}">
                <a16:creationId xmlns:a16="http://schemas.microsoft.com/office/drawing/2014/main" id="{E13E5E6E-ED1A-4700-A7E8-68DEBCDD6E5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noProof="0" dirty="0"/>
          </a:p>
        </p:txBody>
      </p:sp>
      <p:sp>
        <p:nvSpPr>
          <p:cNvPr id="6" name="Slide Number Placeholder 5">
            <a:extLst>
              <a:ext uri="{FF2B5EF4-FFF2-40B4-BE49-F238E27FC236}">
                <a16:creationId xmlns:a16="http://schemas.microsoft.com/office/drawing/2014/main" id="{552E6C46-B63C-4A83-8155-0AE7FABAD9D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20A9A2B-DCEA-459B-8067-44D042050D8C}" type="slidenum">
              <a:rPr lang="en-US" noProof="0" smtClean="0"/>
              <a:t>‹#›</a:t>
            </a:fld>
            <a:endParaRPr lang="en-US" noProof="0" dirty="0"/>
          </a:p>
        </p:txBody>
      </p:sp>
    </p:spTree>
    <p:extLst>
      <p:ext uri="{BB962C8B-B14F-4D97-AF65-F5344CB8AC3E}">
        <p14:creationId xmlns:p14="http://schemas.microsoft.com/office/powerpoint/2010/main" val="1865115929"/>
      </p:ext>
    </p:extLst>
  </p:cSld>
  <p:clrMap bg1="lt1" tx1="dk1" bg2="lt2" tx2="dk2" accent1="accent1" accent2="accent2" accent3="accent3" accent4="accent4" accent5="accent5" accent6="accent6" hlink="hlink" folHlink="folHlink"/>
  <p:sldLayoutIdLst>
    <p:sldLayoutId id="2147483786" r:id="rId1"/>
    <p:sldLayoutId id="2147483787" r:id="rId2"/>
    <p:sldLayoutId id="2147483788" r:id="rId3"/>
    <p:sldLayoutId id="2147483789" r:id="rId4"/>
    <p:sldLayoutId id="2147483790" r:id="rId5"/>
    <p:sldLayoutId id="2147483791" r:id="rId6"/>
    <p:sldLayoutId id="2147483792" r:id="rId7"/>
    <p:sldLayoutId id="2147483793" r:id="rId8"/>
    <p:sldLayoutId id="2147483794" r:id="rId9"/>
    <p:sldLayoutId id="2147483795" r:id="rId10"/>
  </p:sldLayoutIdLst>
  <p:txStyles>
    <p:titleStyle>
      <a:lvl1pPr algn="l" defTabSz="914400" rtl="0" eaLnBrk="1" latinLnBrk="0" hangingPunct="1">
        <a:lnSpc>
          <a:spcPct val="90000"/>
        </a:lnSpc>
        <a:spcBef>
          <a:spcPct val="0"/>
        </a:spcBef>
        <a:buNone/>
        <a:defRPr sz="2700" b="1" kern="1200">
          <a:solidFill>
            <a:schemeClr val="accent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xml"/><Relationship Id="rId1" Type="http://schemas.openxmlformats.org/officeDocument/2006/relationships/slideLayout" Target="../slideLayouts/slideLayout27.xml"/></Relationships>
</file>

<file path=ppt/slides/_rels/slide2.xml.rels><?xml version="1.0" encoding="UTF-8" standalone="yes"?>
<Relationships xmlns="http://schemas.openxmlformats.org/package/2006/relationships"><Relationship Id="rId3" Type="http://schemas.openxmlformats.org/officeDocument/2006/relationships/image" Target="../media/image17.jfif"/><Relationship Id="rId2" Type="http://schemas.openxmlformats.org/officeDocument/2006/relationships/notesSlide" Target="../notesSlides/notesSlide2.xml"/><Relationship Id="rId1" Type="http://schemas.openxmlformats.org/officeDocument/2006/relationships/slideLayout" Target="../slideLayouts/slideLayout50.xml"/><Relationship Id="rId6" Type="http://schemas.openxmlformats.org/officeDocument/2006/relationships/image" Target="../media/image20.jfif"/><Relationship Id="rId5" Type="http://schemas.openxmlformats.org/officeDocument/2006/relationships/image" Target="../media/image19.jfif"/><Relationship Id="rId4" Type="http://schemas.openxmlformats.org/officeDocument/2006/relationships/image" Target="../media/image18.jfif"/></Relationships>
</file>

<file path=ppt/slides/_rels/slide3.xml.rels><?xml version="1.0" encoding="UTF-8" standalone="yes"?>
<Relationships xmlns="http://schemas.openxmlformats.org/package/2006/relationships"><Relationship Id="rId2" Type="http://schemas.openxmlformats.org/officeDocument/2006/relationships/image" Target="../media/image21.jfif"/><Relationship Id="rId1" Type="http://schemas.openxmlformats.org/officeDocument/2006/relationships/slideLayout" Target="../slideLayouts/slideLayout47.xml"/></Relationships>
</file>

<file path=ppt/slides/_rels/slide4.xml.rels><?xml version="1.0" encoding="UTF-8" standalone="yes"?>
<Relationships xmlns="http://schemas.openxmlformats.org/package/2006/relationships"><Relationship Id="rId2" Type="http://schemas.openxmlformats.org/officeDocument/2006/relationships/image" Target="../media/image22.jfif"/><Relationship Id="rId1" Type="http://schemas.openxmlformats.org/officeDocument/2006/relationships/slideLayout" Target="../slideLayouts/slideLayout47.xml"/></Relationships>
</file>

<file path=ppt/slides/_rels/slide5.xml.rels><?xml version="1.0" encoding="UTF-8" standalone="yes"?>
<Relationships xmlns="http://schemas.openxmlformats.org/package/2006/relationships"><Relationship Id="rId2" Type="http://schemas.openxmlformats.org/officeDocument/2006/relationships/image" Target="../media/image22.jfif"/><Relationship Id="rId1" Type="http://schemas.openxmlformats.org/officeDocument/2006/relationships/slideLayout" Target="../slideLayouts/slideLayout33.xml"/></Relationships>
</file>

<file path=ppt/slides/_rels/slide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jfif"/><Relationship Id="rId1" Type="http://schemas.openxmlformats.org/officeDocument/2006/relationships/slideLayout" Target="../slideLayouts/slideLayout33.xml"/></Relationships>
</file>

<file path=ppt/slides/_rels/slide7.xml.rels><?xml version="1.0" encoding="UTF-8" standalone="yes"?>
<Relationships xmlns="http://schemas.openxmlformats.org/package/2006/relationships"><Relationship Id="rId2" Type="http://schemas.openxmlformats.org/officeDocument/2006/relationships/image" Target="../media/image22.jfif"/><Relationship Id="rId1" Type="http://schemas.openxmlformats.org/officeDocument/2006/relationships/slideLayout" Target="../slideLayouts/slideLayout33.xml"/></Relationships>
</file>

<file path=ppt/slides/_rels/slide8.xml.rels><?xml version="1.0" encoding="UTF-8" standalone="yes"?>
<Relationships xmlns="http://schemas.openxmlformats.org/package/2006/relationships"><Relationship Id="rId2" Type="http://schemas.openxmlformats.org/officeDocument/2006/relationships/image" Target="../media/image20.jfif"/><Relationship Id="rId1" Type="http://schemas.openxmlformats.org/officeDocument/2006/relationships/slideLayout" Target="../slideLayouts/slideLayout36.xml"/></Relationships>
</file>

<file path=ppt/slides/_rels/slide9.xml.rels><?xml version="1.0" encoding="UTF-8" standalone="yes"?>
<Relationships xmlns="http://schemas.openxmlformats.org/package/2006/relationships"><Relationship Id="rId2" Type="http://schemas.openxmlformats.org/officeDocument/2006/relationships/image" Target="../media/image17.jfif"/><Relationship Id="rId1" Type="http://schemas.openxmlformats.org/officeDocument/2006/relationships/slideLayout" Target="../slideLayouts/slideLayout36.xml"/></Relationships>
</file>

<file path=ppt/slides/_rels/slide10.xml.rels><?xml version="1.0" encoding="UTF-8" standalone="yes"?>
<Relationships xmlns="http://schemas.openxmlformats.org/package/2006/relationships"><Relationship Id="rId2" Type="http://schemas.openxmlformats.org/officeDocument/2006/relationships/image" Target="../media/image18.jfif"/><Relationship Id="rId1" Type="http://schemas.openxmlformats.org/officeDocument/2006/relationships/slideLayout" Target="../slideLayouts/slideLayout36.xml"/></Relationships>
</file>

<file path=ppt/slides/_rels/slide11.xml.rels><?xml version="1.0" encoding="UTF-8" standalone="yes"?>
<Relationships xmlns="http://schemas.openxmlformats.org/package/2006/relationships"><Relationship Id="rId2" Type="http://schemas.openxmlformats.org/officeDocument/2006/relationships/image" Target="../media/image19.jfif"/><Relationship Id="rId1" Type="http://schemas.openxmlformats.org/officeDocument/2006/relationships/slideLayout" Target="../slideLayouts/slideLayout36.xml"/></Relationships>
</file>

<file path=ppt/slides/_rels/slide12.xml.rels><?xml version="1.0" encoding="UTF-8" standalone="yes"?>
<Relationships xmlns="http://schemas.openxmlformats.org/package/2006/relationships"><Relationship Id="rId2" Type="http://schemas.openxmlformats.org/officeDocument/2006/relationships/image" Target="../media/image21.jfif"/><Relationship Id="rId1" Type="http://schemas.openxmlformats.org/officeDocument/2006/relationships/slideLayout" Target="../slideLayouts/slideLayout47.xml"/></Relationships>
</file>

<file path=ppt/slides/_rels/slide13.xml.rels><?xml version="1.0" encoding="UTF-8" standalone="yes"?>
<Relationships xmlns="http://schemas.openxmlformats.org/package/2006/relationships"><Relationship Id="rId3" Type="http://schemas.openxmlformats.org/officeDocument/2006/relationships/image" Target="../media/image17.jfif"/><Relationship Id="rId2" Type="http://schemas.openxmlformats.org/officeDocument/2006/relationships/notesSlide" Target="../notesSlides/notesSlide3.xml"/><Relationship Id="rId1" Type="http://schemas.openxmlformats.org/officeDocument/2006/relationships/slideLayout" Target="../slideLayouts/slideLayout50.xml"/><Relationship Id="rId6" Type="http://schemas.openxmlformats.org/officeDocument/2006/relationships/image" Target="../media/image20.jfif"/><Relationship Id="rId5" Type="http://schemas.openxmlformats.org/officeDocument/2006/relationships/image" Target="../media/image19.jfif"/><Relationship Id="rId4" Type="http://schemas.openxmlformats.org/officeDocument/2006/relationships/image" Target="../media/image18.jfif"/></Relationships>
</file>

<file path=ppt/slides/_rels/slide14.xml.rels><?xml version="1.0" encoding="UTF-8" standalone="yes"?>
<Relationships xmlns="http://schemas.openxmlformats.org/package/2006/relationships"><Relationship Id="rId8" Type="http://schemas.openxmlformats.org/officeDocument/2006/relationships/image" Target="../media/image27.png"/><Relationship Id="rId13" Type="http://schemas.microsoft.com/office/2007/relationships/hdphoto" Target="../media/hdphoto7.wdp"/><Relationship Id="rId3" Type="http://schemas.microsoft.com/office/2007/relationships/hdphoto" Target="../media/hdphoto2.wdp"/><Relationship Id="rId7" Type="http://schemas.microsoft.com/office/2007/relationships/hdphoto" Target="../media/hdphoto4.wdp"/><Relationship Id="rId12" Type="http://schemas.openxmlformats.org/officeDocument/2006/relationships/image" Target="../media/image29.png"/><Relationship Id="rId2" Type="http://schemas.openxmlformats.org/officeDocument/2006/relationships/image" Target="../media/image24.png"/><Relationship Id="rId1" Type="http://schemas.openxmlformats.org/officeDocument/2006/relationships/slideLayout" Target="../slideLayouts/slideLayout53.xml"/><Relationship Id="rId6" Type="http://schemas.openxmlformats.org/officeDocument/2006/relationships/image" Target="../media/image26.png"/><Relationship Id="rId11" Type="http://schemas.microsoft.com/office/2007/relationships/hdphoto" Target="../media/hdphoto6.wdp"/><Relationship Id="rId5" Type="http://schemas.microsoft.com/office/2007/relationships/hdphoto" Target="../media/hdphoto3.wdp"/><Relationship Id="rId15" Type="http://schemas.microsoft.com/office/2007/relationships/hdphoto" Target="../media/hdphoto8.wdp"/><Relationship Id="rId10" Type="http://schemas.openxmlformats.org/officeDocument/2006/relationships/image" Target="../media/image28.png"/><Relationship Id="rId4" Type="http://schemas.openxmlformats.org/officeDocument/2006/relationships/image" Target="../media/image25.png"/><Relationship Id="rId9" Type="http://schemas.microsoft.com/office/2007/relationships/hdphoto" Target="../media/hdphoto5.wdp"/><Relationship Id="rId14" Type="http://schemas.openxmlformats.org/officeDocument/2006/relationships/image" Target="../media/image3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8">
            <a:extLst>
              <a:ext uri="{FF2B5EF4-FFF2-40B4-BE49-F238E27FC236}">
                <a16:creationId xmlns:a16="http://schemas.microsoft.com/office/drawing/2014/main" id="{E1A97654-1066-992F-DCA7-D55EBF3BEE54}"/>
              </a:ext>
            </a:extLst>
          </p:cNvPr>
          <p:cNvPicPr>
            <a:picLocks noGrp="1" noChangeAspect="1"/>
          </p:cNvPicPr>
          <p:nvPr>
            <p:ph type="pic" sz="quarter" idx="13"/>
          </p:nvPr>
        </p:nvPicPr>
        <p:blipFill rotWithShape="1">
          <a:blip r:embed="rId3" cstate="screen">
            <a:extLst>
              <a:ext uri="{28A0092B-C50C-407E-A947-70E740481C1C}">
                <a14:useLocalDpi xmlns:a14="http://schemas.microsoft.com/office/drawing/2010/main"/>
              </a:ext>
            </a:extLst>
          </a:blip>
          <a:srcRect t="13" b="13"/>
          <a:stretch/>
        </p:blipFill>
        <p:spPr bwMode="gray">
          <a:xfrm>
            <a:off x="0" y="0"/>
            <a:ext cx="12191999" cy="6860241"/>
          </a:xfrm>
        </p:spPr>
      </p:pic>
      <p:sp>
        <p:nvSpPr>
          <p:cNvPr id="14" name="Textplatzhalter 13">
            <a:extLst>
              <a:ext uri="{FF2B5EF4-FFF2-40B4-BE49-F238E27FC236}">
                <a16:creationId xmlns:a16="http://schemas.microsoft.com/office/drawing/2014/main" id="{9E19E4E0-A499-5501-D156-BE15DED01686}"/>
              </a:ext>
            </a:extLst>
          </p:cNvPr>
          <p:cNvSpPr>
            <a:spLocks noGrp="1" noChangeAspect="1"/>
          </p:cNvSpPr>
          <p:nvPr>
            <p:ph type="body" sz="quarter" idx="16"/>
          </p:nvPr>
        </p:nvSpPr>
        <p:spPr bwMode="gray">
          <a:xfrm>
            <a:off x="0" y="0"/>
            <a:ext cx="12192000" cy="6857999"/>
          </a:xfrm>
        </p:spPr>
        <p:txBody>
          <a:bodyPr/>
          <a:lstStyle/>
          <a:p>
            <a:r>
              <a:rPr lang="en-US" dirty="0"/>
              <a:t> </a:t>
            </a:r>
          </a:p>
        </p:txBody>
      </p:sp>
      <p:sp>
        <p:nvSpPr>
          <p:cNvPr id="145" name="Copyright">
            <a:extLst>
              <a:ext uri="{FF2B5EF4-FFF2-40B4-BE49-F238E27FC236}">
                <a16:creationId xmlns:a16="http://schemas.microsoft.com/office/drawing/2014/main" id="{8D2050B6-3884-65E4-4827-AFFA91FF1097}"/>
              </a:ext>
            </a:extLst>
          </p:cNvPr>
          <p:cNvSpPr>
            <a:spLocks noGrp="1" noChangeAspect="1"/>
          </p:cNvSpPr>
          <p:nvPr>
            <p:ph type="ftr" sz="quarter" idx="3"/>
          </p:nvPr>
        </p:nvSpPr>
        <p:spPr bwMode="gray">
          <a:xfrm>
            <a:off x="371475" y="6563358"/>
            <a:ext cx="4852035" cy="88901"/>
          </a:xfrm>
        </p:spPr>
        <p:txBody>
          <a:bodyPr/>
          <a:lstStyle/>
          <a:p>
            <a:r>
              <a:rPr lang="en-US" dirty="0"/>
              <a:t>© 2024 NTT DATA Business Solutions</a:t>
            </a:r>
          </a:p>
        </p:txBody>
      </p:sp>
      <p:sp>
        <p:nvSpPr>
          <p:cNvPr id="11" name="Innovation Curve">
            <a:extLst>
              <a:ext uri="{FF2B5EF4-FFF2-40B4-BE49-F238E27FC236}">
                <a16:creationId xmlns:a16="http://schemas.microsoft.com/office/drawing/2014/main" id="{E0C65A48-3B0B-6B43-AA25-9F7A753944BB}"/>
              </a:ext>
            </a:extLst>
          </p:cNvPr>
          <p:cNvSpPr>
            <a:spLocks noGrp="1" noChangeAspect="1"/>
          </p:cNvSpPr>
          <p:nvPr>
            <p:ph type="body" sz="quarter" idx="21"/>
          </p:nvPr>
        </p:nvSpPr>
        <p:spPr bwMode="gray">
          <a:xfrm>
            <a:off x="5365750" y="0"/>
            <a:ext cx="6835775" cy="6858000"/>
          </a:xfrm>
        </p:spPr>
        <p:txBody>
          <a:bodyPr/>
          <a:lstStyle/>
          <a:p>
            <a:r>
              <a:rPr lang="en-US" dirty="0"/>
              <a:t> </a:t>
            </a:r>
          </a:p>
        </p:txBody>
      </p:sp>
      <p:sp>
        <p:nvSpPr>
          <p:cNvPr id="15" name="Inhaltsplatzhalter 14">
            <a:extLst>
              <a:ext uri="{FF2B5EF4-FFF2-40B4-BE49-F238E27FC236}">
                <a16:creationId xmlns:a16="http://schemas.microsoft.com/office/drawing/2014/main" id="{D5EE07EB-206F-2933-EA6A-8CFB04CC59C1}"/>
              </a:ext>
            </a:extLst>
          </p:cNvPr>
          <p:cNvSpPr>
            <a:spLocks noGrp="1" noChangeAspect="1"/>
          </p:cNvSpPr>
          <p:nvPr>
            <p:ph sz="quarter" idx="18"/>
          </p:nvPr>
        </p:nvSpPr>
        <p:spPr bwMode="gray"/>
        <p:txBody>
          <a:bodyPr/>
          <a:lstStyle/>
          <a:p>
            <a:r>
              <a:rPr lang="en-US" dirty="0"/>
              <a:t>Information Type:</a:t>
            </a:r>
            <a:br>
              <a:rPr lang="en-US" dirty="0"/>
            </a:br>
            <a:r>
              <a:rPr lang="en-US" dirty="0"/>
              <a:t>Company:</a:t>
            </a:r>
            <a:br>
              <a:rPr lang="en-US" dirty="0"/>
            </a:br>
            <a:r>
              <a:rPr lang="en-US" dirty="0"/>
              <a:t>Information Owner:</a:t>
            </a:r>
          </a:p>
        </p:txBody>
      </p:sp>
      <p:sp>
        <p:nvSpPr>
          <p:cNvPr id="31" name="Date">
            <a:extLst>
              <a:ext uri="{FF2B5EF4-FFF2-40B4-BE49-F238E27FC236}">
                <a16:creationId xmlns:a16="http://schemas.microsoft.com/office/drawing/2014/main" id="{CD53B7D7-6373-31BE-3F23-89F1BBDF3DC4}"/>
              </a:ext>
            </a:extLst>
          </p:cNvPr>
          <p:cNvSpPr>
            <a:spLocks noGrp="1" noChangeAspect="1"/>
          </p:cNvSpPr>
          <p:nvPr>
            <p:ph type="dt" sz="half" idx="2"/>
          </p:nvPr>
        </p:nvSpPr>
        <p:spPr bwMode="gray">
          <a:xfrm>
            <a:off x="10898505" y="6563358"/>
            <a:ext cx="922020" cy="88901"/>
          </a:xfrm>
        </p:spPr>
        <p:txBody>
          <a:bodyPr/>
          <a:lstStyle/>
          <a:p>
            <a:fld id="{4C3C9360-669D-4639-B837-1B4DB4E27667}" type="datetime1">
              <a:rPr lang="en-US" smtClean="0"/>
              <a:t>5/29/2024</a:t>
            </a:fld>
            <a:endParaRPr lang="en-US" dirty="0"/>
          </a:p>
        </p:txBody>
      </p:sp>
      <p:sp>
        <p:nvSpPr>
          <p:cNvPr id="37" name="Title">
            <a:extLst>
              <a:ext uri="{FF2B5EF4-FFF2-40B4-BE49-F238E27FC236}">
                <a16:creationId xmlns:a16="http://schemas.microsoft.com/office/drawing/2014/main" id="{AC1994AA-CB19-824C-CBCD-5A58B9CE6D14}"/>
              </a:ext>
            </a:extLst>
          </p:cNvPr>
          <p:cNvSpPr>
            <a:spLocks noGrp="1" noChangeAspect="1"/>
          </p:cNvSpPr>
          <p:nvPr>
            <p:ph type="ctrTitle"/>
          </p:nvPr>
        </p:nvSpPr>
        <p:spPr bwMode="gray">
          <a:xfrm>
            <a:off x="380048" y="2438400"/>
            <a:ext cx="4793932" cy="1371600"/>
          </a:xfrm>
        </p:spPr>
        <p:txBody>
          <a:bodyPr/>
          <a:lstStyle/>
          <a:p>
            <a:r>
              <a:rPr lang="tr-TR" dirty="0" err="1"/>
              <a:t>Lessons</a:t>
            </a:r>
            <a:r>
              <a:rPr lang="tr-TR" dirty="0"/>
              <a:t> </a:t>
            </a:r>
            <a:r>
              <a:rPr lang="tr-TR" dirty="0" err="1"/>
              <a:t>Learned</a:t>
            </a:r>
            <a:r>
              <a:rPr lang="tr-TR" dirty="0"/>
              <a:t> 2024</a:t>
            </a:r>
            <a:endParaRPr lang="en-US" dirty="0"/>
          </a:p>
        </p:txBody>
      </p:sp>
      <p:sp>
        <p:nvSpPr>
          <p:cNvPr id="38" name="Subtitle">
            <a:extLst>
              <a:ext uri="{FF2B5EF4-FFF2-40B4-BE49-F238E27FC236}">
                <a16:creationId xmlns:a16="http://schemas.microsoft.com/office/drawing/2014/main" id="{518A9044-FD95-9A66-EFCA-6ABFC2B73DDF}"/>
              </a:ext>
            </a:extLst>
          </p:cNvPr>
          <p:cNvSpPr>
            <a:spLocks noGrp="1" noChangeAspect="1"/>
          </p:cNvSpPr>
          <p:nvPr>
            <p:ph type="subTitle" idx="1"/>
          </p:nvPr>
        </p:nvSpPr>
        <p:spPr bwMode="gray">
          <a:xfrm>
            <a:off x="380048" y="3810000"/>
            <a:ext cx="4793932" cy="661720"/>
          </a:xfrm>
        </p:spPr>
        <p:txBody>
          <a:bodyPr/>
          <a:lstStyle/>
          <a:p>
            <a:r>
              <a:rPr lang="tr-TR" dirty="0"/>
              <a:t>Arı </a:t>
            </a:r>
            <a:r>
              <a:rPr lang="tr-TR" dirty="0" err="1"/>
              <a:t>vızz</a:t>
            </a:r>
            <a:r>
              <a:rPr lang="tr-TR" dirty="0"/>
              <a:t> </a:t>
            </a:r>
            <a:r>
              <a:rPr lang="tr-TR" dirty="0" err="1"/>
              <a:t>vızz</a:t>
            </a:r>
            <a:endParaRPr lang="tr-TR" dirty="0"/>
          </a:p>
          <a:p>
            <a:r>
              <a:rPr lang="tr-TR" dirty="0"/>
              <a:t>Bu sefer BAL var..</a:t>
            </a:r>
            <a:endParaRPr lang="en-US" dirty="0"/>
          </a:p>
        </p:txBody>
      </p:sp>
      <p:sp>
        <p:nvSpPr>
          <p:cNvPr id="8" name="Text Placeholder 7">
            <a:extLst>
              <a:ext uri="{FF2B5EF4-FFF2-40B4-BE49-F238E27FC236}">
                <a16:creationId xmlns:a16="http://schemas.microsoft.com/office/drawing/2014/main" id="{6E5AFBE1-DDB8-D774-F237-6FE14DCB0B83}"/>
              </a:ext>
            </a:extLst>
          </p:cNvPr>
          <p:cNvSpPr>
            <a:spLocks noGrp="1" noChangeAspect="1"/>
          </p:cNvSpPr>
          <p:nvPr>
            <p:ph type="body" sz="quarter" idx="15"/>
          </p:nvPr>
        </p:nvSpPr>
        <p:spPr bwMode="gray">
          <a:xfrm>
            <a:off x="371475" y="320040"/>
            <a:ext cx="1959724" cy="400077"/>
          </a:xfrm>
        </p:spPr>
        <p:txBody>
          <a:bodyPr/>
          <a:lstStyle/>
          <a:p>
            <a:r>
              <a:rPr lang="en-US" dirty="0"/>
              <a:t> </a:t>
            </a:r>
          </a:p>
        </p:txBody>
      </p:sp>
    </p:spTree>
    <p:extLst>
      <p:ext uri="{BB962C8B-B14F-4D97-AF65-F5344CB8AC3E}">
        <p14:creationId xmlns:p14="http://schemas.microsoft.com/office/powerpoint/2010/main" val="23587662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itle">
            <a:extLst>
              <a:ext uri="{FF2B5EF4-FFF2-40B4-BE49-F238E27FC236}">
                <a16:creationId xmlns:a16="http://schemas.microsoft.com/office/drawing/2014/main" id="{AC1994AA-CB19-824C-CBCD-5A58B9CE6D14}"/>
              </a:ext>
            </a:extLst>
          </p:cNvPr>
          <p:cNvSpPr>
            <a:spLocks noGrp="1" noChangeAspect="1"/>
          </p:cNvSpPr>
          <p:nvPr>
            <p:ph type="title"/>
          </p:nvPr>
        </p:nvSpPr>
        <p:spPr bwMode="gray"/>
        <p:txBody>
          <a:bodyPr/>
          <a:lstStyle/>
          <a:p>
            <a:r>
              <a:rPr lang="tr-TR" dirty="0" err="1"/>
              <a:t>Lessons</a:t>
            </a:r>
            <a:r>
              <a:rPr lang="tr-TR" dirty="0"/>
              <a:t> </a:t>
            </a:r>
            <a:r>
              <a:rPr lang="tr-TR" dirty="0" err="1"/>
              <a:t>Learned</a:t>
            </a:r>
            <a:r>
              <a:rPr lang="tr-TR" dirty="0"/>
              <a:t> 2o24 </a:t>
            </a:r>
            <a:endParaRPr lang="en-US" dirty="0"/>
          </a:p>
        </p:txBody>
      </p:sp>
      <p:sp>
        <p:nvSpPr>
          <p:cNvPr id="145" name="Copyright">
            <a:extLst>
              <a:ext uri="{FF2B5EF4-FFF2-40B4-BE49-F238E27FC236}">
                <a16:creationId xmlns:a16="http://schemas.microsoft.com/office/drawing/2014/main" id="{8D2050B6-3884-65E4-4827-AFFA91FF1097}"/>
              </a:ext>
            </a:extLst>
          </p:cNvPr>
          <p:cNvSpPr>
            <a:spLocks noGrp="1" noChangeAspect="1"/>
          </p:cNvSpPr>
          <p:nvPr>
            <p:ph type="ftr" sz="quarter" idx="3"/>
          </p:nvPr>
        </p:nvSpPr>
        <p:spPr bwMode="gray"/>
        <p:txBody>
          <a:bodyPr/>
          <a:lstStyle/>
          <a:p>
            <a:r>
              <a:rPr lang="en-US" dirty="0"/>
              <a:t>© 2024 NTT DATA Business Solutions</a:t>
            </a:r>
          </a:p>
        </p:txBody>
      </p:sp>
      <p:pic>
        <p:nvPicPr>
          <p:cNvPr id="44" name="Picture Placeholder 43" descr="A bee in a lab&#10;&#10;Description automatically generated">
            <a:extLst>
              <a:ext uri="{FF2B5EF4-FFF2-40B4-BE49-F238E27FC236}">
                <a16:creationId xmlns:a16="http://schemas.microsoft.com/office/drawing/2014/main" id="{8AECB795-4A58-E13F-E177-F52C92C8429A}"/>
              </a:ext>
            </a:extLst>
          </p:cNvPr>
          <p:cNvPicPr>
            <a:picLocks noGrp="1" noChangeAspect="1"/>
          </p:cNvPicPr>
          <p:nvPr>
            <p:ph type="pic" sz="quarter" idx="18"/>
          </p:nvPr>
        </p:nvPicPr>
        <p:blipFill>
          <a:blip r:embed="rId3"/>
          <a:srcRect/>
          <a:stretch>
            <a:fillRect/>
          </a:stretch>
        </p:blipFill>
        <p:spPr/>
      </p:pic>
      <p:sp>
        <p:nvSpPr>
          <p:cNvPr id="8" name="Text Placeholder 7">
            <a:extLst>
              <a:ext uri="{FF2B5EF4-FFF2-40B4-BE49-F238E27FC236}">
                <a16:creationId xmlns:a16="http://schemas.microsoft.com/office/drawing/2014/main" id="{6E5AFBE1-DDB8-D774-F237-6FE14DCB0B83}"/>
              </a:ext>
            </a:extLst>
          </p:cNvPr>
          <p:cNvSpPr>
            <a:spLocks noGrp="1" noChangeAspect="1"/>
          </p:cNvSpPr>
          <p:nvPr>
            <p:ph type="body" sz="quarter" idx="20"/>
          </p:nvPr>
        </p:nvSpPr>
        <p:spPr bwMode="gray"/>
        <p:txBody>
          <a:bodyPr/>
          <a:lstStyle/>
          <a:p>
            <a:r>
              <a:rPr lang="en-US" dirty="0"/>
              <a:t> </a:t>
            </a:r>
          </a:p>
        </p:txBody>
      </p:sp>
      <p:sp>
        <p:nvSpPr>
          <p:cNvPr id="14" name="Textplatzhalter 13">
            <a:extLst>
              <a:ext uri="{FF2B5EF4-FFF2-40B4-BE49-F238E27FC236}">
                <a16:creationId xmlns:a16="http://schemas.microsoft.com/office/drawing/2014/main" id="{9E19E4E0-A499-5501-D156-BE15DED01686}"/>
              </a:ext>
            </a:extLst>
          </p:cNvPr>
          <p:cNvSpPr>
            <a:spLocks noGrp="1" noChangeAspect="1"/>
          </p:cNvSpPr>
          <p:nvPr>
            <p:ph type="body" sz="quarter" idx="24"/>
          </p:nvPr>
        </p:nvSpPr>
        <p:spPr bwMode="gray"/>
        <p:txBody>
          <a:bodyPr/>
          <a:lstStyle/>
          <a:p>
            <a:r>
              <a:rPr lang="en-US" dirty="0"/>
              <a:t> </a:t>
            </a:r>
          </a:p>
        </p:txBody>
      </p:sp>
      <p:sp>
        <p:nvSpPr>
          <p:cNvPr id="11" name="Innovation Curve">
            <a:extLst>
              <a:ext uri="{FF2B5EF4-FFF2-40B4-BE49-F238E27FC236}">
                <a16:creationId xmlns:a16="http://schemas.microsoft.com/office/drawing/2014/main" id="{E0C65A48-3B0B-6B43-AA25-9F7A753944BB}"/>
              </a:ext>
            </a:extLst>
          </p:cNvPr>
          <p:cNvSpPr>
            <a:spLocks noGrp="1" noChangeAspect="1"/>
          </p:cNvSpPr>
          <p:nvPr>
            <p:ph type="body" sz="quarter" idx="25"/>
          </p:nvPr>
        </p:nvSpPr>
        <p:spPr bwMode="gray"/>
        <p:txBody>
          <a:bodyPr/>
          <a:lstStyle/>
          <a:p>
            <a:r>
              <a:rPr lang="en-US" dirty="0" err="1"/>
              <a:t>Kod</a:t>
            </a:r>
            <a:r>
              <a:rPr lang="en-US" dirty="0"/>
              <a:t> </a:t>
            </a:r>
            <a:r>
              <a:rPr lang="en-US" dirty="0" err="1"/>
              <a:t>Kütüphanesi</a:t>
            </a:r>
            <a:r>
              <a:rPr lang="en-US" dirty="0"/>
              <a:t> </a:t>
            </a:r>
            <a:r>
              <a:rPr lang="en-US" dirty="0" err="1"/>
              <a:t>Yarışması</a:t>
            </a:r>
            <a:endParaRPr lang="en-US" dirty="0"/>
          </a:p>
        </p:txBody>
      </p:sp>
      <p:pic>
        <p:nvPicPr>
          <p:cNvPr id="40" name="Picture Placeholder 39" descr="A bee wearing glasses and sitting on a stack of books&#10;&#10;Description automatically generated">
            <a:extLst>
              <a:ext uri="{FF2B5EF4-FFF2-40B4-BE49-F238E27FC236}">
                <a16:creationId xmlns:a16="http://schemas.microsoft.com/office/drawing/2014/main" id="{DBE15FEF-FBDE-D5FB-11D9-F2338E618A67}"/>
              </a:ext>
            </a:extLst>
          </p:cNvPr>
          <p:cNvPicPr>
            <a:picLocks noGrp="1" noChangeAspect="1"/>
          </p:cNvPicPr>
          <p:nvPr>
            <p:ph type="pic" sz="quarter" idx="29"/>
          </p:nvPr>
        </p:nvPicPr>
        <p:blipFill>
          <a:blip r:embed="rId4"/>
          <a:srcRect l="37" r="37"/>
          <a:stretch>
            <a:fillRect/>
          </a:stretch>
        </p:blipFill>
        <p:spPr/>
      </p:pic>
      <p:pic>
        <p:nvPicPr>
          <p:cNvPr id="36" name="Picture Placeholder 35" descr="Cartoon bugs sitting at a table&#10;&#10;Description automatically generated">
            <a:extLst>
              <a:ext uri="{FF2B5EF4-FFF2-40B4-BE49-F238E27FC236}">
                <a16:creationId xmlns:a16="http://schemas.microsoft.com/office/drawing/2014/main" id="{F208A701-6577-BDE2-3BBF-D2D46DD2282B}"/>
              </a:ext>
            </a:extLst>
          </p:cNvPr>
          <p:cNvPicPr>
            <a:picLocks noGrp="1" noChangeAspect="1"/>
          </p:cNvPicPr>
          <p:nvPr>
            <p:ph type="pic" sz="quarter" idx="36"/>
          </p:nvPr>
        </p:nvPicPr>
        <p:blipFill>
          <a:blip r:embed="rId5"/>
          <a:srcRect/>
          <a:stretch>
            <a:fillRect/>
          </a:stretch>
        </p:blipFill>
        <p:spPr/>
      </p:pic>
      <p:sp>
        <p:nvSpPr>
          <p:cNvPr id="12" name="Text Placeholder 11">
            <a:extLst>
              <a:ext uri="{FF2B5EF4-FFF2-40B4-BE49-F238E27FC236}">
                <a16:creationId xmlns:a16="http://schemas.microsoft.com/office/drawing/2014/main" id="{01520814-1416-6084-99EE-6C212165A73B}"/>
              </a:ext>
            </a:extLst>
          </p:cNvPr>
          <p:cNvSpPr>
            <a:spLocks noGrp="1"/>
          </p:cNvSpPr>
          <p:nvPr>
            <p:ph type="body" sz="quarter" idx="40"/>
          </p:nvPr>
        </p:nvSpPr>
        <p:spPr/>
        <p:txBody>
          <a:bodyPr/>
          <a:lstStyle/>
          <a:p>
            <a:r>
              <a:rPr lang="en-US" dirty="0" err="1"/>
              <a:t>Hata</a:t>
            </a:r>
            <a:r>
              <a:rPr lang="en-US" dirty="0"/>
              <a:t> </a:t>
            </a:r>
            <a:r>
              <a:rPr lang="en-US" dirty="0" err="1"/>
              <a:t>Analizi</a:t>
            </a:r>
            <a:r>
              <a:rPr lang="en-US" dirty="0"/>
              <a:t> </a:t>
            </a:r>
            <a:r>
              <a:rPr lang="en-US" dirty="0" err="1"/>
              <a:t>ve</a:t>
            </a:r>
            <a:r>
              <a:rPr lang="en-US" dirty="0"/>
              <a:t> </a:t>
            </a:r>
            <a:r>
              <a:rPr lang="en-US" dirty="0" err="1"/>
              <a:t>Çözüm</a:t>
            </a:r>
            <a:r>
              <a:rPr lang="en-US" dirty="0"/>
              <a:t> </a:t>
            </a:r>
            <a:r>
              <a:rPr lang="en-US" dirty="0" err="1"/>
              <a:t>Yarışmas</a:t>
            </a:r>
            <a:r>
              <a:rPr lang="tr-TR" dirty="0"/>
              <a:t>ı</a:t>
            </a:r>
            <a:endParaRPr lang="en-US" dirty="0"/>
          </a:p>
        </p:txBody>
      </p:sp>
      <p:sp>
        <p:nvSpPr>
          <p:cNvPr id="20" name="Text Placeholder 19">
            <a:extLst>
              <a:ext uri="{FF2B5EF4-FFF2-40B4-BE49-F238E27FC236}">
                <a16:creationId xmlns:a16="http://schemas.microsoft.com/office/drawing/2014/main" id="{6C29C02D-5B1B-8A2D-B357-0FB3201500FE}"/>
              </a:ext>
            </a:extLst>
          </p:cNvPr>
          <p:cNvSpPr>
            <a:spLocks noGrp="1"/>
          </p:cNvSpPr>
          <p:nvPr>
            <p:ph type="body" sz="quarter" idx="46"/>
          </p:nvPr>
        </p:nvSpPr>
        <p:spPr/>
        <p:txBody>
          <a:bodyPr/>
          <a:lstStyle/>
          <a:p>
            <a:r>
              <a:rPr lang="en-US" dirty="0" err="1"/>
              <a:t>Kod</a:t>
            </a:r>
            <a:r>
              <a:rPr lang="en-US" dirty="0"/>
              <a:t> </a:t>
            </a:r>
            <a:r>
              <a:rPr lang="en-US" dirty="0" err="1"/>
              <a:t>İnceleme</a:t>
            </a:r>
            <a:r>
              <a:rPr lang="en-US" dirty="0"/>
              <a:t> </a:t>
            </a:r>
            <a:r>
              <a:rPr lang="en-US" dirty="0" err="1"/>
              <a:t>Olimpiyatı</a:t>
            </a:r>
            <a:endParaRPr lang="en-US" dirty="0"/>
          </a:p>
        </p:txBody>
      </p:sp>
      <p:sp>
        <p:nvSpPr>
          <p:cNvPr id="26" name="Text Placeholder 25">
            <a:extLst>
              <a:ext uri="{FF2B5EF4-FFF2-40B4-BE49-F238E27FC236}">
                <a16:creationId xmlns:a16="http://schemas.microsoft.com/office/drawing/2014/main" id="{A4668FD8-64FC-003B-EEB1-79F314BC0416}"/>
              </a:ext>
            </a:extLst>
          </p:cNvPr>
          <p:cNvSpPr>
            <a:spLocks noGrp="1"/>
          </p:cNvSpPr>
          <p:nvPr>
            <p:ph type="body" sz="quarter" idx="52"/>
          </p:nvPr>
        </p:nvSpPr>
        <p:spPr/>
        <p:txBody>
          <a:bodyPr/>
          <a:lstStyle/>
          <a:p>
            <a:r>
              <a:rPr lang="tr-TR" dirty="0"/>
              <a:t>Team Marketing</a:t>
            </a:r>
            <a:endParaRPr lang="en-US" dirty="0"/>
          </a:p>
        </p:txBody>
      </p:sp>
      <p:sp>
        <p:nvSpPr>
          <p:cNvPr id="31" name="Date">
            <a:extLst>
              <a:ext uri="{FF2B5EF4-FFF2-40B4-BE49-F238E27FC236}">
                <a16:creationId xmlns:a16="http://schemas.microsoft.com/office/drawing/2014/main" id="{CD53B7D7-6373-31BE-3F23-89F1BBDF3DC4}"/>
              </a:ext>
            </a:extLst>
          </p:cNvPr>
          <p:cNvSpPr>
            <a:spLocks noGrp="1" noChangeAspect="1"/>
          </p:cNvSpPr>
          <p:nvPr>
            <p:ph type="dt" sz="half" idx="4294967295"/>
          </p:nvPr>
        </p:nvSpPr>
        <p:spPr bwMode="gray">
          <a:xfrm>
            <a:off x="11269663" y="6562725"/>
            <a:ext cx="922337" cy="88900"/>
          </a:xfrm>
          <a:prstGeom prst="rect">
            <a:avLst/>
          </a:prstGeom>
        </p:spPr>
        <p:txBody>
          <a:bodyPr/>
          <a:lstStyle/>
          <a:p>
            <a:fld id="{943EF90C-6315-42F2-94C0-FFFFD639D98D}" type="datetime1">
              <a:rPr lang="en-US" smtClean="0"/>
              <a:t>5/29/2024</a:t>
            </a:fld>
            <a:endParaRPr lang="en-US" dirty="0"/>
          </a:p>
        </p:txBody>
      </p:sp>
      <p:pic>
        <p:nvPicPr>
          <p:cNvPr id="48" name="Picture Placeholder 47" descr="A group of people sitting at tables with laptops and a bee&#10;&#10;Description automatically generated">
            <a:extLst>
              <a:ext uri="{FF2B5EF4-FFF2-40B4-BE49-F238E27FC236}">
                <a16:creationId xmlns:a16="http://schemas.microsoft.com/office/drawing/2014/main" id="{D913BF39-231E-5757-D483-D3D6E15FC6A5}"/>
              </a:ext>
            </a:extLst>
          </p:cNvPr>
          <p:cNvPicPr>
            <a:picLocks noGrp="1" noChangeAspect="1"/>
          </p:cNvPicPr>
          <p:nvPr>
            <p:ph type="pic" sz="quarter" idx="37"/>
          </p:nvPr>
        </p:nvPicPr>
        <p:blipFill>
          <a:blip r:embed="rId6"/>
          <a:srcRect l="37" r="37"/>
          <a:stretch>
            <a:fillRect/>
          </a:stretch>
        </p:blipFill>
        <p:spPr/>
      </p:pic>
      <p:sp>
        <p:nvSpPr>
          <p:cNvPr id="4" name="TextBox 3">
            <a:extLst>
              <a:ext uri="{FF2B5EF4-FFF2-40B4-BE49-F238E27FC236}">
                <a16:creationId xmlns:a16="http://schemas.microsoft.com/office/drawing/2014/main" id="{4E94560E-477A-3AE5-7E06-044ACBBDADCA}"/>
              </a:ext>
            </a:extLst>
          </p:cNvPr>
          <p:cNvSpPr txBox="1"/>
          <p:nvPr/>
        </p:nvSpPr>
        <p:spPr>
          <a:xfrm>
            <a:off x="9305397" y="4728492"/>
            <a:ext cx="2036035" cy="316049"/>
          </a:xfrm>
          <a:prstGeom prst="rect">
            <a:avLst/>
          </a:prstGeom>
          <a:noFill/>
        </p:spPr>
        <p:txBody>
          <a:bodyPr wrap="square">
            <a:spAutoFit/>
          </a:bodyPr>
          <a:lstStyle/>
          <a:p>
            <a:r>
              <a:rPr lang="en-US" sz="1400" b="0" i="0" u="none" strike="noStrike" dirty="0">
                <a:solidFill>
                  <a:srgbClr val="FFFFFF"/>
                </a:solidFill>
                <a:effectLst/>
                <a:latin typeface="Century Gothic" panose="020B0502020202020204" pitchFamily="34" charset="0"/>
              </a:rPr>
              <a:t>Mehmet </a:t>
            </a:r>
            <a:r>
              <a:rPr lang="en-US" sz="1400" b="0" i="0" u="none" strike="noStrike" dirty="0" err="1">
                <a:solidFill>
                  <a:srgbClr val="FFFFFF"/>
                </a:solidFill>
                <a:effectLst/>
                <a:latin typeface="Century Gothic" panose="020B0502020202020204" pitchFamily="34" charset="0"/>
              </a:rPr>
              <a:t>Nakilcioğlu</a:t>
            </a:r>
            <a:r>
              <a:rPr lang="en-US" dirty="0">
                <a:solidFill>
                  <a:srgbClr val="FFFFFF"/>
                </a:solidFill>
                <a:latin typeface="Century Gothic" panose="020B0502020202020204" pitchFamily="34" charset="0"/>
              </a:rPr>
              <a:t> </a:t>
            </a:r>
          </a:p>
        </p:txBody>
      </p:sp>
      <p:sp>
        <p:nvSpPr>
          <p:cNvPr id="5" name="TextBox 4">
            <a:extLst>
              <a:ext uri="{FF2B5EF4-FFF2-40B4-BE49-F238E27FC236}">
                <a16:creationId xmlns:a16="http://schemas.microsoft.com/office/drawing/2014/main" id="{D5EA67D2-E8FF-6445-8AB4-52BE9F2D97AD}"/>
              </a:ext>
            </a:extLst>
          </p:cNvPr>
          <p:cNvSpPr txBox="1"/>
          <p:nvPr/>
        </p:nvSpPr>
        <p:spPr>
          <a:xfrm>
            <a:off x="6466457" y="4774771"/>
            <a:ext cx="2036035" cy="316049"/>
          </a:xfrm>
          <a:prstGeom prst="rect">
            <a:avLst/>
          </a:prstGeom>
          <a:noFill/>
        </p:spPr>
        <p:txBody>
          <a:bodyPr wrap="square">
            <a:spAutoFit/>
          </a:bodyPr>
          <a:lstStyle/>
          <a:p>
            <a:pPr algn="ctr"/>
            <a:r>
              <a:rPr lang="tr-TR" sz="1400" b="0" i="0" u="none" strike="noStrike" dirty="0">
                <a:solidFill>
                  <a:srgbClr val="FFFFFF"/>
                </a:solidFill>
                <a:effectLst/>
                <a:latin typeface="Century Gothic" panose="020B0502020202020204" pitchFamily="34" charset="0"/>
              </a:rPr>
              <a:t>Gamze Yaman</a:t>
            </a:r>
            <a:endParaRPr lang="en-US" dirty="0">
              <a:solidFill>
                <a:srgbClr val="FFFFFF"/>
              </a:solidFill>
              <a:latin typeface="Century Gothic" panose="020B0502020202020204" pitchFamily="34" charset="0"/>
            </a:endParaRPr>
          </a:p>
        </p:txBody>
      </p:sp>
      <p:sp>
        <p:nvSpPr>
          <p:cNvPr id="6" name="TextBox 5">
            <a:extLst>
              <a:ext uri="{FF2B5EF4-FFF2-40B4-BE49-F238E27FC236}">
                <a16:creationId xmlns:a16="http://schemas.microsoft.com/office/drawing/2014/main" id="{4AD48D8B-7E2E-93F8-BA39-C4E839FEBEBF}"/>
              </a:ext>
            </a:extLst>
          </p:cNvPr>
          <p:cNvSpPr txBox="1"/>
          <p:nvPr/>
        </p:nvSpPr>
        <p:spPr>
          <a:xfrm>
            <a:off x="3688695" y="4786681"/>
            <a:ext cx="2036035" cy="316049"/>
          </a:xfrm>
          <a:prstGeom prst="rect">
            <a:avLst/>
          </a:prstGeom>
          <a:noFill/>
        </p:spPr>
        <p:txBody>
          <a:bodyPr wrap="square">
            <a:spAutoFit/>
          </a:bodyPr>
          <a:lstStyle/>
          <a:p>
            <a:pPr algn="ctr"/>
            <a:r>
              <a:rPr lang="tr-TR" sz="1400" b="0" i="0" u="none" strike="noStrike" dirty="0">
                <a:solidFill>
                  <a:srgbClr val="FFFFFF"/>
                </a:solidFill>
                <a:effectLst/>
                <a:latin typeface="Century Gothic" panose="020B0502020202020204" pitchFamily="34" charset="0"/>
              </a:rPr>
              <a:t>Onur Yılmaz (L5)</a:t>
            </a:r>
            <a:endParaRPr lang="en-US" dirty="0">
              <a:solidFill>
                <a:srgbClr val="FFFFFF"/>
              </a:solidFill>
              <a:latin typeface="Century Gothic" panose="020B0502020202020204" pitchFamily="34" charset="0"/>
            </a:endParaRPr>
          </a:p>
        </p:txBody>
      </p:sp>
      <p:sp>
        <p:nvSpPr>
          <p:cNvPr id="7" name="TextBox 6">
            <a:extLst>
              <a:ext uri="{FF2B5EF4-FFF2-40B4-BE49-F238E27FC236}">
                <a16:creationId xmlns:a16="http://schemas.microsoft.com/office/drawing/2014/main" id="{A1CBD2E1-97D1-61EF-FC26-83FBFE680948}"/>
              </a:ext>
            </a:extLst>
          </p:cNvPr>
          <p:cNvSpPr txBox="1"/>
          <p:nvPr/>
        </p:nvSpPr>
        <p:spPr>
          <a:xfrm>
            <a:off x="910933" y="4848436"/>
            <a:ext cx="2036035" cy="316049"/>
          </a:xfrm>
          <a:prstGeom prst="rect">
            <a:avLst/>
          </a:prstGeom>
          <a:noFill/>
        </p:spPr>
        <p:txBody>
          <a:bodyPr wrap="square">
            <a:spAutoFit/>
          </a:bodyPr>
          <a:lstStyle/>
          <a:p>
            <a:pPr algn="ctr"/>
            <a:r>
              <a:rPr lang="tr-TR" sz="1400" b="0" i="0" u="none" strike="noStrike" dirty="0">
                <a:solidFill>
                  <a:srgbClr val="FFFFFF"/>
                </a:solidFill>
                <a:effectLst/>
                <a:latin typeface="Century Gothic" panose="020B0502020202020204" pitchFamily="34" charset="0"/>
              </a:rPr>
              <a:t>Öner Öztürk</a:t>
            </a:r>
            <a:endParaRPr lang="en-US" dirty="0">
              <a:solidFill>
                <a:srgbClr val="FFFFFF"/>
              </a:solidFill>
              <a:latin typeface="Century Gothic" panose="020B0502020202020204" pitchFamily="34" charset="0"/>
            </a:endParaRPr>
          </a:p>
        </p:txBody>
      </p:sp>
    </p:spTree>
    <p:extLst>
      <p:ext uri="{BB962C8B-B14F-4D97-AF65-F5344CB8AC3E}">
        <p14:creationId xmlns:p14="http://schemas.microsoft.com/office/powerpoint/2010/main" val="28353980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63F6D501-5B68-E4B3-0836-D8CC904CC67E}"/>
              </a:ext>
            </a:extLst>
          </p:cNvPr>
          <p:cNvSpPr>
            <a:spLocks noGrp="1"/>
          </p:cNvSpPr>
          <p:nvPr>
            <p:ph type="ftr" sz="quarter" idx="3"/>
          </p:nvPr>
        </p:nvSpPr>
        <p:spPr/>
        <p:txBody>
          <a:bodyPr/>
          <a:lstStyle/>
          <a:p>
            <a:r>
              <a:rPr lang="en-US"/>
              <a:t>© </a:t>
            </a:r>
            <a:fld id="{DD69F77D-B589-4F3A-9274-29083AE57FBD}" type="datetimeyyyy">
              <a:rPr lang="en-US" smtClean="0"/>
              <a:pPr/>
              <a:t>2024</a:t>
            </a:fld>
            <a:r>
              <a:rPr lang="en-US"/>
              <a:t> NTT DATA Business Solutions</a:t>
            </a:r>
            <a:endParaRPr lang="en-US" dirty="0"/>
          </a:p>
        </p:txBody>
      </p:sp>
      <p:sp>
        <p:nvSpPr>
          <p:cNvPr id="4" name="Slide Number Placeholder 3">
            <a:extLst>
              <a:ext uri="{FF2B5EF4-FFF2-40B4-BE49-F238E27FC236}">
                <a16:creationId xmlns:a16="http://schemas.microsoft.com/office/drawing/2014/main" id="{C11C4AB6-381C-EC4B-C8BF-FD7AC96233BE}"/>
              </a:ext>
            </a:extLst>
          </p:cNvPr>
          <p:cNvSpPr>
            <a:spLocks noGrp="1"/>
          </p:cNvSpPr>
          <p:nvPr>
            <p:ph type="sldNum" sz="quarter" idx="4"/>
          </p:nvPr>
        </p:nvSpPr>
        <p:spPr/>
        <p:txBody>
          <a:bodyPr/>
          <a:lstStyle/>
          <a:p>
            <a:fld id="{13CE6DAF-806F-404B-BC68-339BFCB57E5C}" type="slidenum">
              <a:rPr lang="en-US" smtClean="0"/>
              <a:pPr/>
              <a:t>3</a:t>
            </a:fld>
            <a:endParaRPr lang="en-US" dirty="0"/>
          </a:p>
        </p:txBody>
      </p:sp>
      <p:pic>
        <p:nvPicPr>
          <p:cNvPr id="42" name="Picture Placeholder 41" descr="A group of bees on a honeycomb&#10;&#10;Description automatically generated">
            <a:extLst>
              <a:ext uri="{FF2B5EF4-FFF2-40B4-BE49-F238E27FC236}">
                <a16:creationId xmlns:a16="http://schemas.microsoft.com/office/drawing/2014/main" id="{435305F0-F481-5548-9371-CB52DC3AB17B}"/>
              </a:ext>
            </a:extLst>
          </p:cNvPr>
          <p:cNvPicPr>
            <a:picLocks noGrp="1" noChangeAspect="1"/>
          </p:cNvPicPr>
          <p:nvPr>
            <p:ph type="pic" sz="quarter" idx="18"/>
          </p:nvPr>
        </p:nvPicPr>
        <p:blipFill>
          <a:blip r:embed="rId2"/>
          <a:srcRect/>
          <a:stretch>
            <a:fillRect/>
          </a:stretch>
        </p:blipFill>
        <p:spPr>
          <a:xfrm>
            <a:off x="3315767" y="449715"/>
            <a:ext cx="4968351" cy="4967917"/>
          </a:xfrm>
        </p:spPr>
      </p:pic>
      <p:sp>
        <p:nvSpPr>
          <p:cNvPr id="37" name="Text Placeholder 36">
            <a:extLst>
              <a:ext uri="{FF2B5EF4-FFF2-40B4-BE49-F238E27FC236}">
                <a16:creationId xmlns:a16="http://schemas.microsoft.com/office/drawing/2014/main" id="{47D00878-2362-869A-8841-779041028EE3}"/>
              </a:ext>
            </a:extLst>
          </p:cNvPr>
          <p:cNvSpPr>
            <a:spLocks noGrp="1"/>
          </p:cNvSpPr>
          <p:nvPr>
            <p:ph type="body" sz="quarter" idx="25"/>
          </p:nvPr>
        </p:nvSpPr>
        <p:spPr>
          <a:xfrm>
            <a:off x="2820758" y="5450696"/>
            <a:ext cx="5731185" cy="437254"/>
          </a:xfrm>
        </p:spPr>
        <p:txBody>
          <a:bodyPr/>
          <a:lstStyle/>
          <a:p>
            <a:pPr algn="ctr"/>
            <a:r>
              <a:rPr lang="tr-TR" dirty="0"/>
              <a:t>İnovasyon Kaptanları</a:t>
            </a:r>
            <a:endParaRPr lang="en-US" dirty="0"/>
          </a:p>
        </p:txBody>
      </p:sp>
      <p:sp>
        <p:nvSpPr>
          <p:cNvPr id="6" name="TextBox 5">
            <a:extLst>
              <a:ext uri="{FF2B5EF4-FFF2-40B4-BE49-F238E27FC236}">
                <a16:creationId xmlns:a16="http://schemas.microsoft.com/office/drawing/2014/main" id="{A2A1903C-928C-513E-7F4E-7E3A09BDE4A5}"/>
              </a:ext>
            </a:extLst>
          </p:cNvPr>
          <p:cNvSpPr txBox="1"/>
          <p:nvPr/>
        </p:nvSpPr>
        <p:spPr>
          <a:xfrm>
            <a:off x="4668332" y="5935632"/>
            <a:ext cx="2036035" cy="316049"/>
          </a:xfrm>
          <a:prstGeom prst="rect">
            <a:avLst/>
          </a:prstGeom>
          <a:noFill/>
        </p:spPr>
        <p:txBody>
          <a:bodyPr wrap="square">
            <a:spAutoFit/>
          </a:bodyPr>
          <a:lstStyle/>
          <a:p>
            <a:pPr algn="ctr"/>
            <a:r>
              <a:rPr lang="tr-TR" sz="1400" b="0" i="0" u="none" strike="noStrike" dirty="0">
                <a:solidFill>
                  <a:srgbClr val="FFFFFF"/>
                </a:solidFill>
                <a:effectLst/>
                <a:latin typeface="Century Gothic" panose="020B0502020202020204" pitchFamily="34" charset="0"/>
              </a:rPr>
              <a:t>Mentor : Onur Türk</a:t>
            </a:r>
            <a:endParaRPr lang="en-US" dirty="0">
              <a:solidFill>
                <a:srgbClr val="FFFFFF"/>
              </a:solidFill>
              <a:latin typeface="Century Gothic" panose="020B0502020202020204" pitchFamily="34" charset="0"/>
            </a:endParaRPr>
          </a:p>
        </p:txBody>
      </p:sp>
    </p:spTree>
    <p:extLst>
      <p:ext uri="{BB962C8B-B14F-4D97-AF65-F5344CB8AC3E}">
        <p14:creationId xmlns:p14="http://schemas.microsoft.com/office/powerpoint/2010/main" val="28340130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63F6D501-5B68-E4B3-0836-D8CC904CC67E}"/>
              </a:ext>
            </a:extLst>
          </p:cNvPr>
          <p:cNvSpPr>
            <a:spLocks noGrp="1"/>
          </p:cNvSpPr>
          <p:nvPr>
            <p:ph type="ftr" sz="quarter" idx="3"/>
          </p:nvPr>
        </p:nvSpPr>
        <p:spPr/>
        <p:txBody>
          <a:bodyPr/>
          <a:lstStyle/>
          <a:p>
            <a:r>
              <a:rPr lang="en-US"/>
              <a:t>© </a:t>
            </a:r>
            <a:fld id="{DD69F77D-B589-4F3A-9274-29083AE57FBD}" type="datetimeyyyy">
              <a:rPr lang="en-US" smtClean="0"/>
              <a:pPr/>
              <a:t>2024</a:t>
            </a:fld>
            <a:r>
              <a:rPr lang="en-US"/>
              <a:t> NTT DATA Business Solutions</a:t>
            </a:r>
            <a:endParaRPr lang="en-US" dirty="0"/>
          </a:p>
        </p:txBody>
      </p:sp>
      <p:sp>
        <p:nvSpPr>
          <p:cNvPr id="4" name="Slide Number Placeholder 3">
            <a:extLst>
              <a:ext uri="{FF2B5EF4-FFF2-40B4-BE49-F238E27FC236}">
                <a16:creationId xmlns:a16="http://schemas.microsoft.com/office/drawing/2014/main" id="{C11C4AB6-381C-EC4B-C8BF-FD7AC96233BE}"/>
              </a:ext>
            </a:extLst>
          </p:cNvPr>
          <p:cNvSpPr>
            <a:spLocks noGrp="1"/>
          </p:cNvSpPr>
          <p:nvPr>
            <p:ph type="sldNum" sz="quarter" idx="4"/>
          </p:nvPr>
        </p:nvSpPr>
        <p:spPr/>
        <p:txBody>
          <a:bodyPr/>
          <a:lstStyle/>
          <a:p>
            <a:fld id="{13CE6DAF-806F-404B-BC68-339BFCB57E5C}" type="slidenum">
              <a:rPr lang="en-US" smtClean="0"/>
              <a:pPr/>
              <a:t>4</a:t>
            </a:fld>
            <a:endParaRPr lang="en-US" dirty="0"/>
          </a:p>
        </p:txBody>
      </p:sp>
      <p:pic>
        <p:nvPicPr>
          <p:cNvPr id="42" name="Picture Placeholder 41">
            <a:extLst>
              <a:ext uri="{FF2B5EF4-FFF2-40B4-BE49-F238E27FC236}">
                <a16:creationId xmlns:a16="http://schemas.microsoft.com/office/drawing/2014/main" id="{435305F0-F481-5548-9371-CB52DC3AB17B}"/>
              </a:ext>
            </a:extLst>
          </p:cNvPr>
          <p:cNvPicPr>
            <a:picLocks noGrp="1" noChangeAspect="1"/>
          </p:cNvPicPr>
          <p:nvPr>
            <p:ph type="pic" sz="quarter" idx="18"/>
          </p:nvPr>
        </p:nvPicPr>
        <p:blipFill>
          <a:blip r:embed="rId2"/>
          <a:srcRect/>
          <a:stretch/>
        </p:blipFill>
        <p:spPr>
          <a:xfrm>
            <a:off x="3315767" y="449715"/>
            <a:ext cx="4968351" cy="4967917"/>
          </a:xfrm>
        </p:spPr>
      </p:pic>
      <p:sp>
        <p:nvSpPr>
          <p:cNvPr id="37" name="Text Placeholder 36">
            <a:extLst>
              <a:ext uri="{FF2B5EF4-FFF2-40B4-BE49-F238E27FC236}">
                <a16:creationId xmlns:a16="http://schemas.microsoft.com/office/drawing/2014/main" id="{47D00878-2362-869A-8841-779041028EE3}"/>
              </a:ext>
            </a:extLst>
          </p:cNvPr>
          <p:cNvSpPr>
            <a:spLocks noGrp="1"/>
          </p:cNvSpPr>
          <p:nvPr>
            <p:ph type="body" sz="quarter" idx="25"/>
          </p:nvPr>
        </p:nvSpPr>
        <p:spPr>
          <a:xfrm>
            <a:off x="2820758" y="5450696"/>
            <a:ext cx="5731185" cy="437254"/>
          </a:xfrm>
        </p:spPr>
        <p:txBody>
          <a:bodyPr/>
          <a:lstStyle/>
          <a:p>
            <a:pPr algn="ctr"/>
            <a:r>
              <a:rPr lang="tr-TR" dirty="0"/>
              <a:t>Bugs </a:t>
            </a:r>
            <a:r>
              <a:rPr lang="tr-TR" dirty="0" err="1"/>
              <a:t>Bunny</a:t>
            </a:r>
            <a:endParaRPr lang="en-US" dirty="0"/>
          </a:p>
        </p:txBody>
      </p:sp>
    </p:spTree>
    <p:extLst>
      <p:ext uri="{BB962C8B-B14F-4D97-AF65-F5344CB8AC3E}">
        <p14:creationId xmlns:p14="http://schemas.microsoft.com/office/powerpoint/2010/main" val="17671417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A56D06-4787-911F-1F9F-29959F55573B}"/>
              </a:ext>
            </a:extLst>
          </p:cNvPr>
          <p:cNvSpPr>
            <a:spLocks noGrp="1"/>
          </p:cNvSpPr>
          <p:nvPr>
            <p:ph type="title"/>
          </p:nvPr>
        </p:nvSpPr>
        <p:spPr/>
        <p:txBody>
          <a:bodyPr/>
          <a:lstStyle/>
          <a:p>
            <a:r>
              <a:rPr lang="tr-TR" sz="4000" dirty="0">
                <a:ln>
                  <a:noFill/>
                </a:ln>
                <a:effectLst>
                  <a:outerShdw blurRad="38100" dist="19050" dir="2700000" algn="tl">
                    <a:schemeClr val="dk1">
                      <a:alpha val="40000"/>
                    </a:schemeClr>
                  </a:outerShdw>
                </a:effectLst>
                <a:latin typeface="Calibri Light" panose="020F0302020204030204" pitchFamily="34" charset="0"/>
                <a:ea typeface="DengXian" panose="02010600030101010101" pitchFamily="2" charset="-122"/>
                <a:cs typeface="Times New Roman" panose="02020603050405020304" pitchFamily="18" charset="0"/>
              </a:rPr>
              <a:t>S4 sisteminde  üretim yeri üzerinde tutulan müşteri bilgisinin  aynı müşteri </a:t>
            </a:r>
            <a:r>
              <a:rPr lang="tr-TR" sz="4000" dirty="0" err="1">
                <a:ln>
                  <a:noFill/>
                </a:ln>
                <a:effectLst>
                  <a:outerShdw blurRad="38100" dist="19050" dir="2700000" algn="tl">
                    <a:schemeClr val="dk1">
                      <a:alpha val="40000"/>
                    </a:schemeClr>
                  </a:outerShdw>
                </a:effectLst>
                <a:latin typeface="Calibri Light" panose="020F0302020204030204" pitchFamily="34" charset="0"/>
                <a:ea typeface="DengXian" panose="02010600030101010101" pitchFamily="2" charset="-122"/>
                <a:cs typeface="Times New Roman" panose="02020603050405020304" pitchFamily="18" charset="0"/>
              </a:rPr>
              <a:t>erp</a:t>
            </a:r>
            <a:r>
              <a:rPr lang="tr-TR" sz="4000" dirty="0">
                <a:ln>
                  <a:noFill/>
                </a:ln>
                <a:effectLst>
                  <a:outerShdw blurRad="38100" dist="19050" dir="2700000" algn="tl">
                    <a:schemeClr val="dk1">
                      <a:alpha val="40000"/>
                    </a:schemeClr>
                  </a:outerShdw>
                </a:effectLst>
                <a:latin typeface="Calibri Light" panose="020F0302020204030204" pitchFamily="34" charset="0"/>
                <a:ea typeface="DengXian" panose="02010600030101010101" pitchFamily="2" charset="-122"/>
                <a:cs typeface="Times New Roman" panose="02020603050405020304" pitchFamily="18" charset="0"/>
              </a:rPr>
              <a:t> sisteminde </a:t>
            </a:r>
            <a:r>
              <a:rPr lang="tr-TR" sz="4000" dirty="0" err="1">
                <a:ln>
                  <a:noFill/>
                </a:ln>
                <a:effectLst>
                  <a:outerShdw blurRad="38100" dist="19050" dir="2700000" algn="tl">
                    <a:schemeClr val="dk1">
                      <a:alpha val="40000"/>
                    </a:schemeClr>
                  </a:outerShdw>
                </a:effectLst>
                <a:latin typeface="Calibri Light" panose="020F0302020204030204" pitchFamily="34" charset="0"/>
                <a:ea typeface="DengXian" panose="02010600030101010101" pitchFamily="2" charset="-122"/>
                <a:cs typeface="Times New Roman" panose="02020603050405020304" pitchFamily="18" charset="0"/>
              </a:rPr>
              <a:t>marc</a:t>
            </a:r>
            <a:r>
              <a:rPr lang="tr-TR" sz="4000" dirty="0">
                <a:ln>
                  <a:noFill/>
                </a:ln>
                <a:effectLst>
                  <a:outerShdw blurRad="38100" dist="19050" dir="2700000" algn="tl">
                    <a:schemeClr val="dk1">
                      <a:alpha val="40000"/>
                    </a:schemeClr>
                  </a:outerShdw>
                </a:effectLst>
                <a:latin typeface="Calibri Light" panose="020F0302020204030204" pitchFamily="34" charset="0"/>
                <a:ea typeface="DengXian" panose="02010600030101010101" pitchFamily="2" charset="-122"/>
                <a:cs typeface="Times New Roman" panose="02020603050405020304" pitchFamily="18" charset="0"/>
              </a:rPr>
              <a:t> tablosunda  güncelleme işlemini yapan programın yazılması. </a:t>
            </a:r>
            <a:br>
              <a:rPr lang="en-US" sz="4000" dirty="0">
                <a:effectLst/>
                <a:latin typeface="Calibri" panose="020F0502020204030204" pitchFamily="34" charset="0"/>
                <a:ea typeface="DengXian" panose="02010600030101010101" pitchFamily="2" charset="-122"/>
                <a:cs typeface="Times New Roman" panose="02020603050405020304" pitchFamily="18" charset="0"/>
              </a:rPr>
            </a:br>
            <a:endParaRPr lang="en-US" dirty="0"/>
          </a:p>
        </p:txBody>
      </p:sp>
      <p:sp>
        <p:nvSpPr>
          <p:cNvPr id="37" name="Text Placeholder 36">
            <a:extLst>
              <a:ext uri="{FF2B5EF4-FFF2-40B4-BE49-F238E27FC236}">
                <a16:creationId xmlns:a16="http://schemas.microsoft.com/office/drawing/2014/main" id="{47D00878-2362-869A-8841-779041028EE3}"/>
              </a:ext>
            </a:extLst>
          </p:cNvPr>
          <p:cNvSpPr>
            <a:spLocks noGrp="1"/>
          </p:cNvSpPr>
          <p:nvPr>
            <p:ph type="body" sz="quarter" idx="12"/>
          </p:nvPr>
        </p:nvSpPr>
        <p:spPr/>
        <p:txBody>
          <a:bodyPr/>
          <a:lstStyle/>
          <a:p>
            <a:pPr algn="ctr"/>
            <a:r>
              <a:rPr lang="tr-TR" sz="9600" dirty="0">
                <a:ln>
                  <a:noFill/>
                </a:ln>
                <a:effectLst>
                  <a:outerShdw blurRad="38100" dist="19050" dir="2700000" algn="tl">
                    <a:schemeClr val="dk1">
                      <a:alpha val="40000"/>
                    </a:schemeClr>
                  </a:outerShdw>
                </a:effectLst>
                <a:latin typeface="Calibri Light" panose="020F0302020204030204" pitchFamily="34" charset="0"/>
                <a:ea typeface="DengXian" panose="02010600030101010101" pitchFamily="2" charset="-122"/>
                <a:cs typeface="Times New Roman" panose="02020603050405020304" pitchFamily="18" charset="0"/>
              </a:rPr>
              <a:t>Gelen talep</a:t>
            </a:r>
            <a:endParaRPr lang="en-US" dirty="0"/>
          </a:p>
        </p:txBody>
      </p:sp>
      <p:sp>
        <p:nvSpPr>
          <p:cNvPr id="3" name="Footer Placeholder 2">
            <a:extLst>
              <a:ext uri="{FF2B5EF4-FFF2-40B4-BE49-F238E27FC236}">
                <a16:creationId xmlns:a16="http://schemas.microsoft.com/office/drawing/2014/main" id="{63F6D501-5B68-E4B3-0836-D8CC904CC67E}"/>
              </a:ext>
            </a:extLst>
          </p:cNvPr>
          <p:cNvSpPr>
            <a:spLocks noGrp="1"/>
          </p:cNvSpPr>
          <p:nvPr>
            <p:ph type="ftr" sz="quarter" idx="3"/>
          </p:nvPr>
        </p:nvSpPr>
        <p:spPr/>
        <p:txBody>
          <a:bodyPr/>
          <a:lstStyle/>
          <a:p>
            <a:r>
              <a:rPr lang="en-US"/>
              <a:t>© </a:t>
            </a:r>
            <a:fld id="{DD69F77D-B589-4F3A-9274-29083AE57FBD}" type="datetimeyyyy">
              <a:rPr lang="en-US" smtClean="0"/>
              <a:pPr/>
              <a:t>2024</a:t>
            </a:fld>
            <a:r>
              <a:rPr lang="en-US"/>
              <a:t> NTT DATA Business Solutions</a:t>
            </a:r>
            <a:endParaRPr lang="en-US" dirty="0"/>
          </a:p>
        </p:txBody>
      </p:sp>
      <p:sp>
        <p:nvSpPr>
          <p:cNvPr id="4" name="Slide Number Placeholder 3">
            <a:extLst>
              <a:ext uri="{FF2B5EF4-FFF2-40B4-BE49-F238E27FC236}">
                <a16:creationId xmlns:a16="http://schemas.microsoft.com/office/drawing/2014/main" id="{C11C4AB6-381C-EC4B-C8BF-FD7AC96233BE}"/>
              </a:ext>
            </a:extLst>
          </p:cNvPr>
          <p:cNvSpPr>
            <a:spLocks noGrp="1"/>
          </p:cNvSpPr>
          <p:nvPr>
            <p:ph type="sldNum" sz="quarter" idx="4"/>
          </p:nvPr>
        </p:nvSpPr>
        <p:spPr/>
        <p:txBody>
          <a:bodyPr/>
          <a:lstStyle/>
          <a:p>
            <a:fld id="{13CE6DAF-806F-404B-BC68-339BFCB57E5C}" type="slidenum">
              <a:rPr lang="en-US" smtClean="0"/>
              <a:pPr/>
              <a:t>5</a:t>
            </a:fld>
            <a:endParaRPr lang="en-US" dirty="0"/>
          </a:p>
        </p:txBody>
      </p:sp>
      <p:pic>
        <p:nvPicPr>
          <p:cNvPr id="42" name="Picture Placeholder 41">
            <a:extLst>
              <a:ext uri="{FF2B5EF4-FFF2-40B4-BE49-F238E27FC236}">
                <a16:creationId xmlns:a16="http://schemas.microsoft.com/office/drawing/2014/main" id="{435305F0-F481-5548-9371-CB52DC3AB17B}"/>
              </a:ext>
            </a:extLst>
          </p:cNvPr>
          <p:cNvPicPr>
            <a:picLocks noGrp="1" noChangeAspect="1"/>
          </p:cNvPicPr>
          <p:nvPr>
            <p:ph type="pic" sz="quarter" idx="17"/>
          </p:nvPr>
        </p:nvPicPr>
        <p:blipFill rotWithShape="1">
          <a:blip r:embed="rId2"/>
          <a:srcRect/>
          <a:stretch/>
        </p:blipFill>
        <p:spPr/>
      </p:pic>
    </p:spTree>
    <p:extLst>
      <p:ext uri="{BB962C8B-B14F-4D97-AF65-F5344CB8AC3E}">
        <p14:creationId xmlns:p14="http://schemas.microsoft.com/office/powerpoint/2010/main" val="28427579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A56D06-4787-911F-1F9F-29959F55573B}"/>
              </a:ext>
            </a:extLst>
          </p:cNvPr>
          <p:cNvSpPr>
            <a:spLocks noGrp="1"/>
          </p:cNvSpPr>
          <p:nvPr>
            <p:ph type="title"/>
          </p:nvPr>
        </p:nvSpPr>
        <p:spPr/>
        <p:txBody>
          <a:bodyPr/>
          <a:lstStyle/>
          <a:p>
            <a:endParaRPr lang="en-US" dirty="0"/>
          </a:p>
        </p:txBody>
      </p:sp>
      <p:sp>
        <p:nvSpPr>
          <p:cNvPr id="37" name="Text Placeholder 36">
            <a:extLst>
              <a:ext uri="{FF2B5EF4-FFF2-40B4-BE49-F238E27FC236}">
                <a16:creationId xmlns:a16="http://schemas.microsoft.com/office/drawing/2014/main" id="{47D00878-2362-869A-8841-779041028EE3}"/>
              </a:ext>
            </a:extLst>
          </p:cNvPr>
          <p:cNvSpPr>
            <a:spLocks noGrp="1"/>
          </p:cNvSpPr>
          <p:nvPr>
            <p:ph type="body" sz="quarter" idx="12"/>
          </p:nvPr>
        </p:nvSpPr>
        <p:spPr>
          <a:xfrm>
            <a:off x="154806" y="105942"/>
            <a:ext cx="4041809" cy="1094072"/>
          </a:xfrm>
        </p:spPr>
        <p:txBody>
          <a:bodyPr/>
          <a:lstStyle/>
          <a:p>
            <a:pPr algn="ctr"/>
            <a:r>
              <a:rPr lang="tr-TR" sz="5400" dirty="0">
                <a:ln>
                  <a:noFill/>
                </a:ln>
                <a:effectLst>
                  <a:outerShdw blurRad="38100" dist="19050" dir="2700000" algn="tl">
                    <a:schemeClr val="dk1">
                      <a:alpha val="40000"/>
                    </a:schemeClr>
                  </a:outerShdw>
                </a:effectLst>
                <a:latin typeface="Calibri Light" panose="020F0302020204030204" pitchFamily="34" charset="0"/>
                <a:ea typeface="DengXian" panose="02010600030101010101" pitchFamily="2" charset="-122"/>
                <a:cs typeface="Times New Roman" panose="02020603050405020304" pitchFamily="18" charset="0"/>
              </a:rPr>
              <a:t>Yazılan Kod</a:t>
            </a:r>
            <a:endParaRPr lang="en-US" sz="5400" dirty="0"/>
          </a:p>
        </p:txBody>
      </p:sp>
      <p:sp>
        <p:nvSpPr>
          <p:cNvPr id="3" name="Footer Placeholder 2">
            <a:extLst>
              <a:ext uri="{FF2B5EF4-FFF2-40B4-BE49-F238E27FC236}">
                <a16:creationId xmlns:a16="http://schemas.microsoft.com/office/drawing/2014/main" id="{63F6D501-5B68-E4B3-0836-D8CC904CC67E}"/>
              </a:ext>
            </a:extLst>
          </p:cNvPr>
          <p:cNvSpPr>
            <a:spLocks noGrp="1"/>
          </p:cNvSpPr>
          <p:nvPr>
            <p:ph type="ftr" sz="quarter" idx="3"/>
          </p:nvPr>
        </p:nvSpPr>
        <p:spPr/>
        <p:txBody>
          <a:bodyPr/>
          <a:lstStyle/>
          <a:p>
            <a:r>
              <a:rPr lang="en-US"/>
              <a:t>© </a:t>
            </a:r>
            <a:fld id="{DD69F77D-B589-4F3A-9274-29083AE57FBD}" type="datetimeyyyy">
              <a:rPr lang="en-US" smtClean="0"/>
              <a:pPr/>
              <a:t>2024</a:t>
            </a:fld>
            <a:r>
              <a:rPr lang="en-US"/>
              <a:t> NTT DATA Business Solutions</a:t>
            </a:r>
            <a:endParaRPr lang="en-US" dirty="0"/>
          </a:p>
        </p:txBody>
      </p:sp>
      <p:sp>
        <p:nvSpPr>
          <p:cNvPr id="4" name="Slide Number Placeholder 3">
            <a:extLst>
              <a:ext uri="{FF2B5EF4-FFF2-40B4-BE49-F238E27FC236}">
                <a16:creationId xmlns:a16="http://schemas.microsoft.com/office/drawing/2014/main" id="{C11C4AB6-381C-EC4B-C8BF-FD7AC96233BE}"/>
              </a:ext>
            </a:extLst>
          </p:cNvPr>
          <p:cNvSpPr>
            <a:spLocks noGrp="1"/>
          </p:cNvSpPr>
          <p:nvPr>
            <p:ph type="sldNum" sz="quarter" idx="4"/>
          </p:nvPr>
        </p:nvSpPr>
        <p:spPr/>
        <p:txBody>
          <a:bodyPr/>
          <a:lstStyle/>
          <a:p>
            <a:fld id="{13CE6DAF-806F-404B-BC68-339BFCB57E5C}" type="slidenum">
              <a:rPr lang="en-US" smtClean="0"/>
              <a:pPr/>
              <a:t>6</a:t>
            </a:fld>
            <a:endParaRPr lang="en-US" dirty="0"/>
          </a:p>
        </p:txBody>
      </p:sp>
      <p:pic>
        <p:nvPicPr>
          <p:cNvPr id="42" name="Picture Placeholder 41">
            <a:extLst>
              <a:ext uri="{FF2B5EF4-FFF2-40B4-BE49-F238E27FC236}">
                <a16:creationId xmlns:a16="http://schemas.microsoft.com/office/drawing/2014/main" id="{435305F0-F481-5548-9371-CB52DC3AB17B}"/>
              </a:ext>
            </a:extLst>
          </p:cNvPr>
          <p:cNvPicPr>
            <a:picLocks noGrp="1" noChangeAspect="1"/>
          </p:cNvPicPr>
          <p:nvPr>
            <p:ph type="pic" sz="quarter" idx="17"/>
          </p:nvPr>
        </p:nvPicPr>
        <p:blipFill rotWithShape="1">
          <a:blip r:embed="rId2"/>
          <a:srcRect/>
          <a:stretch/>
        </p:blipFill>
        <p:spPr/>
      </p:pic>
      <p:pic>
        <p:nvPicPr>
          <p:cNvPr id="5" name="Content Placeholder 6">
            <a:extLst>
              <a:ext uri="{FF2B5EF4-FFF2-40B4-BE49-F238E27FC236}">
                <a16:creationId xmlns:a16="http://schemas.microsoft.com/office/drawing/2014/main" id="{95991B88-1000-6A0D-62B6-AF8B7F8EA1DC}"/>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4364531" y="205742"/>
            <a:ext cx="7590046" cy="6096534"/>
          </a:xfrm>
          <a:prstGeom prst="rect">
            <a:avLst/>
          </a:prstGeom>
          <a:noFill/>
        </p:spPr>
      </p:pic>
    </p:spTree>
    <p:extLst>
      <p:ext uri="{BB962C8B-B14F-4D97-AF65-F5344CB8AC3E}">
        <p14:creationId xmlns:p14="http://schemas.microsoft.com/office/powerpoint/2010/main" val="31256978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A56D06-4787-911F-1F9F-29959F55573B}"/>
              </a:ext>
            </a:extLst>
          </p:cNvPr>
          <p:cNvSpPr>
            <a:spLocks noGrp="1"/>
          </p:cNvSpPr>
          <p:nvPr>
            <p:ph type="title"/>
          </p:nvPr>
        </p:nvSpPr>
        <p:spPr>
          <a:xfrm>
            <a:off x="4495800" y="1731696"/>
            <a:ext cx="7315200" cy="4440504"/>
          </a:xfrm>
        </p:spPr>
        <p:txBody>
          <a:bodyPr/>
          <a:lstStyle/>
          <a:p>
            <a:pPr marL="0" marR="0">
              <a:lnSpc>
                <a:spcPct val="107000"/>
              </a:lnSpc>
              <a:spcBef>
                <a:spcPts val="0"/>
              </a:spcBef>
              <a:spcAft>
                <a:spcPts val="800"/>
              </a:spcAft>
            </a:pPr>
            <a:r>
              <a:rPr lang="tr-TR" sz="1600" dirty="0">
                <a:ln>
                  <a:noFill/>
                </a:ln>
                <a:latin typeface="Calibri" panose="020F0502020204030204" pitchFamily="34" charset="0"/>
                <a:ea typeface="DengXian" panose="02010600030101010101" pitchFamily="2" charset="-122"/>
                <a:cs typeface="Calibri" panose="020F0502020204030204" pitchFamily="34" charset="0"/>
              </a:rPr>
              <a:t>1-) </a:t>
            </a:r>
            <a:r>
              <a:rPr lang="tr-TR" sz="1600" dirty="0" err="1">
                <a:ln>
                  <a:noFill/>
                </a:ln>
                <a:latin typeface="Calibri" panose="020F0502020204030204" pitchFamily="34" charset="0"/>
                <a:ea typeface="DengXian" panose="02010600030101010101" pitchFamily="2" charset="-122"/>
                <a:cs typeface="Calibri" panose="020F0502020204030204" pitchFamily="34" charset="0"/>
              </a:rPr>
              <a:t>lt_upd_data</a:t>
            </a:r>
            <a:r>
              <a:rPr lang="tr-TR" sz="1600" dirty="0">
                <a:ln>
                  <a:noFill/>
                </a:ln>
                <a:latin typeface="Calibri" panose="020F0502020204030204" pitchFamily="34" charset="0"/>
                <a:ea typeface="DengXian" panose="02010600030101010101" pitchFamily="2" charset="-122"/>
                <a:cs typeface="Calibri" panose="020F0502020204030204" pitchFamily="34" charset="0"/>
              </a:rPr>
              <a:t> </a:t>
            </a:r>
            <a:r>
              <a:rPr lang="tr-TR" sz="1600" dirty="0" err="1">
                <a:ln>
                  <a:noFill/>
                </a:ln>
                <a:latin typeface="Calibri" panose="020F0502020204030204" pitchFamily="34" charset="0"/>
                <a:ea typeface="DengXian" panose="02010600030101010101" pitchFamily="2" charset="-122"/>
                <a:cs typeface="Calibri" panose="020F0502020204030204" pitchFamily="34" charset="0"/>
              </a:rPr>
              <a:t>itab</a:t>
            </a:r>
            <a:r>
              <a:rPr lang="tr-TR" sz="1600" dirty="0">
                <a:ln>
                  <a:noFill/>
                </a:ln>
                <a:latin typeface="Calibri" panose="020F0502020204030204" pitchFamily="34" charset="0"/>
                <a:ea typeface="DengXian" panose="02010600030101010101" pitchFamily="2" charset="-122"/>
                <a:cs typeface="Calibri" panose="020F0502020204030204" pitchFamily="34" charset="0"/>
              </a:rPr>
              <a:t> </a:t>
            </a:r>
            <a:r>
              <a:rPr lang="tr-TR" sz="1600" dirty="0" err="1">
                <a:ln>
                  <a:noFill/>
                </a:ln>
                <a:latin typeface="Calibri" panose="020F0502020204030204" pitchFamily="34" charset="0"/>
                <a:ea typeface="DengXian" panose="02010600030101010101" pitchFamily="2" charset="-122"/>
                <a:cs typeface="Calibri" panose="020F0502020204030204" pitchFamily="34" charset="0"/>
              </a:rPr>
              <a:t>sorted</a:t>
            </a:r>
            <a:r>
              <a:rPr lang="tr-TR" sz="1600" dirty="0">
                <a:ln>
                  <a:noFill/>
                </a:ln>
                <a:latin typeface="Calibri" panose="020F0502020204030204" pitchFamily="34" charset="0"/>
                <a:ea typeface="DengXian" panose="02010600030101010101" pitchFamily="2" charset="-122"/>
                <a:cs typeface="Calibri" panose="020F0502020204030204" pitchFamily="34" charset="0"/>
              </a:rPr>
              <a:t> </a:t>
            </a:r>
            <a:r>
              <a:rPr lang="tr-TR" sz="1600" dirty="0" err="1">
                <a:ln>
                  <a:noFill/>
                </a:ln>
                <a:latin typeface="Calibri" panose="020F0502020204030204" pitchFamily="34" charset="0"/>
                <a:ea typeface="DengXian" panose="02010600030101010101" pitchFamily="2" charset="-122"/>
                <a:cs typeface="Calibri" panose="020F0502020204030204" pitchFamily="34" charset="0"/>
              </a:rPr>
              <a:t>table</a:t>
            </a:r>
            <a:r>
              <a:rPr lang="tr-TR" sz="1600" dirty="0">
                <a:ln>
                  <a:noFill/>
                </a:ln>
                <a:latin typeface="Calibri" panose="020F0502020204030204" pitchFamily="34" charset="0"/>
                <a:ea typeface="DengXian" panose="02010600030101010101" pitchFamily="2" charset="-122"/>
                <a:cs typeface="Calibri" panose="020F0502020204030204" pitchFamily="34" charset="0"/>
              </a:rPr>
              <a:t> insert değil </a:t>
            </a:r>
            <a:r>
              <a:rPr lang="tr-TR" sz="1600" dirty="0" err="1">
                <a:ln>
                  <a:noFill/>
                </a:ln>
                <a:latin typeface="Calibri" panose="020F0502020204030204" pitchFamily="34" charset="0"/>
                <a:ea typeface="DengXian" panose="02010600030101010101" pitchFamily="2" charset="-122"/>
                <a:cs typeface="Calibri" panose="020F0502020204030204" pitchFamily="34" charset="0"/>
              </a:rPr>
              <a:t>append</a:t>
            </a:r>
            <a:r>
              <a:rPr lang="tr-TR" sz="1600" dirty="0">
                <a:ln>
                  <a:noFill/>
                </a:ln>
                <a:latin typeface="Calibri" panose="020F0502020204030204" pitchFamily="34" charset="0"/>
                <a:ea typeface="DengXian" panose="02010600030101010101" pitchFamily="2" charset="-122"/>
                <a:cs typeface="Calibri" panose="020F0502020204030204" pitchFamily="34" charset="0"/>
              </a:rPr>
              <a:t> edilmiş </a:t>
            </a:r>
            <a:r>
              <a:rPr lang="tr-TR" sz="1600" dirty="0" err="1">
                <a:ln>
                  <a:noFill/>
                </a:ln>
                <a:latin typeface="Calibri" panose="020F0502020204030204" pitchFamily="34" charset="0"/>
                <a:ea typeface="DengXian" panose="02010600030101010101" pitchFamily="2" charset="-122"/>
                <a:cs typeface="Calibri" panose="020F0502020204030204" pitchFamily="34" charset="0"/>
              </a:rPr>
              <a:t>sort</a:t>
            </a:r>
            <a:r>
              <a:rPr lang="tr-TR" sz="1600" dirty="0">
                <a:ln>
                  <a:noFill/>
                </a:ln>
                <a:latin typeface="Calibri" panose="020F0502020204030204" pitchFamily="34" charset="0"/>
                <a:ea typeface="DengXian" panose="02010600030101010101" pitchFamily="2" charset="-122"/>
                <a:cs typeface="Calibri" panose="020F0502020204030204" pitchFamily="34" charset="0"/>
              </a:rPr>
              <a:t> edilmediği için </a:t>
            </a:r>
            <a:r>
              <a:rPr lang="tr-TR" sz="1600" dirty="0" err="1">
                <a:ln>
                  <a:noFill/>
                </a:ln>
                <a:latin typeface="Calibri" panose="020F0502020204030204" pitchFamily="34" charset="0"/>
                <a:ea typeface="DengXian" panose="02010600030101010101" pitchFamily="2" charset="-122"/>
                <a:cs typeface="Calibri" panose="020F0502020204030204" pitchFamily="34" charset="0"/>
              </a:rPr>
              <a:t>dump</a:t>
            </a:r>
            <a:r>
              <a:rPr lang="tr-TR" sz="1600" dirty="0">
                <a:ln>
                  <a:noFill/>
                </a:ln>
                <a:latin typeface="Calibri" panose="020F0502020204030204" pitchFamily="34" charset="0"/>
                <a:ea typeface="DengXian" panose="02010600030101010101" pitchFamily="2" charset="-122"/>
                <a:cs typeface="Calibri" panose="020F0502020204030204" pitchFamily="34" charset="0"/>
              </a:rPr>
              <a:t> alabilir </a:t>
            </a:r>
            <a:r>
              <a:rPr lang="tr-TR" sz="1600" dirty="0" err="1">
                <a:ln>
                  <a:noFill/>
                </a:ln>
                <a:latin typeface="Calibri" panose="020F0502020204030204" pitchFamily="34" charset="0"/>
                <a:ea typeface="DengXian" panose="02010600030101010101" pitchFamily="2" charset="-122"/>
                <a:cs typeface="Calibri" panose="020F0502020204030204" pitchFamily="34" charset="0"/>
              </a:rPr>
              <a:t>sort</a:t>
            </a:r>
            <a:r>
              <a:rPr lang="tr-TR" sz="1600" dirty="0">
                <a:ln>
                  <a:noFill/>
                </a:ln>
                <a:latin typeface="Calibri" panose="020F0502020204030204" pitchFamily="34" charset="0"/>
                <a:ea typeface="DengXian" panose="02010600030101010101" pitchFamily="2" charset="-122"/>
                <a:cs typeface="Calibri" panose="020F0502020204030204" pitchFamily="34" charset="0"/>
              </a:rPr>
              <a:t> edilerek insert edilmeli.</a:t>
            </a:r>
            <a:br>
              <a:rPr lang="en-US" sz="1600" dirty="0">
                <a:latin typeface="Calibri" panose="020F0502020204030204" pitchFamily="34" charset="0"/>
                <a:ea typeface="DengXian" panose="02010600030101010101" pitchFamily="2" charset="-122"/>
                <a:cs typeface="Calibri" panose="020F0502020204030204" pitchFamily="34" charset="0"/>
              </a:rPr>
            </a:br>
            <a:r>
              <a:rPr lang="tr-TR" sz="1600" dirty="0">
                <a:ln>
                  <a:noFill/>
                </a:ln>
                <a:latin typeface="Calibri" panose="020F0502020204030204" pitchFamily="34" charset="0"/>
                <a:ea typeface="DengXian" panose="02010600030101010101" pitchFamily="2" charset="-122"/>
                <a:cs typeface="Calibri" panose="020F0502020204030204" pitchFamily="34" charset="0"/>
              </a:rPr>
              <a:t>2-)</a:t>
            </a:r>
            <a:r>
              <a:rPr lang="tr-TR" sz="1600" dirty="0" err="1">
                <a:ln>
                  <a:noFill/>
                </a:ln>
                <a:latin typeface="Calibri" panose="020F0502020204030204" pitchFamily="34" charset="0"/>
                <a:ea typeface="DengXian" panose="02010600030101010101" pitchFamily="2" charset="-122"/>
                <a:cs typeface="Calibri" panose="020F0502020204030204" pitchFamily="34" charset="0"/>
              </a:rPr>
              <a:t>lt_bukrs</a:t>
            </a:r>
            <a:r>
              <a:rPr lang="tr-TR" sz="1600" dirty="0">
                <a:ln>
                  <a:noFill/>
                </a:ln>
                <a:latin typeface="Calibri" panose="020F0502020204030204" pitchFamily="34" charset="0"/>
                <a:ea typeface="DengXian" panose="02010600030101010101" pitchFamily="2" charset="-122"/>
                <a:cs typeface="Calibri" panose="020F0502020204030204" pitchFamily="34" charset="0"/>
              </a:rPr>
              <a:t> isim uyumsuzluğu mevcut </a:t>
            </a:r>
            <a:r>
              <a:rPr lang="tr-TR" sz="1600" dirty="0" err="1">
                <a:ln>
                  <a:noFill/>
                </a:ln>
                <a:latin typeface="Calibri" panose="020F0502020204030204" pitchFamily="34" charset="0"/>
                <a:ea typeface="DengXian" panose="02010600030101010101" pitchFamily="2" charset="-122"/>
                <a:cs typeface="Calibri" panose="020F0502020204030204" pitchFamily="34" charset="0"/>
              </a:rPr>
              <a:t>plant</a:t>
            </a:r>
            <a:r>
              <a:rPr lang="tr-TR" sz="1600" dirty="0">
                <a:ln>
                  <a:noFill/>
                </a:ln>
                <a:latin typeface="Calibri" panose="020F0502020204030204" pitchFamily="34" charset="0"/>
                <a:ea typeface="DengXian" panose="02010600030101010101" pitchFamily="2" charset="-122"/>
                <a:cs typeface="Calibri" panose="020F0502020204030204" pitchFamily="34" charset="0"/>
              </a:rPr>
              <a:t> veya </a:t>
            </a:r>
            <a:r>
              <a:rPr lang="tr-TR" sz="1600" dirty="0" err="1">
                <a:ln>
                  <a:noFill/>
                </a:ln>
                <a:latin typeface="Calibri" panose="020F0502020204030204" pitchFamily="34" charset="0"/>
                <a:ea typeface="DengXian" panose="02010600030101010101" pitchFamily="2" charset="-122"/>
                <a:cs typeface="Calibri" panose="020F0502020204030204" pitchFamily="34" charset="0"/>
              </a:rPr>
              <a:t>werks</a:t>
            </a:r>
            <a:r>
              <a:rPr lang="tr-TR" sz="1600" dirty="0">
                <a:ln>
                  <a:noFill/>
                </a:ln>
                <a:latin typeface="Calibri" panose="020F0502020204030204" pitchFamily="34" charset="0"/>
                <a:ea typeface="DengXian" panose="02010600030101010101" pitchFamily="2" charset="-122"/>
                <a:cs typeface="Calibri" panose="020F0502020204030204" pitchFamily="34" charset="0"/>
              </a:rPr>
              <a:t> gibi bir isim verilmeliydi.</a:t>
            </a:r>
            <a:br>
              <a:rPr lang="en-US" sz="1600" dirty="0">
                <a:latin typeface="Calibri" panose="020F0502020204030204" pitchFamily="34" charset="0"/>
                <a:ea typeface="DengXian" panose="02010600030101010101" pitchFamily="2" charset="-122"/>
                <a:cs typeface="Calibri" panose="020F0502020204030204" pitchFamily="34" charset="0"/>
              </a:rPr>
            </a:br>
            <a:r>
              <a:rPr lang="en-US" sz="1600" dirty="0">
                <a:ln>
                  <a:noFill/>
                </a:ln>
                <a:latin typeface="Calibri" panose="020F0502020204030204" pitchFamily="34" charset="0"/>
                <a:ea typeface="DengXian" panose="02010600030101010101" pitchFamily="2" charset="-122"/>
                <a:cs typeface="Calibri" panose="020F0502020204030204" pitchFamily="34" charset="0"/>
              </a:rPr>
              <a:t>3-) For all entries </a:t>
            </a:r>
            <a:r>
              <a:rPr lang="en-US" sz="1600" dirty="0" err="1">
                <a:ln>
                  <a:noFill/>
                </a:ln>
                <a:latin typeface="Calibri" panose="020F0502020204030204" pitchFamily="34" charset="0"/>
                <a:ea typeface="DengXian" panose="02010600030101010101" pitchFamily="2" charset="-122"/>
                <a:cs typeface="Calibri" panose="020F0502020204030204" pitchFamily="34" charset="0"/>
              </a:rPr>
              <a:t>yapılmadan</a:t>
            </a:r>
            <a:r>
              <a:rPr lang="en-US" sz="1600" dirty="0">
                <a:ln>
                  <a:noFill/>
                </a:ln>
                <a:latin typeface="Calibri" panose="020F0502020204030204" pitchFamily="34" charset="0"/>
                <a:ea typeface="DengXian" panose="02010600030101010101" pitchFamily="2" charset="-122"/>
                <a:cs typeface="Calibri" panose="020F0502020204030204" pitchFamily="34" charset="0"/>
              </a:rPr>
              <a:t> once data </a:t>
            </a:r>
            <a:r>
              <a:rPr lang="en-US" sz="1600" dirty="0" err="1">
                <a:ln>
                  <a:noFill/>
                </a:ln>
                <a:latin typeface="Calibri" panose="020F0502020204030204" pitchFamily="34" charset="0"/>
                <a:ea typeface="DengXian" panose="02010600030101010101" pitchFamily="2" charset="-122"/>
                <a:cs typeface="Calibri" panose="020F0502020204030204" pitchFamily="34" charset="0"/>
              </a:rPr>
              <a:t>doluluğu</a:t>
            </a:r>
            <a:r>
              <a:rPr lang="en-US" sz="1600" dirty="0">
                <a:ln>
                  <a:noFill/>
                </a:ln>
                <a:latin typeface="Calibri" panose="020F0502020204030204" pitchFamily="34" charset="0"/>
                <a:ea typeface="DengXian" panose="02010600030101010101" pitchFamily="2" charset="-122"/>
                <a:cs typeface="Calibri" panose="020F0502020204030204" pitchFamily="34" charset="0"/>
              </a:rPr>
              <a:t> control </a:t>
            </a:r>
            <a:r>
              <a:rPr lang="en-US" sz="1600" dirty="0" err="1">
                <a:ln>
                  <a:noFill/>
                </a:ln>
                <a:latin typeface="Calibri" panose="020F0502020204030204" pitchFamily="34" charset="0"/>
                <a:ea typeface="DengXian" panose="02010600030101010101" pitchFamily="2" charset="-122"/>
                <a:cs typeface="Calibri" panose="020F0502020204030204" pitchFamily="34" charset="0"/>
              </a:rPr>
              <a:t>edilmeli</a:t>
            </a:r>
            <a:br>
              <a:rPr lang="en-US" sz="1600" dirty="0">
                <a:latin typeface="Calibri" panose="020F0502020204030204" pitchFamily="34" charset="0"/>
                <a:ea typeface="DengXian" panose="02010600030101010101" pitchFamily="2" charset="-122"/>
                <a:cs typeface="Calibri" panose="020F0502020204030204" pitchFamily="34" charset="0"/>
              </a:rPr>
            </a:br>
            <a:r>
              <a:rPr lang="en-US" sz="1600" dirty="0">
                <a:ln>
                  <a:noFill/>
                </a:ln>
                <a:latin typeface="Calibri" panose="020F0502020204030204" pitchFamily="34" charset="0"/>
                <a:ea typeface="DengXian" panose="02010600030101010101" pitchFamily="2" charset="-122"/>
                <a:cs typeface="Calibri" panose="020F0502020204030204" pitchFamily="34" charset="0"/>
              </a:rPr>
              <a:t>4-) </a:t>
            </a:r>
            <a:r>
              <a:rPr lang="tr-TR" sz="1600" dirty="0">
                <a:ln>
                  <a:noFill/>
                </a:ln>
                <a:latin typeface="Calibri" panose="020F0502020204030204" pitchFamily="34" charset="0"/>
                <a:ea typeface="DengXian" panose="02010600030101010101" pitchFamily="2" charset="-122"/>
                <a:cs typeface="Calibri" panose="020F0502020204030204" pitchFamily="34" charset="0"/>
              </a:rPr>
              <a:t>Data çekip silmek yerine </a:t>
            </a:r>
            <a:r>
              <a:rPr lang="tr-TR" sz="1600" dirty="0" err="1">
                <a:ln>
                  <a:noFill/>
                </a:ln>
                <a:latin typeface="Calibri" panose="020F0502020204030204" pitchFamily="34" charset="0"/>
                <a:ea typeface="DengXian" panose="02010600030101010101" pitchFamily="2" charset="-122"/>
                <a:cs typeface="Calibri" panose="020F0502020204030204" pitchFamily="34" charset="0"/>
              </a:rPr>
              <a:t>where</a:t>
            </a:r>
            <a:r>
              <a:rPr lang="tr-TR" sz="1600" dirty="0">
                <a:ln>
                  <a:noFill/>
                </a:ln>
                <a:latin typeface="Calibri" panose="020F0502020204030204" pitchFamily="34" charset="0"/>
                <a:ea typeface="DengXian" panose="02010600030101010101" pitchFamily="2" charset="-122"/>
                <a:cs typeface="Calibri" panose="020F0502020204030204" pitchFamily="34" charset="0"/>
              </a:rPr>
              <a:t> koşuşuna seçim ekranı datası verilmeli </a:t>
            </a:r>
            <a:br>
              <a:rPr lang="en-US" sz="1600" dirty="0">
                <a:latin typeface="Calibri" panose="020F0502020204030204" pitchFamily="34" charset="0"/>
                <a:ea typeface="DengXian" panose="02010600030101010101" pitchFamily="2" charset="-122"/>
                <a:cs typeface="Calibri" panose="020F0502020204030204" pitchFamily="34" charset="0"/>
              </a:rPr>
            </a:br>
            <a:r>
              <a:rPr lang="tr-TR" sz="1600" dirty="0">
                <a:ln>
                  <a:noFill/>
                </a:ln>
                <a:latin typeface="Calibri" panose="020F0502020204030204" pitchFamily="34" charset="0"/>
                <a:ea typeface="DengXian" panose="02010600030101010101" pitchFamily="2" charset="-122"/>
                <a:cs typeface="Calibri" panose="020F0502020204030204" pitchFamily="34" charset="0"/>
              </a:rPr>
              <a:t>5-) iç içe </a:t>
            </a:r>
            <a:r>
              <a:rPr lang="tr-TR" sz="1600" dirty="0" err="1">
                <a:ln>
                  <a:noFill/>
                </a:ln>
                <a:latin typeface="Calibri" panose="020F0502020204030204" pitchFamily="34" charset="0"/>
                <a:ea typeface="DengXian" panose="02010600030101010101" pitchFamily="2" charset="-122"/>
                <a:cs typeface="Calibri" panose="020F0502020204030204" pitchFamily="34" charset="0"/>
              </a:rPr>
              <a:t>loop</a:t>
            </a:r>
            <a:r>
              <a:rPr lang="tr-TR" sz="1600" dirty="0">
                <a:ln>
                  <a:noFill/>
                </a:ln>
                <a:latin typeface="Calibri" panose="020F0502020204030204" pitchFamily="34" charset="0"/>
                <a:ea typeface="DengXian" panose="02010600030101010101" pitchFamily="2" charset="-122"/>
                <a:cs typeface="Calibri" panose="020F0502020204030204" pitchFamily="34" charset="0"/>
              </a:rPr>
              <a:t> kullanılmak zorunda ise </a:t>
            </a:r>
            <a:r>
              <a:rPr lang="tr-TR" sz="1600" dirty="0" err="1">
                <a:ln>
                  <a:noFill/>
                </a:ln>
                <a:latin typeface="Calibri" panose="020F0502020204030204" pitchFamily="34" charset="0"/>
                <a:ea typeface="DengXian" panose="02010600030101010101" pitchFamily="2" charset="-122"/>
                <a:cs typeface="Calibri" panose="020F0502020204030204" pitchFamily="34" charset="0"/>
              </a:rPr>
              <a:t>where</a:t>
            </a:r>
            <a:r>
              <a:rPr lang="tr-TR" sz="1600" dirty="0">
                <a:ln>
                  <a:noFill/>
                </a:ln>
                <a:latin typeface="Calibri" panose="020F0502020204030204" pitchFamily="34" charset="0"/>
                <a:ea typeface="DengXian" panose="02010600030101010101" pitchFamily="2" charset="-122"/>
                <a:cs typeface="Calibri" panose="020F0502020204030204" pitchFamily="34" charset="0"/>
              </a:rPr>
              <a:t> </a:t>
            </a:r>
            <a:r>
              <a:rPr lang="tr-TR" sz="1600" dirty="0" err="1">
                <a:ln>
                  <a:noFill/>
                </a:ln>
                <a:latin typeface="Calibri" panose="020F0502020204030204" pitchFamily="34" charset="0"/>
                <a:ea typeface="DengXian" panose="02010600030101010101" pitchFamily="2" charset="-122"/>
                <a:cs typeface="Calibri" panose="020F0502020204030204" pitchFamily="34" charset="0"/>
              </a:rPr>
              <a:t>cond</a:t>
            </a:r>
            <a:r>
              <a:rPr lang="tr-TR" sz="1600" dirty="0">
                <a:ln>
                  <a:noFill/>
                </a:ln>
                <a:latin typeface="Calibri" panose="020F0502020204030204" pitchFamily="34" charset="0"/>
                <a:ea typeface="DengXian" panose="02010600030101010101" pitchFamily="2" charset="-122"/>
                <a:cs typeface="Calibri" panose="020F0502020204030204" pitchFamily="34" charset="0"/>
              </a:rPr>
              <a:t> veya paralel proses kullanılmalı (  bu örnek için </a:t>
            </a:r>
            <a:r>
              <a:rPr lang="tr-TR" sz="1600" dirty="0" err="1">
                <a:ln>
                  <a:noFill/>
                </a:ln>
                <a:latin typeface="Calibri" panose="020F0502020204030204" pitchFamily="34" charset="0"/>
                <a:ea typeface="DengXian" panose="02010600030101010101" pitchFamily="2" charset="-122"/>
                <a:cs typeface="Calibri" panose="020F0502020204030204" pitchFamily="34" charset="0"/>
              </a:rPr>
              <a:t>loop</a:t>
            </a:r>
            <a:r>
              <a:rPr lang="tr-TR" sz="1600" dirty="0">
                <a:ln>
                  <a:noFill/>
                </a:ln>
                <a:latin typeface="Calibri" panose="020F0502020204030204" pitchFamily="34" charset="0"/>
                <a:ea typeface="DengXian" panose="02010600030101010101" pitchFamily="2" charset="-122"/>
                <a:cs typeface="Calibri" panose="020F0502020204030204" pitchFamily="34" charset="0"/>
              </a:rPr>
              <a:t> a ihtiyaç yok tek </a:t>
            </a:r>
            <a:r>
              <a:rPr lang="tr-TR" sz="1600" dirty="0" err="1">
                <a:ln>
                  <a:noFill/>
                </a:ln>
                <a:latin typeface="Calibri" panose="020F0502020204030204" pitchFamily="34" charset="0"/>
                <a:ea typeface="DengXian" panose="02010600030101010101" pitchFamily="2" charset="-122"/>
                <a:cs typeface="Calibri" panose="020F0502020204030204" pitchFamily="34" charset="0"/>
              </a:rPr>
              <a:t>select</a:t>
            </a:r>
            <a:r>
              <a:rPr lang="tr-TR" sz="1600" dirty="0">
                <a:ln>
                  <a:noFill/>
                </a:ln>
                <a:latin typeface="Calibri" panose="020F0502020204030204" pitchFamily="34" charset="0"/>
                <a:ea typeface="DengXian" panose="02010600030101010101" pitchFamily="2" charset="-122"/>
                <a:cs typeface="Calibri" panose="020F0502020204030204" pitchFamily="34" charset="0"/>
              </a:rPr>
              <a:t> ile </a:t>
            </a:r>
            <a:r>
              <a:rPr lang="tr-TR" sz="1600" dirty="0" err="1">
                <a:ln>
                  <a:noFill/>
                </a:ln>
                <a:latin typeface="Calibri" panose="020F0502020204030204" pitchFamily="34" charset="0"/>
                <a:ea typeface="DengXian" panose="02010600030101010101" pitchFamily="2" charset="-122"/>
                <a:cs typeface="Calibri" panose="020F0502020204030204" pitchFamily="34" charset="0"/>
              </a:rPr>
              <a:t>join</a:t>
            </a:r>
            <a:r>
              <a:rPr lang="tr-TR" sz="1600" dirty="0">
                <a:ln>
                  <a:noFill/>
                </a:ln>
                <a:latin typeface="Calibri" panose="020F0502020204030204" pitchFamily="34" charset="0"/>
                <a:ea typeface="DengXian" panose="02010600030101010101" pitchFamily="2" charset="-122"/>
                <a:cs typeface="Calibri" panose="020F0502020204030204" pitchFamily="34" charset="0"/>
              </a:rPr>
              <a:t> sonucu data alınmalıydı.)</a:t>
            </a:r>
            <a:br>
              <a:rPr lang="en-US" sz="1600" dirty="0">
                <a:latin typeface="Calibri" panose="020F0502020204030204" pitchFamily="34" charset="0"/>
                <a:ea typeface="DengXian" panose="02010600030101010101" pitchFamily="2" charset="-122"/>
                <a:cs typeface="Calibri" panose="020F0502020204030204" pitchFamily="34" charset="0"/>
              </a:rPr>
            </a:br>
            <a:r>
              <a:rPr lang="tr-TR" sz="1600" dirty="0">
                <a:ln>
                  <a:noFill/>
                </a:ln>
                <a:latin typeface="Calibri" panose="020F0502020204030204" pitchFamily="34" charset="0"/>
                <a:ea typeface="DengXian" panose="02010600030101010101" pitchFamily="2" charset="-122"/>
                <a:cs typeface="Calibri" panose="020F0502020204030204" pitchFamily="34" charset="0"/>
              </a:rPr>
              <a:t>6-) standart tablo </a:t>
            </a:r>
            <a:r>
              <a:rPr lang="tr-TR" sz="1600" dirty="0" err="1">
                <a:ln>
                  <a:noFill/>
                </a:ln>
                <a:latin typeface="Calibri" panose="020F0502020204030204" pitchFamily="34" charset="0"/>
                <a:ea typeface="DengXian" panose="02010600030101010101" pitchFamily="2" charset="-122"/>
                <a:cs typeface="Calibri" panose="020F0502020204030204" pitchFamily="34" charset="0"/>
              </a:rPr>
              <a:t>update</a:t>
            </a:r>
            <a:r>
              <a:rPr lang="tr-TR" sz="1600" dirty="0">
                <a:ln>
                  <a:noFill/>
                </a:ln>
                <a:latin typeface="Calibri" panose="020F0502020204030204" pitchFamily="34" charset="0"/>
                <a:ea typeface="DengXian" panose="02010600030101010101" pitchFamily="2" charset="-122"/>
                <a:cs typeface="Calibri" panose="020F0502020204030204" pitchFamily="34" charset="0"/>
              </a:rPr>
              <a:t> ile değil </a:t>
            </a:r>
            <a:r>
              <a:rPr lang="tr-TR" sz="1600" dirty="0" err="1">
                <a:ln>
                  <a:noFill/>
                </a:ln>
                <a:latin typeface="Calibri" panose="020F0502020204030204" pitchFamily="34" charset="0"/>
                <a:ea typeface="DengXian" panose="02010600030101010101" pitchFamily="2" charset="-122"/>
                <a:cs typeface="Calibri" panose="020F0502020204030204" pitchFamily="34" charset="0"/>
              </a:rPr>
              <a:t>bapi</a:t>
            </a:r>
            <a:r>
              <a:rPr lang="tr-TR" sz="1600" dirty="0">
                <a:ln>
                  <a:noFill/>
                </a:ln>
                <a:latin typeface="Calibri" panose="020F0502020204030204" pitchFamily="34" charset="0"/>
                <a:ea typeface="DengXian" panose="02010600030101010101" pitchFamily="2" charset="-122"/>
                <a:cs typeface="Calibri" panose="020F0502020204030204" pitchFamily="34" charset="0"/>
              </a:rPr>
              <a:t> ile güncellenmeli.</a:t>
            </a:r>
            <a:br>
              <a:rPr lang="en-US" sz="1600" dirty="0">
                <a:latin typeface="Calibri" panose="020F0502020204030204" pitchFamily="34" charset="0"/>
                <a:ea typeface="DengXian" panose="02010600030101010101" pitchFamily="2" charset="-122"/>
                <a:cs typeface="Calibri" panose="020F0502020204030204" pitchFamily="34" charset="0"/>
              </a:rPr>
            </a:br>
            <a:r>
              <a:rPr lang="tr-TR" sz="1600" dirty="0">
                <a:ln>
                  <a:noFill/>
                </a:ln>
                <a:latin typeface="Calibri" panose="020F0502020204030204" pitchFamily="34" charset="0"/>
                <a:ea typeface="DengXian" panose="02010600030101010101" pitchFamily="2" charset="-122"/>
                <a:cs typeface="Calibri" panose="020F0502020204030204" pitchFamily="34" charset="0"/>
              </a:rPr>
              <a:t>7-) </a:t>
            </a:r>
            <a:r>
              <a:rPr lang="tr-TR" sz="1600" dirty="0" err="1">
                <a:ln>
                  <a:noFill/>
                </a:ln>
                <a:latin typeface="Calibri" panose="020F0502020204030204" pitchFamily="34" charset="0"/>
                <a:ea typeface="DengXian" panose="02010600030101010101" pitchFamily="2" charset="-122"/>
                <a:cs typeface="Calibri" panose="020F0502020204030204" pitchFamily="34" charset="0"/>
              </a:rPr>
              <a:t>native</a:t>
            </a:r>
            <a:r>
              <a:rPr lang="tr-TR" sz="1600" dirty="0">
                <a:ln>
                  <a:noFill/>
                </a:ln>
                <a:latin typeface="Calibri" panose="020F0502020204030204" pitchFamily="34" charset="0"/>
                <a:ea typeface="DengXian" panose="02010600030101010101" pitchFamily="2" charset="-122"/>
                <a:cs typeface="Calibri" panose="020F0502020204030204" pitchFamily="34" charset="0"/>
              </a:rPr>
              <a:t> -</a:t>
            </a:r>
            <a:r>
              <a:rPr lang="tr-TR" sz="1600" dirty="0" err="1">
                <a:ln>
                  <a:noFill/>
                </a:ln>
                <a:latin typeface="Calibri" panose="020F0502020204030204" pitchFamily="34" charset="0"/>
                <a:ea typeface="DengXian" panose="02010600030101010101" pitchFamily="2" charset="-122"/>
                <a:cs typeface="Calibri" panose="020F0502020204030204" pitchFamily="34" charset="0"/>
              </a:rPr>
              <a:t>sql</a:t>
            </a:r>
            <a:r>
              <a:rPr lang="tr-TR" sz="1600" dirty="0">
                <a:ln>
                  <a:noFill/>
                </a:ln>
                <a:latin typeface="Calibri" panose="020F0502020204030204" pitchFamily="34" charset="0"/>
                <a:ea typeface="DengXian" panose="02010600030101010101" pitchFamily="2" charset="-122"/>
                <a:cs typeface="Calibri" panose="020F0502020204030204" pitchFamily="34" charset="0"/>
              </a:rPr>
              <a:t> temel amaç veri çekmektir veri gönderimi veya güncelleme için kullanılmamalı bunun yerine entegrasyon </a:t>
            </a:r>
            <a:r>
              <a:rPr lang="tr-TR" sz="1600" dirty="0" err="1">
                <a:ln>
                  <a:noFill/>
                </a:ln>
                <a:latin typeface="Calibri" panose="020F0502020204030204" pitchFamily="34" charset="0"/>
                <a:ea typeface="DengXian" panose="02010600030101010101" pitchFamily="2" charset="-122"/>
                <a:cs typeface="Calibri" panose="020F0502020204030204" pitchFamily="34" charset="0"/>
              </a:rPr>
              <a:t>idoc</a:t>
            </a:r>
            <a:r>
              <a:rPr lang="tr-TR" sz="1600" dirty="0">
                <a:ln>
                  <a:noFill/>
                </a:ln>
                <a:latin typeface="Calibri" panose="020F0502020204030204" pitchFamily="34" charset="0"/>
                <a:ea typeface="DengXian" panose="02010600030101010101" pitchFamily="2" charset="-122"/>
                <a:cs typeface="Calibri" panose="020F0502020204030204" pitchFamily="34" charset="0"/>
              </a:rPr>
              <a:t>.-</a:t>
            </a:r>
            <a:r>
              <a:rPr lang="tr-TR" sz="1600" dirty="0" err="1">
                <a:ln>
                  <a:noFill/>
                </a:ln>
                <a:latin typeface="Calibri" panose="020F0502020204030204" pitchFamily="34" charset="0"/>
                <a:ea typeface="DengXian" panose="02010600030101010101" pitchFamily="2" charset="-122"/>
                <a:cs typeface="Calibri" panose="020F0502020204030204" pitchFamily="34" charset="0"/>
              </a:rPr>
              <a:t>ale</a:t>
            </a:r>
            <a:r>
              <a:rPr lang="tr-TR" sz="1600" dirty="0">
                <a:ln>
                  <a:noFill/>
                </a:ln>
                <a:latin typeface="Calibri" panose="020F0502020204030204" pitchFamily="34" charset="0"/>
                <a:ea typeface="DengXian" panose="02010600030101010101" pitchFamily="2" charset="-122"/>
                <a:cs typeface="Calibri" panose="020F0502020204030204" pitchFamily="34" charset="0"/>
              </a:rPr>
              <a:t> </a:t>
            </a:r>
            <a:r>
              <a:rPr lang="tr-TR" sz="1600" dirty="0" err="1">
                <a:ln>
                  <a:noFill/>
                </a:ln>
                <a:latin typeface="Calibri" panose="020F0502020204030204" pitchFamily="34" charset="0"/>
                <a:ea typeface="DengXian" panose="02010600030101010101" pitchFamily="2" charset="-122"/>
                <a:cs typeface="Calibri" panose="020F0502020204030204" pitchFamily="34" charset="0"/>
              </a:rPr>
              <a:t>vs</a:t>
            </a:r>
            <a:r>
              <a:rPr lang="tr-TR" sz="1600" dirty="0">
                <a:ln>
                  <a:noFill/>
                </a:ln>
                <a:latin typeface="Calibri" panose="020F0502020204030204" pitchFamily="34" charset="0"/>
                <a:ea typeface="DengXian" panose="02010600030101010101" pitchFamily="2" charset="-122"/>
                <a:cs typeface="Calibri" panose="020F0502020204030204" pitchFamily="34" charset="0"/>
              </a:rPr>
              <a:t> kullanılmalı.</a:t>
            </a:r>
            <a:br>
              <a:rPr lang="tr-TR" sz="1600" dirty="0">
                <a:ln>
                  <a:noFill/>
                </a:ln>
                <a:latin typeface="Calibri" panose="020F0502020204030204" pitchFamily="34" charset="0"/>
                <a:ea typeface="DengXian" panose="02010600030101010101" pitchFamily="2" charset="-122"/>
                <a:cs typeface="Calibri" panose="020F0502020204030204" pitchFamily="34" charset="0"/>
              </a:rPr>
            </a:br>
            <a:r>
              <a:rPr lang="tr-TR" sz="1600" dirty="0">
                <a:ln>
                  <a:noFill/>
                </a:ln>
                <a:solidFill>
                  <a:srgbClr val="FFFFFF"/>
                </a:solidFill>
                <a:effectLst>
                  <a:outerShdw blurRad="38100" dist="19050" dir="2700000" algn="tl">
                    <a:schemeClr val="dk1">
                      <a:alpha val="40000"/>
                    </a:schemeClr>
                  </a:outerShdw>
                </a:effectLst>
                <a:latin typeface="Calibri" panose="020F0502020204030204" pitchFamily="34" charset="0"/>
                <a:ea typeface="DengXian" panose="02010600030101010101" pitchFamily="2" charset="-122"/>
                <a:cs typeface="Calibri" panose="020F0502020204030204" pitchFamily="34" charset="0"/>
              </a:rPr>
              <a:t>8-)bir </a:t>
            </a:r>
            <a:r>
              <a:rPr lang="tr-TR" sz="1600" dirty="0" err="1">
                <a:ln>
                  <a:noFill/>
                </a:ln>
                <a:solidFill>
                  <a:srgbClr val="FFFFFF"/>
                </a:solidFill>
                <a:effectLst>
                  <a:outerShdw blurRad="38100" dist="19050" dir="2700000" algn="tl">
                    <a:schemeClr val="dk1">
                      <a:alpha val="40000"/>
                    </a:schemeClr>
                  </a:outerShdw>
                </a:effectLst>
                <a:latin typeface="Calibri" panose="020F0502020204030204" pitchFamily="34" charset="0"/>
                <a:ea typeface="DengXian" panose="02010600030101010101" pitchFamily="2" charset="-122"/>
                <a:cs typeface="Calibri" panose="020F0502020204030204" pitchFamily="34" charset="0"/>
              </a:rPr>
              <a:t>try</a:t>
            </a:r>
            <a:r>
              <a:rPr lang="tr-TR" sz="1600" dirty="0">
                <a:ln>
                  <a:noFill/>
                </a:ln>
                <a:solidFill>
                  <a:srgbClr val="FFFFFF"/>
                </a:solidFill>
                <a:effectLst>
                  <a:outerShdw blurRad="38100" dist="19050" dir="2700000" algn="tl">
                    <a:schemeClr val="dk1">
                      <a:alpha val="40000"/>
                    </a:schemeClr>
                  </a:outerShdw>
                </a:effectLst>
                <a:latin typeface="Calibri" panose="020F0502020204030204" pitchFamily="34" charset="0"/>
                <a:ea typeface="DengXian" panose="02010600030101010101" pitchFamily="2" charset="-122"/>
                <a:cs typeface="Calibri" panose="020F0502020204030204" pitchFamily="34" charset="0"/>
              </a:rPr>
              <a:t> </a:t>
            </a:r>
            <a:r>
              <a:rPr lang="tr-TR" sz="1600" dirty="0" err="1">
                <a:ln>
                  <a:noFill/>
                </a:ln>
                <a:solidFill>
                  <a:srgbClr val="FFFFFF"/>
                </a:solidFill>
                <a:effectLst>
                  <a:outerShdw blurRad="38100" dist="19050" dir="2700000" algn="tl">
                    <a:schemeClr val="dk1">
                      <a:alpha val="40000"/>
                    </a:schemeClr>
                  </a:outerShdw>
                </a:effectLst>
                <a:latin typeface="Calibri" panose="020F0502020204030204" pitchFamily="34" charset="0"/>
                <a:ea typeface="DengXian" panose="02010600030101010101" pitchFamily="2" charset="-122"/>
                <a:cs typeface="Calibri" panose="020F0502020204030204" pitchFamily="34" charset="0"/>
              </a:rPr>
              <a:t>catch</a:t>
            </a:r>
            <a:r>
              <a:rPr lang="tr-TR" sz="1600" dirty="0">
                <a:ln>
                  <a:noFill/>
                </a:ln>
                <a:solidFill>
                  <a:srgbClr val="FFFFFF"/>
                </a:solidFill>
                <a:effectLst>
                  <a:outerShdw blurRad="38100" dist="19050" dir="2700000" algn="tl">
                    <a:schemeClr val="dk1">
                      <a:alpha val="40000"/>
                    </a:schemeClr>
                  </a:outerShdw>
                </a:effectLst>
                <a:latin typeface="Calibri" panose="020F0502020204030204" pitchFamily="34" charset="0"/>
                <a:ea typeface="DengXian" panose="02010600030101010101" pitchFamily="2" charset="-122"/>
                <a:cs typeface="Calibri" panose="020F0502020204030204" pitchFamily="34" charset="0"/>
              </a:rPr>
              <a:t> kullanılıyor ise </a:t>
            </a:r>
            <a:r>
              <a:rPr lang="tr-TR" sz="1600" dirty="0" err="1">
                <a:ln>
                  <a:noFill/>
                </a:ln>
                <a:solidFill>
                  <a:srgbClr val="FFFFFF"/>
                </a:solidFill>
                <a:effectLst>
                  <a:outerShdw blurRad="38100" dist="19050" dir="2700000" algn="tl">
                    <a:schemeClr val="dk1">
                      <a:alpha val="40000"/>
                    </a:schemeClr>
                  </a:outerShdw>
                </a:effectLst>
                <a:latin typeface="Calibri" panose="020F0502020204030204" pitchFamily="34" charset="0"/>
                <a:ea typeface="DengXian" panose="02010600030101010101" pitchFamily="2" charset="-122"/>
                <a:cs typeface="Calibri" panose="020F0502020204030204" pitchFamily="34" charset="0"/>
              </a:rPr>
              <a:t>catch</a:t>
            </a:r>
            <a:r>
              <a:rPr lang="tr-TR" sz="1600" dirty="0">
                <a:ln>
                  <a:noFill/>
                </a:ln>
                <a:solidFill>
                  <a:srgbClr val="FFFFFF"/>
                </a:solidFill>
                <a:effectLst>
                  <a:outerShdw blurRad="38100" dist="19050" dir="2700000" algn="tl">
                    <a:schemeClr val="dk1">
                      <a:alpha val="40000"/>
                    </a:schemeClr>
                  </a:outerShdw>
                </a:effectLst>
                <a:latin typeface="Calibri" panose="020F0502020204030204" pitchFamily="34" charset="0"/>
                <a:ea typeface="DengXian" panose="02010600030101010101" pitchFamily="2" charset="-122"/>
                <a:cs typeface="Calibri" panose="020F0502020204030204" pitchFamily="34" charset="0"/>
              </a:rPr>
              <a:t> te kendi standart mesajı okunmalı </a:t>
            </a:r>
            <a:r>
              <a:rPr lang="tr-TR" sz="1600" dirty="0" err="1">
                <a:ln>
                  <a:noFill/>
                </a:ln>
                <a:solidFill>
                  <a:srgbClr val="FFFFFF"/>
                </a:solidFill>
                <a:effectLst>
                  <a:outerShdw blurRad="38100" dist="19050" dir="2700000" algn="tl">
                    <a:schemeClr val="dk1">
                      <a:alpha val="40000"/>
                    </a:schemeClr>
                  </a:outerShdw>
                </a:effectLst>
                <a:latin typeface="Calibri" panose="020F0502020204030204" pitchFamily="34" charset="0"/>
                <a:ea typeface="DengXian" panose="02010600030101010101" pitchFamily="2" charset="-122"/>
                <a:cs typeface="Calibri" panose="020F0502020204030204" pitchFamily="34" charset="0"/>
              </a:rPr>
              <a:t>default</a:t>
            </a:r>
            <a:r>
              <a:rPr lang="tr-TR" sz="1600" dirty="0">
                <a:ln>
                  <a:noFill/>
                </a:ln>
                <a:solidFill>
                  <a:srgbClr val="FFFFFF"/>
                </a:solidFill>
                <a:effectLst>
                  <a:outerShdw blurRad="38100" dist="19050" dir="2700000" algn="tl">
                    <a:schemeClr val="dk1">
                      <a:alpha val="40000"/>
                    </a:schemeClr>
                  </a:outerShdw>
                </a:effectLst>
                <a:latin typeface="Calibri" panose="020F0502020204030204" pitchFamily="34" charset="0"/>
                <a:ea typeface="DengXian" panose="02010600030101010101" pitchFamily="2" charset="-122"/>
                <a:cs typeface="Calibri" panose="020F0502020204030204" pitchFamily="34" charset="0"/>
              </a:rPr>
              <a:t> bir mesaj basılmamalı</a:t>
            </a:r>
            <a:br>
              <a:rPr lang="en-US" sz="1600" dirty="0">
                <a:solidFill>
                  <a:srgbClr val="FFFFFF"/>
                </a:solidFill>
                <a:effectLst/>
                <a:latin typeface="Calibri" panose="020F0502020204030204" pitchFamily="34" charset="0"/>
                <a:ea typeface="DengXian" panose="02010600030101010101" pitchFamily="2" charset="-122"/>
                <a:cs typeface="Calibri" panose="020F0502020204030204" pitchFamily="34" charset="0"/>
              </a:rPr>
            </a:br>
            <a:r>
              <a:rPr lang="tr-TR" sz="1600" dirty="0">
                <a:ln>
                  <a:noFill/>
                </a:ln>
                <a:solidFill>
                  <a:srgbClr val="FFFFFF"/>
                </a:solidFill>
                <a:effectLst>
                  <a:outerShdw blurRad="38100" dist="19050" dir="2700000" algn="tl">
                    <a:schemeClr val="dk1">
                      <a:alpha val="40000"/>
                    </a:schemeClr>
                  </a:outerShdw>
                </a:effectLst>
                <a:latin typeface="Calibri" panose="020F0502020204030204" pitchFamily="34" charset="0"/>
                <a:ea typeface="DengXian" panose="02010600030101010101" pitchFamily="2" charset="-122"/>
                <a:cs typeface="Calibri" panose="020F0502020204030204" pitchFamily="34" charset="0"/>
              </a:rPr>
              <a:t>9-) bir mesaj </a:t>
            </a:r>
            <a:r>
              <a:rPr lang="tr-TR" sz="1600" dirty="0" err="1">
                <a:ln>
                  <a:noFill/>
                </a:ln>
                <a:solidFill>
                  <a:srgbClr val="FFFFFF"/>
                </a:solidFill>
                <a:effectLst>
                  <a:outerShdw blurRad="38100" dist="19050" dir="2700000" algn="tl">
                    <a:schemeClr val="dk1">
                      <a:alpha val="40000"/>
                    </a:schemeClr>
                  </a:outerShdw>
                </a:effectLst>
                <a:latin typeface="Calibri" panose="020F0502020204030204" pitchFamily="34" charset="0"/>
                <a:ea typeface="DengXian" panose="02010600030101010101" pitchFamily="2" charset="-122"/>
                <a:cs typeface="Calibri" panose="020F0502020204030204" pitchFamily="34" charset="0"/>
              </a:rPr>
              <a:t>text</a:t>
            </a:r>
            <a:r>
              <a:rPr lang="tr-TR" sz="1600" dirty="0">
                <a:ln>
                  <a:noFill/>
                </a:ln>
                <a:solidFill>
                  <a:srgbClr val="FFFFFF"/>
                </a:solidFill>
                <a:effectLst>
                  <a:outerShdw blurRad="38100" dist="19050" dir="2700000" algn="tl">
                    <a:schemeClr val="dk1">
                      <a:alpha val="40000"/>
                    </a:schemeClr>
                  </a:outerShdw>
                </a:effectLst>
                <a:latin typeface="Calibri" panose="020F0502020204030204" pitchFamily="34" charset="0"/>
                <a:ea typeface="DengXian" panose="02010600030101010101" pitchFamily="2" charset="-122"/>
                <a:cs typeface="Calibri" panose="020F0502020204030204" pitchFamily="34" charset="0"/>
              </a:rPr>
              <a:t> olarak sabit değil se91 objesi veya </a:t>
            </a:r>
            <a:r>
              <a:rPr lang="tr-TR" sz="1600" dirty="0" err="1">
                <a:ln>
                  <a:noFill/>
                </a:ln>
                <a:solidFill>
                  <a:srgbClr val="FFFFFF"/>
                </a:solidFill>
                <a:effectLst>
                  <a:outerShdw blurRad="38100" dist="19050" dir="2700000" algn="tl">
                    <a:schemeClr val="dk1">
                      <a:alpha val="40000"/>
                    </a:schemeClr>
                  </a:outerShdw>
                </a:effectLst>
                <a:latin typeface="Calibri" panose="020F0502020204030204" pitchFamily="34" charset="0"/>
                <a:ea typeface="DengXian" panose="02010600030101010101" pitchFamily="2" charset="-122"/>
                <a:cs typeface="Calibri" panose="020F0502020204030204" pitchFamily="34" charset="0"/>
              </a:rPr>
              <a:t>local</a:t>
            </a:r>
            <a:r>
              <a:rPr lang="tr-TR" sz="1600" dirty="0">
                <a:ln>
                  <a:noFill/>
                </a:ln>
                <a:solidFill>
                  <a:srgbClr val="FFFFFF"/>
                </a:solidFill>
                <a:effectLst>
                  <a:outerShdw blurRad="38100" dist="19050" dir="2700000" algn="tl">
                    <a:schemeClr val="dk1">
                      <a:alpha val="40000"/>
                    </a:schemeClr>
                  </a:outerShdw>
                </a:effectLst>
                <a:latin typeface="Calibri" panose="020F0502020204030204" pitchFamily="34" charset="0"/>
                <a:ea typeface="DengXian" panose="02010600030101010101" pitchFamily="2" charset="-122"/>
                <a:cs typeface="Calibri" panose="020F0502020204030204" pitchFamily="34" charset="0"/>
              </a:rPr>
              <a:t> </a:t>
            </a:r>
            <a:r>
              <a:rPr lang="tr-TR" sz="1600" dirty="0" err="1">
                <a:ln>
                  <a:noFill/>
                </a:ln>
                <a:solidFill>
                  <a:srgbClr val="FFFFFF"/>
                </a:solidFill>
                <a:effectLst>
                  <a:outerShdw blurRad="38100" dist="19050" dir="2700000" algn="tl">
                    <a:schemeClr val="dk1">
                      <a:alpha val="40000"/>
                    </a:schemeClr>
                  </a:outerShdw>
                </a:effectLst>
                <a:latin typeface="Calibri" panose="020F0502020204030204" pitchFamily="34" charset="0"/>
                <a:ea typeface="DengXian" panose="02010600030101010101" pitchFamily="2" charset="-122"/>
                <a:cs typeface="Calibri" panose="020F0502020204030204" pitchFamily="34" charset="0"/>
              </a:rPr>
              <a:t>text</a:t>
            </a:r>
            <a:r>
              <a:rPr lang="tr-TR" sz="1600" dirty="0">
                <a:ln>
                  <a:noFill/>
                </a:ln>
                <a:solidFill>
                  <a:srgbClr val="FFFFFF"/>
                </a:solidFill>
                <a:effectLst>
                  <a:outerShdw blurRad="38100" dist="19050" dir="2700000" algn="tl">
                    <a:schemeClr val="dk1">
                      <a:alpha val="40000"/>
                    </a:schemeClr>
                  </a:outerShdw>
                </a:effectLst>
                <a:latin typeface="Calibri" panose="020F0502020204030204" pitchFamily="34" charset="0"/>
                <a:ea typeface="DengXian" panose="02010600030101010101" pitchFamily="2" charset="-122"/>
                <a:cs typeface="Calibri" panose="020F0502020204030204" pitchFamily="34" charset="0"/>
              </a:rPr>
              <a:t> olarak eklenip </a:t>
            </a:r>
            <a:r>
              <a:rPr lang="tr-TR" sz="1600" dirty="0" err="1">
                <a:ln>
                  <a:noFill/>
                </a:ln>
                <a:solidFill>
                  <a:srgbClr val="FFFFFF"/>
                </a:solidFill>
                <a:effectLst>
                  <a:outerShdw blurRad="38100" dist="19050" dir="2700000" algn="tl">
                    <a:schemeClr val="dk1">
                      <a:alpha val="40000"/>
                    </a:schemeClr>
                  </a:outerShdw>
                </a:effectLst>
                <a:latin typeface="Calibri" panose="020F0502020204030204" pitchFamily="34" charset="0"/>
                <a:ea typeface="DengXian" panose="02010600030101010101" pitchFamily="2" charset="-122"/>
                <a:cs typeface="Calibri" panose="020F0502020204030204" pitchFamily="34" charset="0"/>
              </a:rPr>
              <a:t>conv</a:t>
            </a:r>
            <a:r>
              <a:rPr lang="tr-TR" sz="1600" dirty="0">
                <a:ln>
                  <a:noFill/>
                </a:ln>
                <a:solidFill>
                  <a:srgbClr val="FFFFFF"/>
                </a:solidFill>
                <a:effectLst>
                  <a:outerShdw blurRad="38100" dist="19050" dir="2700000" algn="tl">
                    <a:schemeClr val="dk1">
                      <a:alpha val="40000"/>
                    </a:schemeClr>
                  </a:outerShdw>
                </a:effectLst>
                <a:latin typeface="Calibri" panose="020F0502020204030204" pitchFamily="34" charset="0"/>
                <a:ea typeface="DengXian" panose="02010600030101010101" pitchFamily="2" charset="-122"/>
                <a:cs typeface="Calibri" panose="020F0502020204030204" pitchFamily="34" charset="0"/>
              </a:rPr>
              <a:t> yapılmalı. Sabit </a:t>
            </a:r>
            <a:r>
              <a:rPr lang="tr-TR" sz="1600" dirty="0" err="1">
                <a:ln>
                  <a:noFill/>
                </a:ln>
                <a:solidFill>
                  <a:srgbClr val="FFFFFF"/>
                </a:solidFill>
                <a:effectLst>
                  <a:outerShdw blurRad="38100" dist="19050" dir="2700000" algn="tl">
                    <a:schemeClr val="dk1">
                      <a:alpha val="40000"/>
                    </a:schemeClr>
                  </a:outerShdw>
                </a:effectLst>
                <a:latin typeface="Calibri" panose="020F0502020204030204" pitchFamily="34" charset="0"/>
                <a:ea typeface="DengXian" panose="02010600030101010101" pitchFamily="2" charset="-122"/>
                <a:cs typeface="Calibri" panose="020F0502020204030204" pitchFamily="34" charset="0"/>
              </a:rPr>
              <a:t>type</a:t>
            </a:r>
            <a:r>
              <a:rPr lang="tr-TR" sz="1600" dirty="0">
                <a:ln>
                  <a:noFill/>
                </a:ln>
                <a:solidFill>
                  <a:srgbClr val="FFFFFF"/>
                </a:solidFill>
                <a:effectLst>
                  <a:outerShdw blurRad="38100" dist="19050" dir="2700000" algn="tl">
                    <a:schemeClr val="dk1">
                      <a:alpha val="40000"/>
                    </a:schemeClr>
                  </a:outerShdw>
                </a:effectLst>
                <a:latin typeface="Calibri" panose="020F0502020204030204" pitchFamily="34" charset="0"/>
                <a:ea typeface="DengXian" panose="02010600030101010101" pitchFamily="2" charset="-122"/>
                <a:cs typeface="Calibri" panose="020F0502020204030204" pitchFamily="34" charset="0"/>
              </a:rPr>
              <a:t> </a:t>
            </a:r>
            <a:r>
              <a:rPr lang="tr-TR" sz="1600" dirty="0" err="1">
                <a:ln>
                  <a:noFill/>
                </a:ln>
                <a:solidFill>
                  <a:srgbClr val="FFFFFF"/>
                </a:solidFill>
                <a:effectLst>
                  <a:outerShdw blurRad="38100" dist="19050" dir="2700000" algn="tl">
                    <a:schemeClr val="dk1">
                      <a:alpha val="40000"/>
                    </a:schemeClr>
                  </a:outerShdw>
                </a:effectLst>
                <a:latin typeface="Calibri" panose="020F0502020204030204" pitchFamily="34" charset="0"/>
                <a:ea typeface="DengXian" panose="02010600030101010101" pitchFamily="2" charset="-122"/>
                <a:cs typeface="Calibri" panose="020F0502020204030204" pitchFamily="34" charset="0"/>
              </a:rPr>
              <a:t>vs</a:t>
            </a:r>
            <a:r>
              <a:rPr lang="tr-TR" sz="1600" dirty="0">
                <a:ln>
                  <a:noFill/>
                </a:ln>
                <a:solidFill>
                  <a:srgbClr val="FFFFFF"/>
                </a:solidFill>
                <a:effectLst>
                  <a:outerShdw blurRad="38100" dist="19050" dir="2700000" algn="tl">
                    <a:schemeClr val="dk1">
                      <a:alpha val="40000"/>
                    </a:schemeClr>
                  </a:outerShdw>
                </a:effectLst>
                <a:latin typeface="Calibri" panose="020F0502020204030204" pitchFamily="34" charset="0"/>
                <a:ea typeface="DengXian" panose="02010600030101010101" pitchFamily="2" charset="-122"/>
                <a:cs typeface="Calibri" panose="020F0502020204030204" pitchFamily="34" charset="0"/>
              </a:rPr>
              <a:t> kullanılması gerekiyor ise </a:t>
            </a:r>
            <a:r>
              <a:rPr lang="en-US" sz="1600" dirty="0">
                <a:ln>
                  <a:noFill/>
                </a:ln>
                <a:solidFill>
                  <a:srgbClr val="FFFFFF"/>
                </a:solidFill>
                <a:effectLst>
                  <a:outerShdw blurRad="38100" dist="19050" dir="2700000" algn="tl">
                    <a:schemeClr val="dk1">
                      <a:alpha val="40000"/>
                    </a:schemeClr>
                  </a:outerShdw>
                </a:effectLst>
                <a:latin typeface="Calibri" panose="020F0502020204030204" pitchFamily="34" charset="0"/>
                <a:ea typeface="DengXian" panose="02010600030101010101" pitchFamily="2" charset="-122"/>
                <a:cs typeface="Calibri" panose="020F0502020204030204" pitchFamily="34" charset="0"/>
              </a:rPr>
              <a:t>CONSTANTS </a:t>
            </a:r>
            <a:r>
              <a:rPr lang="en-US" sz="1600" dirty="0" err="1">
                <a:ln>
                  <a:noFill/>
                </a:ln>
                <a:solidFill>
                  <a:srgbClr val="FFFFFF"/>
                </a:solidFill>
                <a:effectLst>
                  <a:outerShdw blurRad="38100" dist="19050" dir="2700000" algn="tl">
                    <a:schemeClr val="dk1">
                      <a:alpha val="40000"/>
                    </a:schemeClr>
                  </a:outerShdw>
                </a:effectLst>
                <a:latin typeface="Calibri" panose="020F0502020204030204" pitchFamily="34" charset="0"/>
                <a:ea typeface="DengXian" panose="02010600030101010101" pitchFamily="2" charset="-122"/>
                <a:cs typeface="Calibri" panose="020F0502020204030204" pitchFamily="34" charset="0"/>
              </a:rPr>
              <a:t>kullanılmalı</a:t>
            </a:r>
            <a:br>
              <a:rPr lang="en-US" sz="1600" dirty="0">
                <a:solidFill>
                  <a:srgbClr val="FFFFFF"/>
                </a:solidFill>
                <a:effectLst/>
                <a:latin typeface="Calibri" panose="020F0502020204030204" pitchFamily="34" charset="0"/>
                <a:ea typeface="DengXian" panose="02010600030101010101" pitchFamily="2" charset="-122"/>
                <a:cs typeface="Calibri" panose="020F0502020204030204" pitchFamily="34" charset="0"/>
              </a:rPr>
            </a:br>
            <a:r>
              <a:rPr lang="en-US" sz="1600" dirty="0">
                <a:ln>
                  <a:noFill/>
                </a:ln>
                <a:solidFill>
                  <a:srgbClr val="FFFFFF"/>
                </a:solidFill>
                <a:effectLst>
                  <a:outerShdw blurRad="38100" dist="19050" dir="2700000" algn="tl">
                    <a:schemeClr val="dk1">
                      <a:alpha val="40000"/>
                    </a:schemeClr>
                  </a:outerShdw>
                </a:effectLst>
                <a:latin typeface="Calibri" panose="020F0502020204030204" pitchFamily="34" charset="0"/>
                <a:ea typeface="DengXian" panose="02010600030101010101" pitchFamily="2" charset="-122"/>
                <a:cs typeface="Calibri" panose="020F0502020204030204" pitchFamily="34" charset="0"/>
              </a:rPr>
              <a:t>10-) </a:t>
            </a:r>
            <a:r>
              <a:rPr lang="en-US" sz="1600" dirty="0" err="1">
                <a:ln>
                  <a:noFill/>
                </a:ln>
                <a:solidFill>
                  <a:srgbClr val="FFFFFF"/>
                </a:solidFill>
                <a:effectLst>
                  <a:outerShdw blurRad="38100" dist="19050" dir="2700000" algn="tl">
                    <a:schemeClr val="dk1">
                      <a:alpha val="40000"/>
                    </a:schemeClr>
                  </a:outerShdw>
                </a:effectLst>
                <a:latin typeface="Calibri" panose="020F0502020204030204" pitchFamily="34" charset="0"/>
                <a:ea typeface="DengXian" panose="02010600030101010101" pitchFamily="2" charset="-122"/>
                <a:cs typeface="Calibri" panose="020F0502020204030204" pitchFamily="34" charset="0"/>
              </a:rPr>
              <a:t>Üretim</a:t>
            </a:r>
            <a:r>
              <a:rPr lang="en-US" sz="1600" dirty="0">
                <a:ln>
                  <a:noFill/>
                </a:ln>
                <a:solidFill>
                  <a:srgbClr val="FFFFFF"/>
                </a:solidFill>
                <a:effectLst>
                  <a:outerShdw blurRad="38100" dist="19050" dir="2700000" algn="tl">
                    <a:schemeClr val="dk1">
                      <a:alpha val="40000"/>
                    </a:schemeClr>
                  </a:outerShdw>
                </a:effectLst>
                <a:latin typeface="Calibri" panose="020F0502020204030204" pitchFamily="34" charset="0"/>
                <a:ea typeface="DengXian" panose="02010600030101010101" pitchFamily="2" charset="-122"/>
                <a:cs typeface="Calibri" panose="020F0502020204030204" pitchFamily="34" charset="0"/>
              </a:rPr>
              <a:t> </a:t>
            </a:r>
            <a:r>
              <a:rPr lang="en-US" sz="1600" dirty="0" err="1">
                <a:ln>
                  <a:noFill/>
                </a:ln>
                <a:solidFill>
                  <a:srgbClr val="FFFFFF"/>
                </a:solidFill>
                <a:effectLst>
                  <a:outerShdw blurRad="38100" dist="19050" dir="2700000" algn="tl">
                    <a:schemeClr val="dk1">
                      <a:alpha val="40000"/>
                    </a:schemeClr>
                  </a:outerShdw>
                </a:effectLst>
                <a:latin typeface="Calibri" panose="020F0502020204030204" pitchFamily="34" charset="0"/>
                <a:ea typeface="DengXian" panose="02010600030101010101" pitchFamily="2" charset="-122"/>
                <a:cs typeface="Calibri" panose="020F0502020204030204" pitchFamily="34" charset="0"/>
              </a:rPr>
              <a:t>yerinde</a:t>
            </a:r>
            <a:r>
              <a:rPr lang="en-US" sz="1600" dirty="0">
                <a:ln>
                  <a:noFill/>
                </a:ln>
                <a:solidFill>
                  <a:srgbClr val="FFFFFF"/>
                </a:solidFill>
                <a:effectLst>
                  <a:outerShdw blurRad="38100" dist="19050" dir="2700000" algn="tl">
                    <a:schemeClr val="dk1">
                      <a:alpha val="40000"/>
                    </a:schemeClr>
                  </a:outerShdw>
                </a:effectLst>
                <a:latin typeface="Calibri" panose="020F0502020204030204" pitchFamily="34" charset="0"/>
                <a:ea typeface="DengXian" panose="02010600030101010101" pitchFamily="2" charset="-122"/>
                <a:cs typeface="Calibri" panose="020F0502020204030204" pitchFamily="34" charset="0"/>
              </a:rPr>
              <a:t> </a:t>
            </a:r>
            <a:r>
              <a:rPr lang="en-US" sz="1600" dirty="0" err="1">
                <a:ln>
                  <a:noFill/>
                </a:ln>
                <a:solidFill>
                  <a:srgbClr val="FFFFFF"/>
                </a:solidFill>
                <a:effectLst>
                  <a:outerShdw blurRad="38100" dist="19050" dir="2700000" algn="tl">
                    <a:schemeClr val="dk1">
                      <a:alpha val="40000"/>
                    </a:schemeClr>
                  </a:outerShdw>
                </a:effectLst>
                <a:latin typeface="Calibri" panose="020F0502020204030204" pitchFamily="34" charset="0"/>
                <a:ea typeface="DengXian" panose="02010600030101010101" pitchFamily="2" charset="-122"/>
                <a:cs typeface="Calibri" panose="020F0502020204030204" pitchFamily="34" charset="0"/>
              </a:rPr>
              <a:t>çekilen</a:t>
            </a:r>
            <a:r>
              <a:rPr lang="en-US" sz="1600" dirty="0">
                <a:ln>
                  <a:noFill/>
                </a:ln>
                <a:solidFill>
                  <a:srgbClr val="FFFFFF"/>
                </a:solidFill>
                <a:effectLst>
                  <a:outerShdw blurRad="38100" dist="19050" dir="2700000" algn="tl">
                    <a:schemeClr val="dk1">
                      <a:alpha val="40000"/>
                    </a:schemeClr>
                  </a:outerShdw>
                </a:effectLst>
                <a:latin typeface="Calibri" panose="020F0502020204030204" pitchFamily="34" charset="0"/>
                <a:ea typeface="DengXian" panose="02010600030101010101" pitchFamily="2" charset="-122"/>
                <a:cs typeface="Calibri" panose="020F0502020204030204" pitchFamily="34" charset="0"/>
              </a:rPr>
              <a:t> data </a:t>
            </a:r>
            <a:r>
              <a:rPr lang="en-US" sz="1600" dirty="0" err="1">
                <a:ln>
                  <a:noFill/>
                </a:ln>
                <a:solidFill>
                  <a:srgbClr val="FFFFFF"/>
                </a:solidFill>
                <a:effectLst>
                  <a:outerShdw blurRad="38100" dist="19050" dir="2700000" algn="tl">
                    <a:schemeClr val="dk1">
                      <a:alpha val="40000"/>
                    </a:schemeClr>
                  </a:outerShdw>
                </a:effectLst>
                <a:latin typeface="Calibri" panose="020F0502020204030204" pitchFamily="34" charset="0"/>
                <a:ea typeface="DengXian" panose="02010600030101010101" pitchFamily="2" charset="-122"/>
                <a:cs typeface="Calibri" panose="020F0502020204030204" pitchFamily="34" charset="0"/>
              </a:rPr>
              <a:t>neden</a:t>
            </a:r>
            <a:r>
              <a:rPr lang="en-US" sz="1600" dirty="0">
                <a:ln>
                  <a:noFill/>
                </a:ln>
                <a:solidFill>
                  <a:srgbClr val="FFFFFF"/>
                </a:solidFill>
                <a:effectLst>
                  <a:outerShdw blurRad="38100" dist="19050" dir="2700000" algn="tl">
                    <a:schemeClr val="dk1">
                      <a:alpha val="40000"/>
                    </a:schemeClr>
                  </a:outerShdw>
                </a:effectLst>
                <a:latin typeface="Calibri" panose="020F0502020204030204" pitchFamily="34" charset="0"/>
                <a:ea typeface="DengXian" panose="02010600030101010101" pitchFamily="2" charset="-122"/>
                <a:cs typeface="Calibri" panose="020F0502020204030204" pitchFamily="34" charset="0"/>
              </a:rPr>
              <a:t> </a:t>
            </a:r>
            <a:r>
              <a:rPr lang="en-US" sz="1600" dirty="0" err="1">
                <a:ln>
                  <a:noFill/>
                </a:ln>
                <a:solidFill>
                  <a:srgbClr val="FFFFFF"/>
                </a:solidFill>
                <a:effectLst>
                  <a:outerShdw blurRad="38100" dist="19050" dir="2700000" algn="tl">
                    <a:schemeClr val="dk1">
                      <a:alpha val="40000"/>
                    </a:schemeClr>
                  </a:outerShdw>
                </a:effectLst>
                <a:latin typeface="Calibri" panose="020F0502020204030204" pitchFamily="34" charset="0"/>
                <a:ea typeface="DengXian" panose="02010600030101010101" pitchFamily="2" charset="-122"/>
                <a:cs typeface="Calibri" panose="020F0502020204030204" pitchFamily="34" charset="0"/>
              </a:rPr>
              <a:t>karşı</a:t>
            </a:r>
            <a:r>
              <a:rPr lang="en-US" sz="1600" dirty="0">
                <a:ln>
                  <a:noFill/>
                </a:ln>
                <a:solidFill>
                  <a:srgbClr val="FFFFFF"/>
                </a:solidFill>
                <a:effectLst>
                  <a:outerShdw blurRad="38100" dist="19050" dir="2700000" algn="tl">
                    <a:schemeClr val="dk1">
                      <a:alpha val="40000"/>
                    </a:schemeClr>
                  </a:outerShdw>
                </a:effectLst>
                <a:latin typeface="Calibri" panose="020F0502020204030204" pitchFamily="34" charset="0"/>
                <a:ea typeface="DengXian" panose="02010600030101010101" pitchFamily="2" charset="-122"/>
                <a:cs typeface="Calibri" panose="020F0502020204030204" pitchFamily="34" charset="0"/>
              </a:rPr>
              <a:t> </a:t>
            </a:r>
            <a:r>
              <a:rPr lang="en-US" sz="1600" dirty="0" err="1">
                <a:ln>
                  <a:noFill/>
                </a:ln>
                <a:solidFill>
                  <a:srgbClr val="FFFFFF"/>
                </a:solidFill>
                <a:effectLst>
                  <a:outerShdw blurRad="38100" dist="19050" dir="2700000" algn="tl">
                    <a:schemeClr val="dk1">
                      <a:alpha val="40000"/>
                    </a:schemeClr>
                  </a:outerShdw>
                </a:effectLst>
                <a:latin typeface="Calibri" panose="020F0502020204030204" pitchFamily="34" charset="0"/>
                <a:ea typeface="DengXian" panose="02010600030101010101" pitchFamily="2" charset="-122"/>
                <a:cs typeface="Calibri" panose="020F0502020204030204" pitchFamily="34" charset="0"/>
              </a:rPr>
              <a:t>tarafta</a:t>
            </a:r>
            <a:r>
              <a:rPr lang="en-US" sz="1600" dirty="0">
                <a:ln>
                  <a:noFill/>
                </a:ln>
                <a:solidFill>
                  <a:srgbClr val="FFFFFF"/>
                </a:solidFill>
                <a:effectLst>
                  <a:outerShdw blurRad="38100" dist="19050" dir="2700000" algn="tl">
                    <a:schemeClr val="dk1">
                      <a:alpha val="40000"/>
                    </a:schemeClr>
                  </a:outerShdw>
                </a:effectLst>
                <a:latin typeface="Calibri" panose="020F0502020204030204" pitchFamily="34" charset="0"/>
                <a:ea typeface="DengXian" panose="02010600030101010101" pitchFamily="2" charset="-122"/>
                <a:cs typeface="Calibri" panose="020F0502020204030204" pitchFamily="34" charset="0"/>
              </a:rPr>
              <a:t> </a:t>
            </a:r>
            <a:r>
              <a:rPr lang="en-US" sz="1600" dirty="0" err="1">
                <a:ln>
                  <a:noFill/>
                </a:ln>
                <a:solidFill>
                  <a:srgbClr val="FFFFFF"/>
                </a:solidFill>
                <a:effectLst>
                  <a:outerShdw blurRad="38100" dist="19050" dir="2700000" algn="tl">
                    <a:schemeClr val="dk1">
                      <a:alpha val="40000"/>
                    </a:schemeClr>
                  </a:outerShdw>
                </a:effectLst>
                <a:latin typeface="Calibri" panose="020F0502020204030204" pitchFamily="34" charset="0"/>
                <a:ea typeface="DengXian" panose="02010600030101010101" pitchFamily="2" charset="-122"/>
                <a:cs typeface="Calibri" panose="020F0502020204030204" pitchFamily="34" charset="0"/>
              </a:rPr>
              <a:t>malzeme</a:t>
            </a:r>
            <a:r>
              <a:rPr lang="en-US" sz="1600" dirty="0">
                <a:ln>
                  <a:noFill/>
                </a:ln>
                <a:solidFill>
                  <a:srgbClr val="FFFFFF"/>
                </a:solidFill>
                <a:effectLst>
                  <a:outerShdw blurRad="38100" dist="19050" dir="2700000" algn="tl">
                    <a:schemeClr val="dk1">
                      <a:alpha val="40000"/>
                    </a:schemeClr>
                  </a:outerShdw>
                </a:effectLst>
                <a:latin typeface="Calibri" panose="020F0502020204030204" pitchFamily="34" charset="0"/>
                <a:ea typeface="DengXian" panose="02010600030101010101" pitchFamily="2" charset="-122"/>
                <a:cs typeface="Calibri" panose="020F0502020204030204" pitchFamily="34" charset="0"/>
              </a:rPr>
              <a:t> </a:t>
            </a:r>
            <a:r>
              <a:rPr lang="en-US" sz="1600" dirty="0" err="1">
                <a:ln>
                  <a:noFill/>
                </a:ln>
                <a:solidFill>
                  <a:srgbClr val="FFFFFF"/>
                </a:solidFill>
                <a:effectLst>
                  <a:outerShdw blurRad="38100" dist="19050" dir="2700000" algn="tl">
                    <a:schemeClr val="dk1">
                      <a:alpha val="40000"/>
                    </a:schemeClr>
                  </a:outerShdw>
                </a:effectLst>
                <a:latin typeface="Calibri" panose="020F0502020204030204" pitchFamily="34" charset="0"/>
                <a:ea typeface="DengXian" panose="02010600030101010101" pitchFamily="2" charset="-122"/>
                <a:cs typeface="Calibri" panose="020F0502020204030204" pitchFamily="34" charset="0"/>
              </a:rPr>
              <a:t>bazlı</a:t>
            </a:r>
            <a:r>
              <a:rPr lang="en-US" sz="1600" dirty="0">
                <a:ln>
                  <a:noFill/>
                </a:ln>
                <a:solidFill>
                  <a:srgbClr val="FFFFFF"/>
                </a:solidFill>
                <a:effectLst>
                  <a:outerShdw blurRad="38100" dist="19050" dir="2700000" algn="tl">
                    <a:schemeClr val="dk1">
                      <a:alpha val="40000"/>
                    </a:schemeClr>
                  </a:outerShdw>
                </a:effectLst>
                <a:latin typeface="Calibri" panose="020F0502020204030204" pitchFamily="34" charset="0"/>
                <a:ea typeface="DengXian" panose="02010600030101010101" pitchFamily="2" charset="-122"/>
                <a:cs typeface="Calibri" panose="020F0502020204030204" pitchFamily="34" charset="0"/>
              </a:rPr>
              <a:t> </a:t>
            </a:r>
            <a:r>
              <a:rPr lang="en-US" sz="1600" dirty="0" err="1">
                <a:ln>
                  <a:noFill/>
                </a:ln>
                <a:solidFill>
                  <a:srgbClr val="FFFFFF"/>
                </a:solidFill>
                <a:effectLst>
                  <a:outerShdw blurRad="38100" dist="19050" dir="2700000" algn="tl">
                    <a:schemeClr val="dk1">
                      <a:alpha val="40000"/>
                    </a:schemeClr>
                  </a:outerShdw>
                </a:effectLst>
                <a:latin typeface="Calibri" panose="020F0502020204030204" pitchFamily="34" charset="0"/>
                <a:ea typeface="DengXian" panose="02010600030101010101" pitchFamily="2" charset="-122"/>
                <a:cs typeface="Calibri" panose="020F0502020204030204" pitchFamily="34" charset="0"/>
              </a:rPr>
              <a:t>bir</a:t>
            </a:r>
            <a:r>
              <a:rPr lang="en-US" sz="1600" dirty="0">
                <a:ln>
                  <a:noFill/>
                </a:ln>
                <a:solidFill>
                  <a:srgbClr val="FFFFFF"/>
                </a:solidFill>
                <a:effectLst>
                  <a:outerShdw blurRad="38100" dist="19050" dir="2700000" algn="tl">
                    <a:schemeClr val="dk1">
                      <a:alpha val="40000"/>
                    </a:schemeClr>
                  </a:outerShdw>
                </a:effectLst>
                <a:latin typeface="Calibri" panose="020F0502020204030204" pitchFamily="34" charset="0"/>
                <a:ea typeface="DengXian" panose="02010600030101010101" pitchFamily="2" charset="-122"/>
                <a:cs typeface="Calibri" panose="020F0502020204030204" pitchFamily="34" charset="0"/>
              </a:rPr>
              <a:t> </a:t>
            </a:r>
            <a:r>
              <a:rPr lang="en-US" sz="1600" dirty="0" err="1">
                <a:ln>
                  <a:noFill/>
                </a:ln>
                <a:solidFill>
                  <a:srgbClr val="FFFFFF"/>
                </a:solidFill>
                <a:effectLst>
                  <a:outerShdw blurRad="38100" dist="19050" dir="2700000" algn="tl">
                    <a:schemeClr val="dk1">
                      <a:alpha val="40000"/>
                    </a:schemeClr>
                  </a:outerShdw>
                </a:effectLst>
                <a:latin typeface="Calibri" panose="020F0502020204030204" pitchFamily="34" charset="0"/>
                <a:ea typeface="DengXian" panose="02010600030101010101" pitchFamily="2" charset="-122"/>
                <a:cs typeface="Calibri" panose="020F0502020204030204" pitchFamily="34" charset="0"/>
              </a:rPr>
              <a:t>tabloda</a:t>
            </a:r>
            <a:r>
              <a:rPr lang="en-US" sz="1600" dirty="0">
                <a:ln>
                  <a:noFill/>
                </a:ln>
                <a:solidFill>
                  <a:srgbClr val="FFFFFF"/>
                </a:solidFill>
                <a:effectLst>
                  <a:outerShdw blurRad="38100" dist="19050" dir="2700000" algn="tl">
                    <a:schemeClr val="dk1">
                      <a:alpha val="40000"/>
                    </a:schemeClr>
                  </a:outerShdw>
                </a:effectLst>
                <a:latin typeface="Calibri" panose="020F0502020204030204" pitchFamily="34" charset="0"/>
                <a:ea typeface="DengXian" panose="02010600030101010101" pitchFamily="2" charset="-122"/>
                <a:cs typeface="Calibri" panose="020F0502020204030204" pitchFamily="34" charset="0"/>
              </a:rPr>
              <a:t> </a:t>
            </a:r>
            <a:r>
              <a:rPr lang="en-US" sz="1600" dirty="0" err="1">
                <a:ln>
                  <a:noFill/>
                </a:ln>
                <a:solidFill>
                  <a:srgbClr val="FFFFFF"/>
                </a:solidFill>
                <a:effectLst>
                  <a:outerShdw blurRad="38100" dist="19050" dir="2700000" algn="tl">
                    <a:schemeClr val="dk1">
                      <a:alpha val="40000"/>
                    </a:schemeClr>
                  </a:outerShdw>
                </a:effectLst>
                <a:latin typeface="Calibri" panose="020F0502020204030204" pitchFamily="34" charset="0"/>
                <a:ea typeface="DengXian" panose="02010600030101010101" pitchFamily="2" charset="-122"/>
                <a:cs typeface="Calibri" panose="020F0502020204030204" pitchFamily="34" charset="0"/>
              </a:rPr>
              <a:t>tutulmuş</a:t>
            </a:r>
            <a:r>
              <a:rPr lang="en-US" sz="1600" dirty="0">
                <a:ln>
                  <a:noFill/>
                </a:ln>
                <a:solidFill>
                  <a:srgbClr val="FFFFFF"/>
                </a:solidFill>
                <a:effectLst>
                  <a:outerShdw blurRad="38100" dist="19050" dir="2700000" algn="tl">
                    <a:schemeClr val="dk1">
                      <a:alpha val="40000"/>
                    </a:schemeClr>
                  </a:outerShdw>
                </a:effectLst>
                <a:latin typeface="Calibri" panose="020F0502020204030204" pitchFamily="34" charset="0"/>
                <a:ea typeface="DengXian" panose="02010600030101010101" pitchFamily="2" charset="-122"/>
                <a:cs typeface="Calibri" panose="020F0502020204030204" pitchFamily="34" charset="0"/>
              </a:rPr>
              <a:t> </a:t>
            </a:r>
            <a:r>
              <a:rPr lang="en-US" sz="1600" dirty="0" err="1">
                <a:ln>
                  <a:noFill/>
                </a:ln>
                <a:solidFill>
                  <a:srgbClr val="FFFFFF"/>
                </a:solidFill>
                <a:effectLst>
                  <a:outerShdw blurRad="38100" dist="19050" dir="2700000" algn="tl">
                    <a:schemeClr val="dk1">
                      <a:alpha val="40000"/>
                    </a:schemeClr>
                  </a:outerShdw>
                </a:effectLst>
                <a:latin typeface="Calibri" panose="020F0502020204030204" pitchFamily="34" charset="0"/>
                <a:ea typeface="DengXian" panose="02010600030101010101" pitchFamily="2" charset="-122"/>
                <a:cs typeface="Calibri" panose="020F0502020204030204" pitchFamily="34" charset="0"/>
              </a:rPr>
              <a:t>uretim</a:t>
            </a:r>
            <a:r>
              <a:rPr lang="en-US" sz="1600" dirty="0">
                <a:ln>
                  <a:noFill/>
                </a:ln>
                <a:solidFill>
                  <a:srgbClr val="FFFFFF"/>
                </a:solidFill>
                <a:effectLst>
                  <a:outerShdw blurRad="38100" dist="19050" dir="2700000" algn="tl">
                    <a:schemeClr val="dk1">
                      <a:alpha val="40000"/>
                    </a:schemeClr>
                  </a:outerShdw>
                </a:effectLst>
                <a:latin typeface="Calibri" panose="020F0502020204030204" pitchFamily="34" charset="0"/>
                <a:ea typeface="DengXian" panose="02010600030101010101" pitchFamily="2" charset="-122"/>
                <a:cs typeface="Calibri" panose="020F0502020204030204" pitchFamily="34" charset="0"/>
              </a:rPr>
              <a:t> </a:t>
            </a:r>
            <a:r>
              <a:rPr lang="en-US" sz="1600" dirty="0" err="1">
                <a:ln>
                  <a:noFill/>
                </a:ln>
                <a:solidFill>
                  <a:srgbClr val="FFFFFF"/>
                </a:solidFill>
                <a:effectLst>
                  <a:outerShdw blurRad="38100" dist="19050" dir="2700000" algn="tl">
                    <a:schemeClr val="dk1">
                      <a:alpha val="40000"/>
                    </a:schemeClr>
                  </a:outerShdw>
                </a:effectLst>
                <a:latin typeface="Calibri" panose="020F0502020204030204" pitchFamily="34" charset="0"/>
                <a:ea typeface="DengXian" panose="02010600030101010101" pitchFamily="2" charset="-122"/>
                <a:cs typeface="Calibri" panose="020F0502020204030204" pitchFamily="34" charset="0"/>
              </a:rPr>
              <a:t>yeri</a:t>
            </a:r>
            <a:r>
              <a:rPr lang="en-US" sz="1600" dirty="0">
                <a:ln>
                  <a:noFill/>
                </a:ln>
                <a:solidFill>
                  <a:srgbClr val="FFFFFF"/>
                </a:solidFill>
                <a:effectLst>
                  <a:outerShdw blurRad="38100" dist="19050" dir="2700000" algn="tl">
                    <a:schemeClr val="dk1">
                      <a:alpha val="40000"/>
                    </a:schemeClr>
                  </a:outerShdw>
                </a:effectLst>
                <a:latin typeface="Calibri" panose="020F0502020204030204" pitchFamily="34" charset="0"/>
                <a:ea typeface="DengXian" panose="02010600030101010101" pitchFamily="2" charset="-122"/>
                <a:cs typeface="Calibri" panose="020F0502020204030204" pitchFamily="34" charset="0"/>
              </a:rPr>
              <a:t> </a:t>
            </a:r>
            <a:r>
              <a:rPr lang="en-US" sz="1600" dirty="0" err="1">
                <a:ln>
                  <a:noFill/>
                </a:ln>
                <a:solidFill>
                  <a:srgbClr val="FFFFFF"/>
                </a:solidFill>
                <a:effectLst>
                  <a:outerShdw blurRad="38100" dist="19050" dir="2700000" algn="tl">
                    <a:schemeClr val="dk1">
                      <a:alpha val="40000"/>
                    </a:schemeClr>
                  </a:outerShdw>
                </a:effectLst>
                <a:latin typeface="Calibri" panose="020F0502020204030204" pitchFamily="34" charset="0"/>
                <a:ea typeface="DengXian" panose="02010600030101010101" pitchFamily="2" charset="-122"/>
                <a:cs typeface="Calibri" panose="020F0502020204030204" pitchFamily="34" charset="0"/>
              </a:rPr>
              <a:t>tablosu</a:t>
            </a:r>
            <a:r>
              <a:rPr lang="en-US" sz="1600" dirty="0">
                <a:ln>
                  <a:noFill/>
                </a:ln>
                <a:solidFill>
                  <a:srgbClr val="FFFFFF"/>
                </a:solidFill>
                <a:effectLst>
                  <a:outerShdw blurRad="38100" dist="19050" dir="2700000" algn="tl">
                    <a:schemeClr val="dk1">
                      <a:alpha val="40000"/>
                    </a:schemeClr>
                  </a:outerShdw>
                </a:effectLst>
                <a:latin typeface="Calibri" panose="020F0502020204030204" pitchFamily="34" charset="0"/>
                <a:ea typeface="DengXian" panose="02010600030101010101" pitchFamily="2" charset="-122"/>
                <a:cs typeface="Calibri" panose="020F0502020204030204" pitchFamily="34" charset="0"/>
              </a:rPr>
              <a:t> </a:t>
            </a:r>
            <a:r>
              <a:rPr lang="en-US" sz="1600" dirty="0" err="1">
                <a:ln>
                  <a:noFill/>
                </a:ln>
                <a:solidFill>
                  <a:srgbClr val="FFFFFF"/>
                </a:solidFill>
                <a:effectLst>
                  <a:outerShdw blurRad="38100" dist="19050" dir="2700000" algn="tl">
                    <a:schemeClr val="dk1">
                      <a:alpha val="40000"/>
                    </a:schemeClr>
                  </a:outerShdw>
                </a:effectLst>
                <a:latin typeface="Calibri" panose="020F0502020204030204" pitchFamily="34" charset="0"/>
                <a:ea typeface="DengXian" panose="02010600030101010101" pitchFamily="2" charset="-122"/>
                <a:cs typeface="Calibri" panose="020F0502020204030204" pitchFamily="34" charset="0"/>
              </a:rPr>
              <a:t>veya</a:t>
            </a:r>
            <a:r>
              <a:rPr lang="en-US" sz="1600" dirty="0">
                <a:ln>
                  <a:noFill/>
                </a:ln>
                <a:solidFill>
                  <a:srgbClr val="FFFFFF"/>
                </a:solidFill>
                <a:effectLst>
                  <a:outerShdw blurRad="38100" dist="19050" dir="2700000" algn="tl">
                    <a:schemeClr val="dk1">
                      <a:alpha val="40000"/>
                    </a:schemeClr>
                  </a:outerShdw>
                </a:effectLst>
                <a:latin typeface="Calibri" panose="020F0502020204030204" pitchFamily="34" charset="0"/>
                <a:ea typeface="DengXian" panose="02010600030101010101" pitchFamily="2" charset="-122"/>
                <a:cs typeface="Calibri" panose="020F0502020204030204" pitchFamily="34" charset="0"/>
              </a:rPr>
              <a:t> z li </a:t>
            </a:r>
            <a:r>
              <a:rPr lang="en-US" sz="1600" dirty="0" err="1">
                <a:ln>
                  <a:noFill/>
                </a:ln>
                <a:solidFill>
                  <a:srgbClr val="FFFFFF"/>
                </a:solidFill>
                <a:effectLst>
                  <a:outerShdw blurRad="38100" dist="19050" dir="2700000" algn="tl">
                    <a:schemeClr val="dk1">
                      <a:alpha val="40000"/>
                    </a:schemeClr>
                  </a:outerShdw>
                </a:effectLst>
                <a:latin typeface="Calibri" panose="020F0502020204030204" pitchFamily="34" charset="0"/>
                <a:ea typeface="DengXian" panose="02010600030101010101" pitchFamily="2" charset="-122"/>
                <a:cs typeface="Calibri" panose="020F0502020204030204" pitchFamily="34" charset="0"/>
              </a:rPr>
              <a:t>bir</a:t>
            </a:r>
            <a:r>
              <a:rPr lang="en-US" sz="1600" dirty="0">
                <a:ln>
                  <a:noFill/>
                </a:ln>
                <a:solidFill>
                  <a:srgbClr val="FFFFFF"/>
                </a:solidFill>
                <a:effectLst>
                  <a:outerShdw blurRad="38100" dist="19050" dir="2700000" algn="tl">
                    <a:schemeClr val="dk1">
                      <a:alpha val="40000"/>
                    </a:schemeClr>
                  </a:outerShdw>
                </a:effectLst>
                <a:latin typeface="Calibri" panose="020F0502020204030204" pitchFamily="34" charset="0"/>
                <a:ea typeface="DengXian" panose="02010600030101010101" pitchFamily="2" charset="-122"/>
                <a:cs typeface="Calibri" panose="020F0502020204030204" pitchFamily="34" charset="0"/>
              </a:rPr>
              <a:t> </a:t>
            </a:r>
            <a:r>
              <a:rPr lang="en-US" sz="1600" dirty="0" err="1">
                <a:ln>
                  <a:noFill/>
                </a:ln>
                <a:solidFill>
                  <a:srgbClr val="FFFFFF"/>
                </a:solidFill>
                <a:effectLst>
                  <a:outerShdw blurRad="38100" dist="19050" dir="2700000" algn="tl">
                    <a:schemeClr val="dk1">
                      <a:alpha val="40000"/>
                    </a:schemeClr>
                  </a:outerShdw>
                </a:effectLst>
                <a:latin typeface="Calibri" panose="020F0502020204030204" pitchFamily="34" charset="0"/>
                <a:ea typeface="DengXian" panose="02010600030101010101" pitchFamily="2" charset="-122"/>
                <a:cs typeface="Calibri" panose="020F0502020204030204" pitchFamily="34" charset="0"/>
              </a:rPr>
              <a:t>tablo</a:t>
            </a:r>
            <a:r>
              <a:rPr lang="en-US" sz="1600" dirty="0">
                <a:ln>
                  <a:noFill/>
                </a:ln>
                <a:solidFill>
                  <a:srgbClr val="FFFFFF"/>
                </a:solidFill>
                <a:effectLst>
                  <a:outerShdw blurRad="38100" dist="19050" dir="2700000" algn="tl">
                    <a:schemeClr val="dk1">
                      <a:alpha val="40000"/>
                    </a:schemeClr>
                  </a:outerShdw>
                </a:effectLst>
                <a:latin typeface="Calibri" panose="020F0502020204030204" pitchFamily="34" charset="0"/>
                <a:ea typeface="DengXian" panose="02010600030101010101" pitchFamily="2" charset="-122"/>
                <a:cs typeface="Calibri" panose="020F0502020204030204" pitchFamily="34" charset="0"/>
              </a:rPr>
              <a:t> </a:t>
            </a:r>
            <a:r>
              <a:rPr lang="en-US" sz="1600" dirty="0" err="1">
                <a:ln>
                  <a:noFill/>
                </a:ln>
                <a:solidFill>
                  <a:srgbClr val="FFFFFF"/>
                </a:solidFill>
                <a:effectLst>
                  <a:outerShdw blurRad="38100" dist="19050" dir="2700000" algn="tl">
                    <a:schemeClr val="dk1">
                      <a:alpha val="40000"/>
                    </a:schemeClr>
                  </a:outerShdw>
                </a:effectLst>
                <a:latin typeface="Calibri" panose="020F0502020204030204" pitchFamily="34" charset="0"/>
                <a:ea typeface="DengXian" panose="02010600030101010101" pitchFamily="2" charset="-122"/>
                <a:cs typeface="Calibri" panose="020F0502020204030204" pitchFamily="34" charset="0"/>
              </a:rPr>
              <a:t>tercih</a:t>
            </a:r>
            <a:r>
              <a:rPr lang="en-US" sz="1600" dirty="0">
                <a:ln>
                  <a:noFill/>
                </a:ln>
                <a:solidFill>
                  <a:srgbClr val="FFFFFF"/>
                </a:solidFill>
                <a:effectLst>
                  <a:outerShdw blurRad="38100" dist="19050" dir="2700000" algn="tl">
                    <a:schemeClr val="dk1">
                      <a:alpha val="40000"/>
                    </a:schemeClr>
                  </a:outerShdw>
                </a:effectLst>
                <a:latin typeface="Calibri" panose="020F0502020204030204" pitchFamily="34" charset="0"/>
                <a:ea typeface="DengXian" panose="02010600030101010101" pitchFamily="2" charset="-122"/>
                <a:cs typeface="Calibri" panose="020F0502020204030204" pitchFamily="34" charset="0"/>
              </a:rPr>
              <a:t> </a:t>
            </a:r>
            <a:r>
              <a:rPr lang="en-US" sz="1600" dirty="0" err="1">
                <a:ln>
                  <a:noFill/>
                </a:ln>
                <a:solidFill>
                  <a:srgbClr val="FFFFFF"/>
                </a:solidFill>
                <a:effectLst>
                  <a:outerShdw blurRad="38100" dist="19050" dir="2700000" algn="tl">
                    <a:schemeClr val="dk1">
                      <a:alpha val="40000"/>
                    </a:schemeClr>
                  </a:outerShdw>
                </a:effectLst>
                <a:latin typeface="Calibri" panose="020F0502020204030204" pitchFamily="34" charset="0"/>
                <a:ea typeface="DengXian" panose="02010600030101010101" pitchFamily="2" charset="-122"/>
                <a:cs typeface="Calibri" panose="020F0502020204030204" pitchFamily="34" charset="0"/>
              </a:rPr>
              <a:t>edilmemiş</a:t>
            </a:r>
            <a:r>
              <a:rPr lang="en-US" sz="1600" dirty="0">
                <a:ln>
                  <a:noFill/>
                </a:ln>
                <a:solidFill>
                  <a:srgbClr val="FFFFFF"/>
                </a:solidFill>
                <a:effectLst>
                  <a:outerShdw blurRad="38100" dist="19050" dir="2700000" algn="tl">
                    <a:schemeClr val="dk1">
                      <a:alpha val="40000"/>
                    </a:schemeClr>
                  </a:outerShdw>
                </a:effectLst>
                <a:latin typeface="Calibri" panose="020F0502020204030204" pitchFamily="34" charset="0"/>
                <a:ea typeface="DengXian" panose="02010600030101010101" pitchFamily="2" charset="-122"/>
                <a:cs typeface="Calibri" panose="020F0502020204030204" pitchFamily="34" charset="0"/>
              </a:rPr>
              <a:t> </a:t>
            </a:r>
            <a:r>
              <a:rPr lang="en-US" sz="1600" dirty="0" err="1">
                <a:ln>
                  <a:noFill/>
                </a:ln>
                <a:solidFill>
                  <a:srgbClr val="FFFFFF"/>
                </a:solidFill>
                <a:effectLst>
                  <a:outerShdw blurRad="38100" dist="19050" dir="2700000" algn="tl">
                    <a:schemeClr val="dk1">
                      <a:alpha val="40000"/>
                    </a:schemeClr>
                  </a:outerShdw>
                </a:effectLst>
                <a:latin typeface="Calibri" panose="020F0502020204030204" pitchFamily="34" charset="0"/>
                <a:ea typeface="DengXian" panose="02010600030101010101" pitchFamily="2" charset="-122"/>
                <a:cs typeface="Calibri" panose="020F0502020204030204" pitchFamily="34" charset="0"/>
              </a:rPr>
              <a:t>gerekli</a:t>
            </a:r>
            <a:r>
              <a:rPr lang="en-US" sz="1600" dirty="0">
                <a:ln>
                  <a:noFill/>
                </a:ln>
                <a:solidFill>
                  <a:srgbClr val="FFFFFF"/>
                </a:solidFill>
                <a:effectLst>
                  <a:outerShdw blurRad="38100" dist="19050" dir="2700000" algn="tl">
                    <a:schemeClr val="dk1">
                      <a:alpha val="40000"/>
                    </a:schemeClr>
                  </a:outerShdw>
                </a:effectLst>
                <a:latin typeface="Calibri" panose="020F0502020204030204" pitchFamily="34" charset="0"/>
                <a:ea typeface="DengXian" panose="02010600030101010101" pitchFamily="2" charset="-122"/>
                <a:cs typeface="Calibri" panose="020F0502020204030204" pitchFamily="34" charset="0"/>
              </a:rPr>
              <a:t> </a:t>
            </a:r>
            <a:r>
              <a:rPr lang="en-US" sz="1600" dirty="0" err="1">
                <a:ln>
                  <a:noFill/>
                </a:ln>
                <a:solidFill>
                  <a:srgbClr val="FFFFFF"/>
                </a:solidFill>
                <a:effectLst>
                  <a:outerShdw blurRad="38100" dist="19050" dir="2700000" algn="tl">
                    <a:schemeClr val="dk1">
                      <a:alpha val="40000"/>
                    </a:schemeClr>
                  </a:outerShdw>
                </a:effectLst>
                <a:latin typeface="Calibri" panose="020F0502020204030204" pitchFamily="34" charset="0"/>
                <a:ea typeface="DengXian" panose="02010600030101010101" pitchFamily="2" charset="-122"/>
                <a:cs typeface="Calibri" panose="020F0502020204030204" pitchFamily="34" charset="0"/>
              </a:rPr>
              <a:t>miydi</a:t>
            </a:r>
            <a:r>
              <a:rPr lang="en-US" sz="1600" dirty="0">
                <a:ln>
                  <a:noFill/>
                </a:ln>
                <a:solidFill>
                  <a:srgbClr val="FFFFFF"/>
                </a:solidFill>
                <a:effectLst>
                  <a:outerShdw blurRad="38100" dist="19050" dir="2700000" algn="tl">
                    <a:schemeClr val="dk1">
                      <a:alpha val="40000"/>
                    </a:schemeClr>
                  </a:outerShdw>
                </a:effectLst>
                <a:latin typeface="Calibri" panose="020F0502020204030204" pitchFamily="34" charset="0"/>
                <a:ea typeface="DengXian" panose="02010600030101010101" pitchFamily="2" charset="-122"/>
                <a:cs typeface="Calibri" panose="020F0502020204030204" pitchFamily="34" charset="0"/>
              </a:rPr>
              <a:t> </a:t>
            </a:r>
            <a:r>
              <a:rPr lang="en-US" sz="1600" dirty="0" err="1">
                <a:ln>
                  <a:noFill/>
                </a:ln>
                <a:solidFill>
                  <a:srgbClr val="FFFFFF"/>
                </a:solidFill>
                <a:effectLst>
                  <a:outerShdw blurRad="38100" dist="19050" dir="2700000" algn="tl">
                    <a:schemeClr val="dk1">
                      <a:alpha val="40000"/>
                    </a:schemeClr>
                  </a:outerShdw>
                </a:effectLst>
                <a:latin typeface="Calibri" panose="020F0502020204030204" pitchFamily="34" charset="0"/>
                <a:ea typeface="DengXian" panose="02010600030101010101" pitchFamily="2" charset="-122"/>
                <a:cs typeface="Calibri" panose="020F0502020204030204" pitchFamily="34" charset="0"/>
              </a:rPr>
              <a:t>sorgulanmalı</a:t>
            </a:r>
            <a:r>
              <a:rPr lang="en-US" sz="1600" dirty="0">
                <a:ln>
                  <a:noFill/>
                </a:ln>
                <a:solidFill>
                  <a:srgbClr val="FFFFFF"/>
                </a:solidFill>
                <a:effectLst>
                  <a:outerShdw blurRad="38100" dist="19050" dir="2700000" algn="tl">
                    <a:schemeClr val="dk1">
                      <a:alpha val="40000"/>
                    </a:schemeClr>
                  </a:outerShdw>
                </a:effectLst>
                <a:latin typeface="Calibri" panose="020F0502020204030204" pitchFamily="34" charset="0"/>
                <a:ea typeface="DengXian" panose="02010600030101010101" pitchFamily="2" charset="-122"/>
                <a:cs typeface="Calibri" panose="020F0502020204030204" pitchFamily="34" charset="0"/>
              </a:rPr>
              <a:t> .</a:t>
            </a:r>
            <a:br>
              <a:rPr lang="en-US" sz="1800" dirty="0">
                <a:effectLst/>
                <a:latin typeface="Calibri" panose="020F0502020204030204" pitchFamily="34" charset="0"/>
                <a:ea typeface="DengXian" panose="02010600030101010101" pitchFamily="2" charset="-122"/>
                <a:cs typeface="Times New Roman" panose="02020603050405020304" pitchFamily="18" charset="0"/>
              </a:rPr>
            </a:br>
            <a:endParaRPr lang="en-US" sz="1800" dirty="0">
              <a:latin typeface="Calibri" panose="020F0502020204030204" pitchFamily="34" charset="0"/>
              <a:ea typeface="DengXian" panose="02010600030101010101" pitchFamily="2" charset="-122"/>
              <a:cs typeface="Times New Roman" panose="02020603050405020304" pitchFamily="18" charset="0"/>
            </a:endParaRPr>
          </a:p>
        </p:txBody>
      </p:sp>
      <p:sp>
        <p:nvSpPr>
          <p:cNvPr id="37" name="Text Placeholder 36">
            <a:extLst>
              <a:ext uri="{FF2B5EF4-FFF2-40B4-BE49-F238E27FC236}">
                <a16:creationId xmlns:a16="http://schemas.microsoft.com/office/drawing/2014/main" id="{47D00878-2362-869A-8841-779041028EE3}"/>
              </a:ext>
            </a:extLst>
          </p:cNvPr>
          <p:cNvSpPr>
            <a:spLocks noGrp="1"/>
          </p:cNvSpPr>
          <p:nvPr>
            <p:ph type="body" sz="quarter" idx="12"/>
          </p:nvPr>
        </p:nvSpPr>
        <p:spPr>
          <a:xfrm>
            <a:off x="2438400" y="560779"/>
            <a:ext cx="7315200" cy="665570"/>
          </a:xfrm>
        </p:spPr>
        <p:txBody>
          <a:bodyPr/>
          <a:lstStyle/>
          <a:p>
            <a:pPr algn="ctr"/>
            <a:r>
              <a:rPr lang="tr-TR" sz="3600" dirty="0">
                <a:ln>
                  <a:noFill/>
                </a:ln>
                <a:effectLst>
                  <a:outerShdw blurRad="38100" dist="19050" dir="2700000" algn="tl">
                    <a:schemeClr val="dk1">
                      <a:alpha val="40000"/>
                    </a:schemeClr>
                  </a:outerShdw>
                </a:effectLst>
                <a:latin typeface="Calibri Light" panose="020F0302020204030204" pitchFamily="34" charset="0"/>
                <a:ea typeface="DengXian" panose="02010600030101010101" pitchFamily="2" charset="-122"/>
                <a:cs typeface="Times New Roman" panose="02020603050405020304" pitchFamily="18" charset="0"/>
              </a:rPr>
              <a:t>Beklenen sorular ve düzenlemeler</a:t>
            </a:r>
            <a:endParaRPr lang="en-US" sz="3600" dirty="0"/>
          </a:p>
        </p:txBody>
      </p:sp>
      <p:sp>
        <p:nvSpPr>
          <p:cNvPr id="3" name="Footer Placeholder 2">
            <a:extLst>
              <a:ext uri="{FF2B5EF4-FFF2-40B4-BE49-F238E27FC236}">
                <a16:creationId xmlns:a16="http://schemas.microsoft.com/office/drawing/2014/main" id="{63F6D501-5B68-E4B3-0836-D8CC904CC67E}"/>
              </a:ext>
            </a:extLst>
          </p:cNvPr>
          <p:cNvSpPr>
            <a:spLocks noGrp="1"/>
          </p:cNvSpPr>
          <p:nvPr>
            <p:ph type="ftr" sz="quarter" idx="3"/>
          </p:nvPr>
        </p:nvSpPr>
        <p:spPr/>
        <p:txBody>
          <a:bodyPr/>
          <a:lstStyle/>
          <a:p>
            <a:r>
              <a:rPr lang="en-US"/>
              <a:t>© </a:t>
            </a:r>
            <a:fld id="{DD69F77D-B589-4F3A-9274-29083AE57FBD}" type="datetimeyyyy">
              <a:rPr lang="en-US" smtClean="0"/>
              <a:pPr/>
              <a:t>2024</a:t>
            </a:fld>
            <a:r>
              <a:rPr lang="en-US"/>
              <a:t> NTT DATA Business Solutions</a:t>
            </a:r>
            <a:endParaRPr lang="en-US" dirty="0"/>
          </a:p>
        </p:txBody>
      </p:sp>
      <p:sp>
        <p:nvSpPr>
          <p:cNvPr id="4" name="Slide Number Placeholder 3">
            <a:extLst>
              <a:ext uri="{FF2B5EF4-FFF2-40B4-BE49-F238E27FC236}">
                <a16:creationId xmlns:a16="http://schemas.microsoft.com/office/drawing/2014/main" id="{C11C4AB6-381C-EC4B-C8BF-FD7AC96233BE}"/>
              </a:ext>
            </a:extLst>
          </p:cNvPr>
          <p:cNvSpPr>
            <a:spLocks noGrp="1"/>
          </p:cNvSpPr>
          <p:nvPr>
            <p:ph type="sldNum" sz="quarter" idx="4"/>
          </p:nvPr>
        </p:nvSpPr>
        <p:spPr/>
        <p:txBody>
          <a:bodyPr/>
          <a:lstStyle/>
          <a:p>
            <a:fld id="{13CE6DAF-806F-404B-BC68-339BFCB57E5C}" type="slidenum">
              <a:rPr lang="en-US" smtClean="0"/>
              <a:pPr/>
              <a:t>7</a:t>
            </a:fld>
            <a:endParaRPr lang="en-US" dirty="0"/>
          </a:p>
        </p:txBody>
      </p:sp>
      <p:pic>
        <p:nvPicPr>
          <p:cNvPr id="42" name="Picture Placeholder 41">
            <a:extLst>
              <a:ext uri="{FF2B5EF4-FFF2-40B4-BE49-F238E27FC236}">
                <a16:creationId xmlns:a16="http://schemas.microsoft.com/office/drawing/2014/main" id="{435305F0-F481-5548-9371-CB52DC3AB17B}"/>
              </a:ext>
            </a:extLst>
          </p:cNvPr>
          <p:cNvPicPr>
            <a:picLocks noGrp="1" noChangeAspect="1"/>
          </p:cNvPicPr>
          <p:nvPr>
            <p:ph type="pic" sz="quarter" idx="17"/>
          </p:nvPr>
        </p:nvPicPr>
        <p:blipFill rotWithShape="1">
          <a:blip r:embed="rId2"/>
          <a:srcRect/>
          <a:stretch/>
        </p:blipFill>
        <p:spPr/>
      </p:pic>
    </p:spTree>
    <p:extLst>
      <p:ext uri="{BB962C8B-B14F-4D97-AF65-F5344CB8AC3E}">
        <p14:creationId xmlns:p14="http://schemas.microsoft.com/office/powerpoint/2010/main" val="6033378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itle 1">
            <a:extLst>
              <a:ext uri="{FF2B5EF4-FFF2-40B4-BE49-F238E27FC236}">
                <a16:creationId xmlns:a16="http://schemas.microsoft.com/office/drawing/2014/main" id="{DED21FDC-5EF1-4452-5FAA-861E0C1DE5B0}"/>
              </a:ext>
            </a:extLst>
          </p:cNvPr>
          <p:cNvSpPr>
            <a:spLocks noGrp="1"/>
          </p:cNvSpPr>
          <p:nvPr>
            <p:ph type="title"/>
          </p:nvPr>
        </p:nvSpPr>
        <p:spPr>
          <a:xfrm>
            <a:off x="371475" y="333375"/>
            <a:ext cx="11449050" cy="792000"/>
          </a:xfrm>
        </p:spPr>
        <p:txBody>
          <a:bodyPr anchor="t">
            <a:noAutofit/>
          </a:bodyPr>
          <a:lstStyle/>
          <a:p>
            <a:r>
              <a:rPr lang="tr-TR" dirty="0"/>
              <a:t>Team </a:t>
            </a:r>
            <a:r>
              <a:rPr lang="en-US" dirty="0"/>
              <a:t>Marketing</a:t>
            </a:r>
          </a:p>
        </p:txBody>
      </p:sp>
      <p:sp>
        <p:nvSpPr>
          <p:cNvPr id="39" name="Content Placeholder 2">
            <a:extLst>
              <a:ext uri="{FF2B5EF4-FFF2-40B4-BE49-F238E27FC236}">
                <a16:creationId xmlns:a16="http://schemas.microsoft.com/office/drawing/2014/main" id="{2960BA51-7760-9C5B-B1B0-F7AEFC8BCDBC}"/>
              </a:ext>
            </a:extLst>
          </p:cNvPr>
          <p:cNvSpPr>
            <a:spLocks noGrp="1"/>
          </p:cNvSpPr>
          <p:nvPr>
            <p:ph idx="1"/>
          </p:nvPr>
        </p:nvSpPr>
        <p:spPr>
          <a:xfrm>
            <a:off x="371475" y="1412875"/>
            <a:ext cx="5507850" cy="4824413"/>
          </a:xfrm>
        </p:spPr>
        <p:txBody>
          <a:bodyPr>
            <a:normAutofit lnSpcReduction="10000"/>
          </a:bodyPr>
          <a:lstStyle/>
          <a:p>
            <a:pPr marL="285750" indent="-285750">
              <a:buFont typeface="Arial" panose="020B0604020202020204" pitchFamily="34" charset="0"/>
              <a:buChar char="•"/>
            </a:pPr>
            <a:r>
              <a:rPr lang="tr-TR" dirty="0"/>
              <a:t>Ekip liderleri takımının reklamını ve bu sene takım için belirlediği hedefleri anlatır. Ekibindeki her üyenin en iyi bilmediğimiz özelliğinden bahseder. Ne gibi projeler yapabileceğini ve nelerde diğer </a:t>
            </a:r>
            <a:r>
              <a:rPr lang="tr-TR" dirty="0" err="1"/>
              <a:t>ekipleden</a:t>
            </a:r>
            <a:r>
              <a:rPr lang="tr-TR" dirty="0"/>
              <a:t> üstün olduğunu anlatır. </a:t>
            </a:r>
          </a:p>
          <a:p>
            <a:pPr marL="285750" indent="-285750">
              <a:buFont typeface="Arial" panose="020B0604020202020204" pitchFamily="34" charset="0"/>
              <a:buChar char="•"/>
            </a:pPr>
            <a:r>
              <a:rPr lang="tr-TR" dirty="0"/>
              <a:t>Bu çalışma Grup Yöneticisi ,Team </a:t>
            </a:r>
            <a:r>
              <a:rPr lang="tr-TR" dirty="0" err="1"/>
              <a:t>Leadler</a:t>
            </a:r>
            <a:r>
              <a:rPr lang="tr-TR" dirty="0"/>
              <a:t> üzerinden yapılacaktır.</a:t>
            </a:r>
          </a:p>
          <a:p>
            <a:pPr marL="285750" indent="-285750">
              <a:buFont typeface="Arial" panose="020B0604020202020204" pitchFamily="34" charset="0"/>
              <a:buChar char="•"/>
            </a:pPr>
            <a:endParaRPr lang="tr-TR" dirty="0"/>
          </a:p>
          <a:p>
            <a:pPr marL="285750" indent="-285750">
              <a:buFont typeface="Arial" panose="020B0604020202020204" pitchFamily="34" charset="0"/>
              <a:buChar char="•"/>
            </a:pPr>
            <a:r>
              <a:rPr lang="tr-TR" b="1" dirty="0"/>
              <a:t>Mentor</a:t>
            </a:r>
            <a:r>
              <a:rPr lang="tr-TR" dirty="0"/>
              <a:t> : Mehmet </a:t>
            </a:r>
            <a:r>
              <a:rPr lang="tr-TR" dirty="0" err="1"/>
              <a:t>Nakilcioğlu</a:t>
            </a:r>
            <a:endParaRPr lang="tr-TR" dirty="0"/>
          </a:p>
          <a:p>
            <a:pPr marL="285750" indent="-285750">
              <a:buFont typeface="Arial" panose="020B0604020202020204" pitchFamily="34" charset="0"/>
              <a:buChar char="•"/>
            </a:pPr>
            <a:endParaRPr lang="tr-TR" dirty="0"/>
          </a:p>
          <a:p>
            <a:pPr marL="285750" indent="-285750">
              <a:buFont typeface="Arial" panose="020B0604020202020204" pitchFamily="34" charset="0"/>
              <a:buChar char="•"/>
            </a:pPr>
            <a:r>
              <a:rPr lang="tr-TR" b="1" dirty="0" err="1"/>
              <a:t>Juri</a:t>
            </a:r>
            <a:r>
              <a:rPr lang="tr-TR" b="1" dirty="0"/>
              <a:t> : </a:t>
            </a:r>
            <a:r>
              <a:rPr lang="tr-TR" dirty="0" err="1"/>
              <a:t>Head</a:t>
            </a:r>
            <a:r>
              <a:rPr lang="tr-TR" dirty="0"/>
              <a:t> ve Direktör</a:t>
            </a:r>
            <a:endParaRPr lang="tr-TR" b="1" dirty="0"/>
          </a:p>
          <a:p>
            <a:pPr marL="285750" indent="-285750">
              <a:buFont typeface="Arial" panose="020B0604020202020204" pitchFamily="34" charset="0"/>
              <a:buChar char="•"/>
            </a:pPr>
            <a:endParaRPr lang="tr-TR" dirty="0"/>
          </a:p>
          <a:p>
            <a:pPr marL="285750" indent="-285750">
              <a:buFont typeface="Arial" panose="020B0604020202020204" pitchFamily="34" charset="0"/>
              <a:buChar char="•"/>
            </a:pPr>
            <a:r>
              <a:rPr lang="tr-TR" b="1" dirty="0"/>
              <a:t>Jüri Değerlendirmesi </a:t>
            </a:r>
            <a:r>
              <a:rPr lang="tr-TR" dirty="0"/>
              <a:t>: içerikleri değerlendirir ve kazananları seçer. Değerlendirme kriterleri, içerik kalitesi, yaratıcılık, uygunluk ve takım üyelerin en iyi şekilde tanıtma. </a:t>
            </a:r>
            <a:endParaRPr lang="en-US" dirty="0"/>
          </a:p>
        </p:txBody>
      </p:sp>
      <p:pic>
        <p:nvPicPr>
          <p:cNvPr id="2" name="Picture Placeholder 47" descr="A group of people sitting at tables with laptops and a bee&#10;&#10;Description automatically generated">
            <a:extLst>
              <a:ext uri="{FF2B5EF4-FFF2-40B4-BE49-F238E27FC236}">
                <a16:creationId xmlns:a16="http://schemas.microsoft.com/office/drawing/2014/main" id="{0E91924D-950F-33AA-52B8-907DE8C094C9}"/>
              </a:ext>
            </a:extLst>
          </p:cNvPr>
          <p:cNvPicPr>
            <a:picLocks noChangeAspect="1"/>
          </p:cNvPicPr>
          <p:nvPr/>
        </p:nvPicPr>
        <p:blipFill rotWithShape="1">
          <a:blip r:embed="rId2"/>
          <a:srcRect t="12408" r="3" b="3"/>
          <a:stretch/>
        </p:blipFill>
        <p:spPr>
          <a:xfrm>
            <a:off x="6311325" y="1412875"/>
            <a:ext cx="5507850" cy="4824413"/>
          </a:xfrm>
          <a:prstGeom prst="rect">
            <a:avLst/>
          </a:prstGeom>
          <a:ln>
            <a:noFill/>
          </a:ln>
          <a:effectLst>
            <a:softEdge rad="112500"/>
          </a:effectLst>
        </p:spPr>
      </p:pic>
      <p:sp>
        <p:nvSpPr>
          <p:cNvPr id="3" name="Footer Placeholder 2">
            <a:extLst>
              <a:ext uri="{FF2B5EF4-FFF2-40B4-BE49-F238E27FC236}">
                <a16:creationId xmlns:a16="http://schemas.microsoft.com/office/drawing/2014/main" id="{4D7732AF-0167-9894-514F-6F02C634C548}"/>
              </a:ext>
            </a:extLst>
          </p:cNvPr>
          <p:cNvSpPr>
            <a:spLocks noGrp="1"/>
          </p:cNvSpPr>
          <p:nvPr>
            <p:ph type="ftr" sz="quarter" idx="3"/>
          </p:nvPr>
        </p:nvSpPr>
        <p:spPr>
          <a:xfrm>
            <a:off x="371475" y="6563358"/>
            <a:ext cx="4852035" cy="88901"/>
          </a:xfrm>
        </p:spPr>
        <p:txBody>
          <a:bodyPr anchor="ctr">
            <a:normAutofit/>
          </a:bodyPr>
          <a:lstStyle/>
          <a:p>
            <a:pPr>
              <a:lnSpc>
                <a:spcPct val="90000"/>
              </a:lnSpc>
            </a:pPr>
            <a:r>
              <a:rPr lang="en-US" sz="600"/>
              <a:t>© </a:t>
            </a:r>
            <a:fld id="{DD69F77D-B589-4F3A-9274-29083AE57FBD}" type="datetimeyyyy">
              <a:rPr lang="en-US" sz="600" smtClean="0"/>
              <a:pPr>
                <a:lnSpc>
                  <a:spcPct val="90000"/>
                </a:lnSpc>
              </a:pPr>
              <a:t>2024</a:t>
            </a:fld>
            <a:r>
              <a:rPr lang="en-US" sz="600"/>
              <a:t> NTT DATA Business Solutions</a:t>
            </a:r>
          </a:p>
        </p:txBody>
      </p:sp>
      <p:sp>
        <p:nvSpPr>
          <p:cNvPr id="4" name="Slide Number Placeholder 3">
            <a:extLst>
              <a:ext uri="{FF2B5EF4-FFF2-40B4-BE49-F238E27FC236}">
                <a16:creationId xmlns:a16="http://schemas.microsoft.com/office/drawing/2014/main" id="{88DA3492-EB2F-F4FC-0A18-96721098E5DA}"/>
              </a:ext>
            </a:extLst>
          </p:cNvPr>
          <p:cNvSpPr>
            <a:spLocks noGrp="1"/>
          </p:cNvSpPr>
          <p:nvPr>
            <p:ph type="sldNum" sz="quarter" idx="4"/>
          </p:nvPr>
        </p:nvSpPr>
        <p:spPr>
          <a:xfrm>
            <a:off x="5943600" y="6563358"/>
            <a:ext cx="304800" cy="88901"/>
          </a:xfrm>
        </p:spPr>
        <p:txBody>
          <a:bodyPr anchor="ctr">
            <a:normAutofit/>
          </a:bodyPr>
          <a:lstStyle/>
          <a:p>
            <a:pPr>
              <a:lnSpc>
                <a:spcPct val="90000"/>
              </a:lnSpc>
            </a:pPr>
            <a:fld id="{13CE6DAF-806F-404B-BC68-339BFCB57E5C}" type="slidenum">
              <a:rPr lang="en-US" sz="600" smtClean="0"/>
              <a:pPr>
                <a:lnSpc>
                  <a:spcPct val="90000"/>
                </a:lnSpc>
              </a:pPr>
              <a:t>8</a:t>
            </a:fld>
            <a:endParaRPr lang="en-US" sz="600"/>
          </a:p>
        </p:txBody>
      </p:sp>
    </p:spTree>
    <p:extLst>
      <p:ext uri="{BB962C8B-B14F-4D97-AF65-F5344CB8AC3E}">
        <p14:creationId xmlns:p14="http://schemas.microsoft.com/office/powerpoint/2010/main" val="17553955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itle 1">
            <a:extLst>
              <a:ext uri="{FF2B5EF4-FFF2-40B4-BE49-F238E27FC236}">
                <a16:creationId xmlns:a16="http://schemas.microsoft.com/office/drawing/2014/main" id="{DED21FDC-5EF1-4452-5FAA-861E0C1DE5B0}"/>
              </a:ext>
            </a:extLst>
          </p:cNvPr>
          <p:cNvSpPr>
            <a:spLocks noGrp="1"/>
          </p:cNvSpPr>
          <p:nvPr>
            <p:ph type="title"/>
          </p:nvPr>
        </p:nvSpPr>
        <p:spPr>
          <a:xfrm>
            <a:off x="371475" y="333375"/>
            <a:ext cx="11449050" cy="792000"/>
          </a:xfrm>
        </p:spPr>
        <p:txBody>
          <a:bodyPr anchor="t">
            <a:normAutofit/>
          </a:bodyPr>
          <a:lstStyle/>
          <a:p>
            <a:r>
              <a:rPr lang="en-US" dirty="0" err="1"/>
              <a:t>Kod</a:t>
            </a:r>
            <a:r>
              <a:rPr lang="en-US" dirty="0"/>
              <a:t> </a:t>
            </a:r>
            <a:r>
              <a:rPr lang="en-US" dirty="0" err="1"/>
              <a:t>Kütüphanesi</a:t>
            </a:r>
            <a:r>
              <a:rPr lang="en-US" dirty="0"/>
              <a:t> </a:t>
            </a:r>
            <a:r>
              <a:rPr lang="en-US" dirty="0" err="1"/>
              <a:t>Yarışması</a:t>
            </a:r>
            <a:br>
              <a:rPr lang="en-US" dirty="0"/>
            </a:br>
            <a:endParaRPr lang="en-US" dirty="0"/>
          </a:p>
        </p:txBody>
      </p:sp>
      <p:sp>
        <p:nvSpPr>
          <p:cNvPr id="39" name="Content Placeholder 2">
            <a:extLst>
              <a:ext uri="{FF2B5EF4-FFF2-40B4-BE49-F238E27FC236}">
                <a16:creationId xmlns:a16="http://schemas.microsoft.com/office/drawing/2014/main" id="{2960BA51-7760-9C5B-B1B0-F7AEFC8BCDBC}"/>
              </a:ext>
            </a:extLst>
          </p:cNvPr>
          <p:cNvSpPr>
            <a:spLocks noGrp="1"/>
          </p:cNvSpPr>
          <p:nvPr>
            <p:ph idx="1"/>
          </p:nvPr>
        </p:nvSpPr>
        <p:spPr>
          <a:xfrm>
            <a:off x="371475" y="1412875"/>
            <a:ext cx="5507850" cy="4824413"/>
          </a:xfrm>
        </p:spPr>
        <p:txBody>
          <a:bodyPr>
            <a:normAutofit lnSpcReduction="10000"/>
          </a:bodyPr>
          <a:lstStyle/>
          <a:p>
            <a:pPr marL="285750" indent="-285750">
              <a:lnSpc>
                <a:spcPct val="90000"/>
              </a:lnSpc>
              <a:buFont typeface="Arial" panose="020B0604020202020204" pitchFamily="34" charset="0"/>
              <a:buChar char="•"/>
            </a:pPr>
            <a:r>
              <a:rPr lang="en-US" dirty="0" err="1"/>
              <a:t>Ekipler</a:t>
            </a:r>
            <a:r>
              <a:rPr lang="en-US" dirty="0"/>
              <a:t>, </a:t>
            </a:r>
            <a:r>
              <a:rPr lang="en-US" dirty="0" err="1"/>
              <a:t>belirli</a:t>
            </a:r>
            <a:r>
              <a:rPr lang="en-US" dirty="0"/>
              <a:t> </a:t>
            </a:r>
            <a:r>
              <a:rPr lang="en-US" dirty="0" err="1"/>
              <a:t>bir</a:t>
            </a:r>
            <a:r>
              <a:rPr lang="en-US" dirty="0"/>
              <a:t> </a:t>
            </a:r>
            <a:r>
              <a:rPr lang="en-US" dirty="0" err="1"/>
              <a:t>konuda</a:t>
            </a:r>
            <a:r>
              <a:rPr lang="en-US" dirty="0"/>
              <a:t> (</a:t>
            </a:r>
            <a:r>
              <a:rPr lang="en-US" dirty="0" err="1"/>
              <a:t>örneğin</a:t>
            </a:r>
            <a:r>
              <a:rPr lang="en-US" dirty="0"/>
              <a:t> </a:t>
            </a:r>
            <a:r>
              <a:rPr lang="tr-TR" dirty="0"/>
              <a:t>yaptığınız projelerde kullandığınız ve bu etkinlikte anlatacağınız tüm ekibin kullanacağı kod blokları</a:t>
            </a:r>
            <a:r>
              <a:rPr lang="en-US" dirty="0"/>
              <a:t>) </a:t>
            </a:r>
            <a:r>
              <a:rPr lang="en-US" dirty="0" err="1"/>
              <a:t>en</a:t>
            </a:r>
            <a:r>
              <a:rPr lang="en-US" dirty="0"/>
              <a:t> iyi </a:t>
            </a:r>
            <a:r>
              <a:rPr lang="en-US" dirty="0" err="1"/>
              <a:t>kod</a:t>
            </a:r>
            <a:r>
              <a:rPr lang="en-US" dirty="0"/>
              <a:t> </a:t>
            </a:r>
            <a:r>
              <a:rPr lang="en-US" dirty="0" err="1"/>
              <a:t>kütüphanesini</a:t>
            </a:r>
            <a:r>
              <a:rPr lang="en-US" dirty="0"/>
              <a:t> </a:t>
            </a:r>
            <a:r>
              <a:rPr lang="en-US" dirty="0" err="1"/>
              <a:t>oluşturmak</a:t>
            </a:r>
            <a:r>
              <a:rPr lang="en-US" dirty="0"/>
              <a:t> </a:t>
            </a:r>
            <a:r>
              <a:rPr lang="en-US" dirty="0" err="1"/>
              <a:t>için</a:t>
            </a:r>
            <a:r>
              <a:rPr lang="en-US" dirty="0"/>
              <a:t> </a:t>
            </a:r>
            <a:r>
              <a:rPr lang="en-US" dirty="0" err="1"/>
              <a:t>yarışır</a:t>
            </a:r>
            <a:r>
              <a:rPr lang="en-US" dirty="0"/>
              <a:t>. Her </a:t>
            </a:r>
            <a:r>
              <a:rPr lang="en-US" dirty="0" err="1"/>
              <a:t>ekip</a:t>
            </a:r>
            <a:r>
              <a:rPr lang="en-US" dirty="0"/>
              <a:t>, </a:t>
            </a:r>
            <a:r>
              <a:rPr lang="en-US" dirty="0" err="1"/>
              <a:t>kütüphanesini</a:t>
            </a:r>
            <a:r>
              <a:rPr lang="en-US" dirty="0"/>
              <a:t> </a:t>
            </a:r>
            <a:r>
              <a:rPr lang="en-US" dirty="0" err="1"/>
              <a:t>açıklamalı</a:t>
            </a:r>
            <a:r>
              <a:rPr lang="en-US" dirty="0"/>
              <a:t> </a:t>
            </a:r>
            <a:r>
              <a:rPr lang="en-US" dirty="0" err="1"/>
              <a:t>ve</a:t>
            </a:r>
            <a:r>
              <a:rPr lang="en-US" dirty="0"/>
              <a:t> </a:t>
            </a:r>
            <a:r>
              <a:rPr lang="en-US" dirty="0" err="1"/>
              <a:t>kullanım</a:t>
            </a:r>
            <a:r>
              <a:rPr lang="en-US" dirty="0"/>
              <a:t> </a:t>
            </a:r>
            <a:r>
              <a:rPr lang="en-US" dirty="0" err="1"/>
              <a:t>örnekleri</a:t>
            </a:r>
            <a:r>
              <a:rPr lang="en-US" dirty="0"/>
              <a:t> </a:t>
            </a:r>
            <a:r>
              <a:rPr lang="en-US" dirty="0" err="1"/>
              <a:t>sunmalıdır</a:t>
            </a:r>
            <a:r>
              <a:rPr lang="en-US" dirty="0"/>
              <a:t>. </a:t>
            </a:r>
            <a:endParaRPr lang="tr-TR" dirty="0"/>
          </a:p>
          <a:p>
            <a:pPr marL="285750" indent="-285750">
              <a:lnSpc>
                <a:spcPct val="90000"/>
              </a:lnSpc>
              <a:buFont typeface="Arial" panose="020B0604020202020204" pitchFamily="34" charset="0"/>
              <a:buChar char="•"/>
            </a:pPr>
            <a:r>
              <a:rPr lang="tr-TR" dirty="0"/>
              <a:t>L1-L2-L3 arkadaşlarımız bu çalışmada yer alabilir. Takım Lider ve Grup Yöneticileri konu seçiminde karar vermelidirler.</a:t>
            </a:r>
          </a:p>
          <a:p>
            <a:pPr marL="285750" indent="-285750">
              <a:lnSpc>
                <a:spcPct val="90000"/>
              </a:lnSpc>
              <a:buFont typeface="Arial" panose="020B0604020202020204" pitchFamily="34" charset="0"/>
              <a:buChar char="•"/>
            </a:pPr>
            <a:endParaRPr lang="tr-TR" dirty="0"/>
          </a:p>
          <a:p>
            <a:pPr marL="285750" indent="-285750">
              <a:lnSpc>
                <a:spcPct val="90000"/>
              </a:lnSpc>
              <a:buFont typeface="Arial" panose="020B0604020202020204" pitchFamily="34" charset="0"/>
              <a:buChar char="•"/>
            </a:pPr>
            <a:r>
              <a:rPr lang="tr-TR" b="1" dirty="0"/>
              <a:t>Mentor</a:t>
            </a:r>
            <a:r>
              <a:rPr lang="tr-TR" dirty="0"/>
              <a:t> : Öner Öztürk</a:t>
            </a:r>
          </a:p>
          <a:p>
            <a:pPr marL="285750" indent="-285750">
              <a:lnSpc>
                <a:spcPct val="90000"/>
              </a:lnSpc>
              <a:buFont typeface="Arial" panose="020B0604020202020204" pitchFamily="34" charset="0"/>
              <a:buChar char="•"/>
            </a:pPr>
            <a:endParaRPr lang="tr-TR" dirty="0"/>
          </a:p>
          <a:p>
            <a:pPr marL="285750" indent="-285750">
              <a:lnSpc>
                <a:spcPct val="90000"/>
              </a:lnSpc>
              <a:buFont typeface="Arial" panose="020B0604020202020204" pitchFamily="34" charset="0"/>
              <a:buChar char="•"/>
            </a:pPr>
            <a:r>
              <a:rPr lang="tr-TR" b="1" dirty="0" err="1"/>
              <a:t>Juri</a:t>
            </a:r>
            <a:r>
              <a:rPr lang="tr-TR" b="1" dirty="0"/>
              <a:t> : </a:t>
            </a:r>
            <a:r>
              <a:rPr lang="tr-TR" dirty="0" err="1"/>
              <a:t>Senior</a:t>
            </a:r>
            <a:r>
              <a:rPr lang="tr-TR" dirty="0"/>
              <a:t> </a:t>
            </a:r>
            <a:r>
              <a:rPr lang="tr-TR" dirty="0" err="1"/>
              <a:t>Expert</a:t>
            </a:r>
            <a:r>
              <a:rPr lang="tr-TR" dirty="0"/>
              <a:t> Team</a:t>
            </a:r>
            <a:endParaRPr lang="tr-TR" b="1" dirty="0"/>
          </a:p>
          <a:p>
            <a:pPr marL="285750" indent="-285750">
              <a:lnSpc>
                <a:spcPct val="90000"/>
              </a:lnSpc>
              <a:buFont typeface="Arial" panose="020B0604020202020204" pitchFamily="34" charset="0"/>
              <a:buChar char="•"/>
            </a:pPr>
            <a:endParaRPr lang="tr-TR" dirty="0"/>
          </a:p>
          <a:p>
            <a:pPr marL="285750" indent="-285750">
              <a:lnSpc>
                <a:spcPct val="90000"/>
              </a:lnSpc>
              <a:buFont typeface="Arial" panose="020B0604020202020204" pitchFamily="34" charset="0"/>
              <a:buChar char="•"/>
            </a:pPr>
            <a:r>
              <a:rPr lang="tr-TR" b="1" dirty="0"/>
              <a:t>Jüri Değerlendirmesi </a:t>
            </a:r>
            <a:r>
              <a:rPr lang="tr-TR" dirty="0"/>
              <a:t>: </a:t>
            </a:r>
            <a:r>
              <a:rPr lang="en-US" dirty="0" err="1"/>
              <a:t>Jüri</a:t>
            </a:r>
            <a:r>
              <a:rPr lang="en-US" dirty="0"/>
              <a:t>, </a:t>
            </a:r>
            <a:r>
              <a:rPr lang="en-US" dirty="0" err="1"/>
              <a:t>kod</a:t>
            </a:r>
            <a:r>
              <a:rPr lang="en-US" dirty="0"/>
              <a:t> </a:t>
            </a:r>
            <a:r>
              <a:rPr lang="en-US" dirty="0" err="1"/>
              <a:t>kalitesi</a:t>
            </a:r>
            <a:r>
              <a:rPr lang="en-US" dirty="0"/>
              <a:t>, </a:t>
            </a:r>
            <a:r>
              <a:rPr lang="en-US" dirty="0" err="1"/>
              <a:t>belgelenme</a:t>
            </a:r>
            <a:r>
              <a:rPr lang="en-US" dirty="0"/>
              <a:t> </a:t>
            </a:r>
            <a:r>
              <a:rPr lang="en-US" dirty="0" err="1"/>
              <a:t>ve</a:t>
            </a:r>
            <a:r>
              <a:rPr lang="en-US" dirty="0"/>
              <a:t> </a:t>
            </a:r>
            <a:r>
              <a:rPr lang="en-US" dirty="0" err="1"/>
              <a:t>yenilikçilik</a:t>
            </a:r>
            <a:r>
              <a:rPr lang="en-US" dirty="0"/>
              <a:t> </a:t>
            </a:r>
            <a:r>
              <a:rPr lang="en-US" dirty="0" err="1"/>
              <a:t>gibi</a:t>
            </a:r>
            <a:r>
              <a:rPr lang="en-US" dirty="0"/>
              <a:t> </a:t>
            </a:r>
            <a:r>
              <a:rPr lang="en-US" dirty="0" err="1"/>
              <a:t>kriterlere</a:t>
            </a:r>
            <a:r>
              <a:rPr lang="en-US" dirty="0"/>
              <a:t> </a:t>
            </a:r>
            <a:r>
              <a:rPr lang="en-US" dirty="0" err="1"/>
              <a:t>göre</a:t>
            </a:r>
            <a:r>
              <a:rPr lang="en-US" dirty="0"/>
              <a:t> </a:t>
            </a:r>
            <a:r>
              <a:rPr lang="en-US" dirty="0" err="1"/>
              <a:t>değerlendirir</a:t>
            </a:r>
            <a:r>
              <a:rPr lang="en-US" dirty="0"/>
              <a:t>.</a:t>
            </a:r>
            <a:r>
              <a:rPr lang="tr-TR" dirty="0"/>
              <a:t> İlgili içeriğin tüm projelerde kullanımını değerlendirecektir.</a:t>
            </a:r>
            <a:endParaRPr lang="en-US" dirty="0"/>
          </a:p>
        </p:txBody>
      </p:sp>
      <p:pic>
        <p:nvPicPr>
          <p:cNvPr id="33" name="Picture Placeholder 43" descr="A bee in a lab&#10;&#10;Description automatically generated">
            <a:extLst>
              <a:ext uri="{FF2B5EF4-FFF2-40B4-BE49-F238E27FC236}">
                <a16:creationId xmlns:a16="http://schemas.microsoft.com/office/drawing/2014/main" id="{94E3866D-B323-79DF-C85A-AF0EA27C0B32}"/>
              </a:ext>
            </a:extLst>
          </p:cNvPr>
          <p:cNvPicPr>
            <a:picLocks noChangeAspect="1"/>
          </p:cNvPicPr>
          <p:nvPr/>
        </p:nvPicPr>
        <p:blipFill rotWithShape="1">
          <a:blip r:embed="rId2"/>
          <a:srcRect t="12408" r="3" b="3"/>
          <a:stretch/>
        </p:blipFill>
        <p:spPr>
          <a:xfrm>
            <a:off x="6311325" y="1412875"/>
            <a:ext cx="5507850" cy="4824413"/>
          </a:xfrm>
          <a:prstGeom prst="rect">
            <a:avLst/>
          </a:prstGeom>
          <a:ln>
            <a:noFill/>
          </a:ln>
          <a:effectLst>
            <a:softEdge rad="112500"/>
          </a:effectLst>
        </p:spPr>
      </p:pic>
      <p:sp>
        <p:nvSpPr>
          <p:cNvPr id="3" name="Footer Placeholder 2">
            <a:extLst>
              <a:ext uri="{FF2B5EF4-FFF2-40B4-BE49-F238E27FC236}">
                <a16:creationId xmlns:a16="http://schemas.microsoft.com/office/drawing/2014/main" id="{4D7732AF-0167-9894-514F-6F02C634C548}"/>
              </a:ext>
            </a:extLst>
          </p:cNvPr>
          <p:cNvSpPr>
            <a:spLocks noGrp="1"/>
          </p:cNvSpPr>
          <p:nvPr>
            <p:ph type="ftr" sz="quarter" idx="3"/>
          </p:nvPr>
        </p:nvSpPr>
        <p:spPr>
          <a:xfrm>
            <a:off x="371475" y="6563358"/>
            <a:ext cx="4852035" cy="88901"/>
          </a:xfrm>
        </p:spPr>
        <p:txBody>
          <a:bodyPr anchor="ctr">
            <a:normAutofit/>
          </a:bodyPr>
          <a:lstStyle/>
          <a:p>
            <a:pPr>
              <a:lnSpc>
                <a:spcPct val="90000"/>
              </a:lnSpc>
            </a:pPr>
            <a:r>
              <a:rPr lang="en-US" sz="600"/>
              <a:t>© </a:t>
            </a:r>
            <a:fld id="{DD69F77D-B589-4F3A-9274-29083AE57FBD}" type="datetimeyyyy">
              <a:rPr lang="en-US" sz="600" smtClean="0"/>
              <a:pPr>
                <a:lnSpc>
                  <a:spcPct val="90000"/>
                </a:lnSpc>
              </a:pPr>
              <a:t>2024</a:t>
            </a:fld>
            <a:r>
              <a:rPr lang="en-US" sz="600"/>
              <a:t> NTT DATA Business Solutions</a:t>
            </a:r>
          </a:p>
        </p:txBody>
      </p:sp>
      <p:sp>
        <p:nvSpPr>
          <p:cNvPr id="4" name="Slide Number Placeholder 3">
            <a:extLst>
              <a:ext uri="{FF2B5EF4-FFF2-40B4-BE49-F238E27FC236}">
                <a16:creationId xmlns:a16="http://schemas.microsoft.com/office/drawing/2014/main" id="{88DA3492-EB2F-F4FC-0A18-96721098E5DA}"/>
              </a:ext>
            </a:extLst>
          </p:cNvPr>
          <p:cNvSpPr>
            <a:spLocks noGrp="1"/>
          </p:cNvSpPr>
          <p:nvPr>
            <p:ph type="sldNum" sz="quarter" idx="4"/>
          </p:nvPr>
        </p:nvSpPr>
        <p:spPr>
          <a:xfrm>
            <a:off x="5943600" y="6563358"/>
            <a:ext cx="304800" cy="88901"/>
          </a:xfrm>
        </p:spPr>
        <p:txBody>
          <a:bodyPr anchor="ctr">
            <a:normAutofit/>
          </a:bodyPr>
          <a:lstStyle/>
          <a:p>
            <a:pPr>
              <a:lnSpc>
                <a:spcPct val="90000"/>
              </a:lnSpc>
            </a:pPr>
            <a:fld id="{13CE6DAF-806F-404B-BC68-339BFCB57E5C}" type="slidenum">
              <a:rPr lang="en-US" sz="600" smtClean="0"/>
              <a:pPr>
                <a:lnSpc>
                  <a:spcPct val="90000"/>
                </a:lnSpc>
              </a:pPr>
              <a:t>9</a:t>
            </a:fld>
            <a:endParaRPr lang="en-US" sz="600"/>
          </a:p>
        </p:txBody>
      </p:sp>
    </p:spTree>
    <p:extLst>
      <p:ext uri="{BB962C8B-B14F-4D97-AF65-F5344CB8AC3E}">
        <p14:creationId xmlns:p14="http://schemas.microsoft.com/office/powerpoint/2010/main" val="27662595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itle 1">
            <a:extLst>
              <a:ext uri="{FF2B5EF4-FFF2-40B4-BE49-F238E27FC236}">
                <a16:creationId xmlns:a16="http://schemas.microsoft.com/office/drawing/2014/main" id="{DED21FDC-5EF1-4452-5FAA-861E0C1DE5B0}"/>
              </a:ext>
            </a:extLst>
          </p:cNvPr>
          <p:cNvSpPr>
            <a:spLocks noGrp="1"/>
          </p:cNvSpPr>
          <p:nvPr>
            <p:ph type="title"/>
          </p:nvPr>
        </p:nvSpPr>
        <p:spPr>
          <a:xfrm>
            <a:off x="371475" y="333375"/>
            <a:ext cx="11449050" cy="792000"/>
          </a:xfrm>
        </p:spPr>
        <p:txBody>
          <a:bodyPr anchor="t">
            <a:normAutofit/>
          </a:bodyPr>
          <a:lstStyle/>
          <a:p>
            <a:r>
              <a:rPr lang="tr-TR" dirty="0"/>
              <a:t>Kod İnceleme Olimpiyatı</a:t>
            </a:r>
            <a:endParaRPr lang="en-US" dirty="0"/>
          </a:p>
        </p:txBody>
      </p:sp>
      <p:sp>
        <p:nvSpPr>
          <p:cNvPr id="39" name="Content Placeholder 2">
            <a:extLst>
              <a:ext uri="{FF2B5EF4-FFF2-40B4-BE49-F238E27FC236}">
                <a16:creationId xmlns:a16="http://schemas.microsoft.com/office/drawing/2014/main" id="{2960BA51-7760-9C5B-B1B0-F7AEFC8BCDBC}"/>
              </a:ext>
            </a:extLst>
          </p:cNvPr>
          <p:cNvSpPr>
            <a:spLocks noGrp="1"/>
          </p:cNvSpPr>
          <p:nvPr>
            <p:ph idx="1"/>
          </p:nvPr>
        </p:nvSpPr>
        <p:spPr>
          <a:xfrm>
            <a:off x="371475" y="1412875"/>
            <a:ext cx="5507850" cy="4824413"/>
          </a:xfrm>
        </p:spPr>
        <p:txBody>
          <a:bodyPr>
            <a:normAutofit/>
          </a:bodyPr>
          <a:lstStyle/>
          <a:p>
            <a:pPr marL="285750" indent="-285750">
              <a:buFont typeface="Arial" panose="020B0604020202020204" pitchFamily="34" charset="0"/>
              <a:buChar char="•"/>
            </a:pPr>
            <a:r>
              <a:rPr lang="tr-TR" dirty="0"/>
              <a:t>2023 yılında projede yapılan bir problemden dolayı sürecini değiştiren ve efor kapsam olarak projeye etkisinden bahsedeceğiz. Burada en fazla efor harcadığınız çalışma örnek olabilir. Böyle bir çalışma yok ise yapılan bir hatayı da sunabiliriz</a:t>
            </a:r>
          </a:p>
          <a:p>
            <a:pPr marL="285750" indent="-285750">
              <a:buFont typeface="Arial" panose="020B0604020202020204" pitchFamily="34" charset="0"/>
              <a:buChar char="•"/>
            </a:pPr>
            <a:r>
              <a:rPr lang="tr-TR" dirty="0"/>
              <a:t>Takım Lideri ve Grup yönetici arkadaşlar ekipten bilgi alarak bu konuyu bulur.</a:t>
            </a:r>
          </a:p>
          <a:p>
            <a:pPr marL="285750" indent="-285750">
              <a:buFont typeface="Arial" panose="020B0604020202020204" pitchFamily="34" charset="0"/>
              <a:buChar char="•"/>
            </a:pPr>
            <a:endParaRPr lang="tr-TR" dirty="0"/>
          </a:p>
          <a:p>
            <a:pPr marL="285750" indent="-285750">
              <a:buFont typeface="Arial" panose="020B0604020202020204" pitchFamily="34" charset="0"/>
              <a:buChar char="•"/>
            </a:pPr>
            <a:r>
              <a:rPr lang="tr-TR" b="1" dirty="0"/>
              <a:t>Mentor</a:t>
            </a:r>
            <a:r>
              <a:rPr lang="tr-TR" dirty="0"/>
              <a:t> : Gamze </a:t>
            </a:r>
            <a:r>
              <a:rPr lang="tr-TR" dirty="0" err="1"/>
              <a:t>Yaman,Serkan</a:t>
            </a:r>
            <a:r>
              <a:rPr lang="tr-TR" dirty="0"/>
              <a:t> </a:t>
            </a:r>
            <a:r>
              <a:rPr lang="tr-TR" dirty="0" err="1"/>
              <a:t>Taşkan</a:t>
            </a:r>
            <a:endParaRPr lang="tr-TR" dirty="0"/>
          </a:p>
          <a:p>
            <a:pPr marL="285750" indent="-285750">
              <a:buFont typeface="Arial" panose="020B0604020202020204" pitchFamily="34" charset="0"/>
              <a:buChar char="•"/>
            </a:pPr>
            <a:endParaRPr lang="tr-TR" dirty="0"/>
          </a:p>
          <a:p>
            <a:pPr marL="285750" indent="-285750">
              <a:buFont typeface="Arial" panose="020B0604020202020204" pitchFamily="34" charset="0"/>
              <a:buChar char="•"/>
            </a:pPr>
            <a:r>
              <a:rPr lang="tr-TR" b="1" dirty="0" err="1"/>
              <a:t>Juri</a:t>
            </a:r>
            <a:r>
              <a:rPr lang="tr-TR" b="1" dirty="0"/>
              <a:t> : </a:t>
            </a:r>
            <a:r>
              <a:rPr lang="tr-TR" dirty="0" err="1"/>
              <a:t>Expert</a:t>
            </a:r>
            <a:r>
              <a:rPr lang="tr-TR" dirty="0"/>
              <a:t> Team</a:t>
            </a:r>
            <a:endParaRPr lang="tr-TR" b="1" dirty="0"/>
          </a:p>
          <a:p>
            <a:pPr marL="285750" indent="-285750">
              <a:buFont typeface="Arial" panose="020B0604020202020204" pitchFamily="34" charset="0"/>
              <a:buChar char="•"/>
            </a:pPr>
            <a:endParaRPr lang="tr-TR" dirty="0"/>
          </a:p>
          <a:p>
            <a:pPr marL="285750" indent="-285750">
              <a:buFont typeface="Arial" panose="020B0604020202020204" pitchFamily="34" charset="0"/>
              <a:buChar char="•"/>
            </a:pPr>
            <a:r>
              <a:rPr lang="tr-TR" b="1" dirty="0"/>
              <a:t>Jüri Değerlendirmesi </a:t>
            </a:r>
            <a:r>
              <a:rPr lang="tr-TR" dirty="0"/>
              <a:t>: kod kalitesi, tasarım estetiği, kullanılabilirlik, performans gibi kriterler olabilir.</a:t>
            </a:r>
            <a:endParaRPr lang="en-US" dirty="0"/>
          </a:p>
        </p:txBody>
      </p:sp>
      <p:pic>
        <p:nvPicPr>
          <p:cNvPr id="5" name="Picture Placeholder 39" descr="A bee wearing glasses and sitting on a stack of books&#10;&#10;Description automatically generated">
            <a:extLst>
              <a:ext uri="{FF2B5EF4-FFF2-40B4-BE49-F238E27FC236}">
                <a16:creationId xmlns:a16="http://schemas.microsoft.com/office/drawing/2014/main" id="{385A3428-2417-B6DF-2C30-D6418FE5F0B4}"/>
              </a:ext>
            </a:extLst>
          </p:cNvPr>
          <p:cNvPicPr>
            <a:picLocks noChangeAspect="1"/>
          </p:cNvPicPr>
          <p:nvPr/>
        </p:nvPicPr>
        <p:blipFill rotWithShape="1">
          <a:blip r:embed="rId2"/>
          <a:srcRect t="11274" r="3" b="1137"/>
          <a:stretch/>
        </p:blipFill>
        <p:spPr>
          <a:xfrm>
            <a:off x="6311325" y="1412875"/>
            <a:ext cx="5507850" cy="4824413"/>
          </a:xfrm>
          <a:prstGeom prst="rect">
            <a:avLst/>
          </a:prstGeom>
          <a:ln>
            <a:noFill/>
          </a:ln>
          <a:effectLst>
            <a:softEdge rad="112500"/>
          </a:effectLst>
        </p:spPr>
      </p:pic>
      <p:sp>
        <p:nvSpPr>
          <p:cNvPr id="3" name="Footer Placeholder 2">
            <a:extLst>
              <a:ext uri="{FF2B5EF4-FFF2-40B4-BE49-F238E27FC236}">
                <a16:creationId xmlns:a16="http://schemas.microsoft.com/office/drawing/2014/main" id="{4D7732AF-0167-9894-514F-6F02C634C548}"/>
              </a:ext>
            </a:extLst>
          </p:cNvPr>
          <p:cNvSpPr>
            <a:spLocks noGrp="1"/>
          </p:cNvSpPr>
          <p:nvPr>
            <p:ph type="ftr" sz="quarter" idx="3"/>
          </p:nvPr>
        </p:nvSpPr>
        <p:spPr>
          <a:xfrm>
            <a:off x="371475" y="6563358"/>
            <a:ext cx="4852035" cy="88901"/>
          </a:xfrm>
        </p:spPr>
        <p:txBody>
          <a:bodyPr anchor="ctr">
            <a:normAutofit/>
          </a:bodyPr>
          <a:lstStyle/>
          <a:p>
            <a:pPr>
              <a:lnSpc>
                <a:spcPct val="90000"/>
              </a:lnSpc>
            </a:pPr>
            <a:r>
              <a:rPr lang="en-US" sz="600"/>
              <a:t>© </a:t>
            </a:r>
            <a:fld id="{DD69F77D-B589-4F3A-9274-29083AE57FBD}" type="datetimeyyyy">
              <a:rPr lang="en-US" sz="600" smtClean="0"/>
              <a:pPr>
                <a:lnSpc>
                  <a:spcPct val="90000"/>
                </a:lnSpc>
              </a:pPr>
              <a:t>2024</a:t>
            </a:fld>
            <a:r>
              <a:rPr lang="en-US" sz="600"/>
              <a:t> NTT DATA Business Solutions</a:t>
            </a:r>
          </a:p>
        </p:txBody>
      </p:sp>
      <p:sp>
        <p:nvSpPr>
          <p:cNvPr id="4" name="Slide Number Placeholder 3">
            <a:extLst>
              <a:ext uri="{FF2B5EF4-FFF2-40B4-BE49-F238E27FC236}">
                <a16:creationId xmlns:a16="http://schemas.microsoft.com/office/drawing/2014/main" id="{88DA3492-EB2F-F4FC-0A18-96721098E5DA}"/>
              </a:ext>
            </a:extLst>
          </p:cNvPr>
          <p:cNvSpPr>
            <a:spLocks noGrp="1"/>
          </p:cNvSpPr>
          <p:nvPr>
            <p:ph type="sldNum" sz="quarter" idx="4"/>
          </p:nvPr>
        </p:nvSpPr>
        <p:spPr>
          <a:xfrm>
            <a:off x="5943600" y="6563358"/>
            <a:ext cx="304800" cy="88901"/>
          </a:xfrm>
        </p:spPr>
        <p:txBody>
          <a:bodyPr anchor="ctr">
            <a:normAutofit/>
          </a:bodyPr>
          <a:lstStyle/>
          <a:p>
            <a:pPr>
              <a:lnSpc>
                <a:spcPct val="90000"/>
              </a:lnSpc>
            </a:pPr>
            <a:fld id="{13CE6DAF-806F-404B-BC68-339BFCB57E5C}" type="slidenum">
              <a:rPr lang="en-US" sz="600" smtClean="0"/>
              <a:pPr>
                <a:lnSpc>
                  <a:spcPct val="90000"/>
                </a:lnSpc>
              </a:pPr>
              <a:t>10</a:t>
            </a:fld>
            <a:endParaRPr lang="en-US" sz="600"/>
          </a:p>
        </p:txBody>
      </p:sp>
    </p:spTree>
    <p:extLst>
      <p:ext uri="{BB962C8B-B14F-4D97-AF65-F5344CB8AC3E}">
        <p14:creationId xmlns:p14="http://schemas.microsoft.com/office/powerpoint/2010/main" val="888438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itle 1">
            <a:extLst>
              <a:ext uri="{FF2B5EF4-FFF2-40B4-BE49-F238E27FC236}">
                <a16:creationId xmlns:a16="http://schemas.microsoft.com/office/drawing/2014/main" id="{DED21FDC-5EF1-4452-5FAA-861E0C1DE5B0}"/>
              </a:ext>
            </a:extLst>
          </p:cNvPr>
          <p:cNvSpPr>
            <a:spLocks noGrp="1"/>
          </p:cNvSpPr>
          <p:nvPr>
            <p:ph type="title"/>
          </p:nvPr>
        </p:nvSpPr>
        <p:spPr>
          <a:xfrm>
            <a:off x="371475" y="333375"/>
            <a:ext cx="11449050" cy="792000"/>
          </a:xfrm>
        </p:spPr>
        <p:txBody>
          <a:bodyPr anchor="t">
            <a:normAutofit/>
          </a:bodyPr>
          <a:lstStyle/>
          <a:p>
            <a:r>
              <a:rPr lang="en-US" dirty="0" err="1"/>
              <a:t>Hata</a:t>
            </a:r>
            <a:r>
              <a:rPr lang="en-US" dirty="0"/>
              <a:t> </a:t>
            </a:r>
            <a:r>
              <a:rPr lang="en-US" dirty="0" err="1"/>
              <a:t>Analizi</a:t>
            </a:r>
            <a:r>
              <a:rPr lang="en-US" dirty="0"/>
              <a:t> </a:t>
            </a:r>
            <a:r>
              <a:rPr lang="en-US" dirty="0" err="1"/>
              <a:t>ve</a:t>
            </a:r>
            <a:r>
              <a:rPr lang="en-US" dirty="0"/>
              <a:t> </a:t>
            </a:r>
            <a:r>
              <a:rPr lang="en-US" dirty="0" err="1"/>
              <a:t>Çözüm</a:t>
            </a:r>
            <a:r>
              <a:rPr lang="en-US" dirty="0"/>
              <a:t> </a:t>
            </a:r>
            <a:r>
              <a:rPr lang="en-US" dirty="0" err="1"/>
              <a:t>Yarışması</a:t>
            </a:r>
            <a:br>
              <a:rPr lang="en-US" dirty="0"/>
            </a:br>
            <a:endParaRPr lang="en-US" dirty="0"/>
          </a:p>
        </p:txBody>
      </p:sp>
      <p:sp>
        <p:nvSpPr>
          <p:cNvPr id="39" name="Content Placeholder 2">
            <a:extLst>
              <a:ext uri="{FF2B5EF4-FFF2-40B4-BE49-F238E27FC236}">
                <a16:creationId xmlns:a16="http://schemas.microsoft.com/office/drawing/2014/main" id="{2960BA51-7760-9C5B-B1B0-F7AEFC8BCDBC}"/>
              </a:ext>
            </a:extLst>
          </p:cNvPr>
          <p:cNvSpPr>
            <a:spLocks noGrp="1"/>
          </p:cNvSpPr>
          <p:nvPr>
            <p:ph idx="1"/>
          </p:nvPr>
        </p:nvSpPr>
        <p:spPr>
          <a:xfrm>
            <a:off x="371475" y="1412875"/>
            <a:ext cx="5507850" cy="4824413"/>
          </a:xfrm>
        </p:spPr>
        <p:txBody>
          <a:bodyPr>
            <a:normAutofit/>
          </a:bodyPr>
          <a:lstStyle/>
          <a:p>
            <a:pPr marL="285750" indent="-285750">
              <a:buFont typeface="Arial" panose="020B0604020202020204" pitchFamily="34" charset="0"/>
              <a:buChar char="•"/>
            </a:pPr>
            <a:r>
              <a:rPr lang="en-US" dirty="0" err="1"/>
              <a:t>Ekipler</a:t>
            </a:r>
            <a:r>
              <a:rPr lang="en-US" dirty="0"/>
              <a:t>, </a:t>
            </a:r>
            <a:r>
              <a:rPr lang="en-US" dirty="0" err="1"/>
              <a:t>gerçek</a:t>
            </a:r>
            <a:r>
              <a:rPr lang="en-US" dirty="0"/>
              <a:t> </a:t>
            </a:r>
            <a:r>
              <a:rPr lang="en-US" dirty="0" err="1"/>
              <a:t>dünyadan</a:t>
            </a:r>
            <a:r>
              <a:rPr lang="en-US" dirty="0"/>
              <a:t> </a:t>
            </a:r>
            <a:r>
              <a:rPr lang="en-US" dirty="0" err="1"/>
              <a:t>alınan</a:t>
            </a:r>
            <a:r>
              <a:rPr lang="en-US" dirty="0"/>
              <a:t> </a:t>
            </a:r>
            <a:r>
              <a:rPr lang="en-US" dirty="0" err="1"/>
              <a:t>hata</a:t>
            </a:r>
            <a:r>
              <a:rPr lang="en-US" dirty="0"/>
              <a:t> </a:t>
            </a:r>
            <a:r>
              <a:rPr lang="en-US" dirty="0" err="1"/>
              <a:t>raporları</a:t>
            </a:r>
            <a:r>
              <a:rPr lang="en-US" dirty="0"/>
              <a:t> </a:t>
            </a:r>
            <a:r>
              <a:rPr lang="en-US" dirty="0" err="1"/>
              <a:t>üzerinde</a:t>
            </a:r>
            <a:r>
              <a:rPr lang="en-US" dirty="0"/>
              <a:t> </a:t>
            </a:r>
            <a:r>
              <a:rPr lang="en-US" dirty="0" err="1"/>
              <a:t>çalışır</a:t>
            </a:r>
            <a:r>
              <a:rPr lang="en-US" dirty="0"/>
              <a:t>. Her </a:t>
            </a:r>
            <a:r>
              <a:rPr lang="en-US" dirty="0" err="1"/>
              <a:t>ekip</a:t>
            </a:r>
            <a:r>
              <a:rPr lang="en-US" dirty="0"/>
              <a:t>, </a:t>
            </a:r>
            <a:r>
              <a:rPr lang="en-US" dirty="0" err="1"/>
              <a:t>hata</a:t>
            </a:r>
            <a:r>
              <a:rPr lang="en-US" dirty="0"/>
              <a:t> </a:t>
            </a:r>
            <a:r>
              <a:rPr lang="en-US" dirty="0" err="1"/>
              <a:t>kaynağını</a:t>
            </a:r>
            <a:r>
              <a:rPr lang="en-US" dirty="0"/>
              <a:t> </a:t>
            </a:r>
            <a:r>
              <a:rPr lang="en-US" dirty="0" err="1"/>
              <a:t>analiz</a:t>
            </a:r>
            <a:r>
              <a:rPr lang="en-US" dirty="0"/>
              <a:t> </a:t>
            </a:r>
            <a:r>
              <a:rPr lang="en-US" dirty="0" err="1"/>
              <a:t>eder</a:t>
            </a:r>
            <a:r>
              <a:rPr lang="en-US" dirty="0"/>
              <a:t>, </a:t>
            </a:r>
            <a:r>
              <a:rPr lang="en-US" dirty="0" err="1"/>
              <a:t>çözüm</a:t>
            </a:r>
            <a:r>
              <a:rPr lang="en-US" dirty="0"/>
              <a:t> </a:t>
            </a:r>
            <a:r>
              <a:rPr lang="en-US" dirty="0" err="1"/>
              <a:t>önerir</a:t>
            </a:r>
            <a:r>
              <a:rPr lang="en-US" dirty="0"/>
              <a:t> </a:t>
            </a:r>
            <a:r>
              <a:rPr lang="en-US" dirty="0" err="1"/>
              <a:t>ve</a:t>
            </a:r>
            <a:r>
              <a:rPr lang="en-US" dirty="0"/>
              <a:t> </a:t>
            </a:r>
            <a:r>
              <a:rPr lang="en-US" dirty="0" err="1"/>
              <a:t>bu</a:t>
            </a:r>
            <a:r>
              <a:rPr lang="en-US" dirty="0"/>
              <a:t> </a:t>
            </a:r>
            <a:r>
              <a:rPr lang="en-US" dirty="0" err="1"/>
              <a:t>çözümü</a:t>
            </a:r>
            <a:r>
              <a:rPr lang="en-US" dirty="0"/>
              <a:t> </a:t>
            </a:r>
            <a:r>
              <a:rPr lang="en-US" dirty="0" err="1"/>
              <a:t>uygular</a:t>
            </a:r>
            <a:r>
              <a:rPr lang="en-US" dirty="0"/>
              <a:t>. En </a:t>
            </a:r>
            <a:r>
              <a:rPr lang="en-US" dirty="0" err="1"/>
              <a:t>hızlı</a:t>
            </a:r>
            <a:r>
              <a:rPr lang="en-US" dirty="0"/>
              <a:t> </a:t>
            </a:r>
            <a:r>
              <a:rPr lang="en-US" dirty="0" err="1"/>
              <a:t>ve</a:t>
            </a:r>
            <a:r>
              <a:rPr lang="en-US" dirty="0"/>
              <a:t> </a:t>
            </a:r>
            <a:r>
              <a:rPr lang="en-US" dirty="0" err="1"/>
              <a:t>en</a:t>
            </a:r>
            <a:r>
              <a:rPr lang="en-US" dirty="0"/>
              <a:t> </a:t>
            </a:r>
            <a:r>
              <a:rPr lang="en-US" dirty="0" err="1"/>
              <a:t>etkili</a:t>
            </a:r>
            <a:r>
              <a:rPr lang="en-US" dirty="0"/>
              <a:t> </a:t>
            </a:r>
            <a:r>
              <a:rPr lang="en-US" dirty="0" err="1"/>
              <a:t>çözümü</a:t>
            </a:r>
            <a:r>
              <a:rPr lang="en-US" dirty="0"/>
              <a:t> </a:t>
            </a:r>
            <a:r>
              <a:rPr lang="en-US" dirty="0" err="1"/>
              <a:t>sunan</a:t>
            </a:r>
            <a:r>
              <a:rPr lang="en-US" dirty="0"/>
              <a:t> </a:t>
            </a:r>
            <a:r>
              <a:rPr lang="en-US" dirty="0" err="1"/>
              <a:t>ekip</a:t>
            </a:r>
            <a:r>
              <a:rPr lang="en-US" dirty="0"/>
              <a:t> </a:t>
            </a:r>
            <a:r>
              <a:rPr lang="en-US" dirty="0" err="1"/>
              <a:t>kazanır</a:t>
            </a:r>
            <a:r>
              <a:rPr lang="en-US" dirty="0"/>
              <a:t>.</a:t>
            </a:r>
            <a:endParaRPr lang="tr-TR" dirty="0"/>
          </a:p>
          <a:p>
            <a:endParaRPr lang="tr-TR" dirty="0"/>
          </a:p>
          <a:p>
            <a:pPr marL="285750" indent="-285750">
              <a:buFont typeface="Arial" panose="020B0604020202020204" pitchFamily="34" charset="0"/>
              <a:buChar char="•"/>
            </a:pPr>
            <a:r>
              <a:rPr lang="tr-TR" dirty="0" err="1"/>
              <a:t>Headlik</a:t>
            </a:r>
            <a:r>
              <a:rPr lang="tr-TR" dirty="0"/>
              <a:t> bazında </a:t>
            </a:r>
            <a:r>
              <a:rPr lang="tr-TR" dirty="0" err="1"/>
              <a:t>Expert</a:t>
            </a:r>
            <a:r>
              <a:rPr lang="tr-TR" dirty="0"/>
              <a:t> Team içerik hazırlar. 3 Vaka çalışmasından biri seçilir. </a:t>
            </a:r>
          </a:p>
          <a:p>
            <a:pPr marL="285750" indent="-285750">
              <a:buFont typeface="Arial" panose="020B0604020202020204" pitchFamily="34" charset="0"/>
              <a:buChar char="•"/>
            </a:pPr>
            <a:endParaRPr lang="tr-TR" dirty="0"/>
          </a:p>
          <a:p>
            <a:pPr marL="285750" indent="-285750">
              <a:buFont typeface="Arial" panose="020B0604020202020204" pitchFamily="34" charset="0"/>
              <a:buChar char="•"/>
            </a:pPr>
            <a:r>
              <a:rPr lang="tr-TR" b="1" dirty="0"/>
              <a:t>Mentor</a:t>
            </a:r>
            <a:r>
              <a:rPr lang="tr-TR" dirty="0"/>
              <a:t> :  Onur Yılmaz (L5)</a:t>
            </a:r>
          </a:p>
          <a:p>
            <a:pPr marL="285750" indent="-285750">
              <a:buFont typeface="Arial" panose="020B0604020202020204" pitchFamily="34" charset="0"/>
              <a:buChar char="•"/>
            </a:pPr>
            <a:endParaRPr lang="tr-TR" dirty="0"/>
          </a:p>
          <a:p>
            <a:pPr marL="285750" indent="-285750">
              <a:buFont typeface="Arial" panose="020B0604020202020204" pitchFamily="34" charset="0"/>
              <a:buChar char="•"/>
            </a:pPr>
            <a:r>
              <a:rPr lang="tr-TR" b="1" dirty="0" err="1"/>
              <a:t>Juri</a:t>
            </a:r>
            <a:r>
              <a:rPr lang="tr-TR" b="1" dirty="0"/>
              <a:t> : L5</a:t>
            </a:r>
          </a:p>
          <a:p>
            <a:pPr marL="285750" indent="-285750">
              <a:buFont typeface="Arial" panose="020B0604020202020204" pitchFamily="34" charset="0"/>
              <a:buChar char="•"/>
            </a:pPr>
            <a:endParaRPr lang="tr-TR" dirty="0"/>
          </a:p>
          <a:p>
            <a:pPr marL="285750" indent="-285750">
              <a:buFont typeface="Arial" panose="020B0604020202020204" pitchFamily="34" charset="0"/>
              <a:buChar char="•"/>
            </a:pPr>
            <a:r>
              <a:rPr lang="tr-TR" b="1" dirty="0"/>
              <a:t>Jüri Değerlendirmesi </a:t>
            </a:r>
            <a:r>
              <a:rPr lang="tr-TR" dirty="0"/>
              <a:t>: </a:t>
            </a:r>
            <a:r>
              <a:rPr lang="en-US" dirty="0" err="1"/>
              <a:t>Jüri</a:t>
            </a:r>
            <a:r>
              <a:rPr lang="tr-TR" dirty="0"/>
              <a:t> değerlendirme kriterlerini </a:t>
            </a:r>
            <a:r>
              <a:rPr lang="tr-TR" dirty="0" err="1"/>
              <a:t>belilrler</a:t>
            </a:r>
            <a:r>
              <a:rPr lang="tr-TR" dirty="0"/>
              <a:t>. Her ekibe Puan verilir.</a:t>
            </a:r>
            <a:endParaRPr lang="en-US" dirty="0"/>
          </a:p>
        </p:txBody>
      </p:sp>
      <p:pic>
        <p:nvPicPr>
          <p:cNvPr id="2" name="Picture Placeholder 35" descr="Cartoon bugs sitting at a table&#10;&#10;Description automatically generated">
            <a:extLst>
              <a:ext uri="{FF2B5EF4-FFF2-40B4-BE49-F238E27FC236}">
                <a16:creationId xmlns:a16="http://schemas.microsoft.com/office/drawing/2014/main" id="{A4CDF6F2-3F6F-C8DD-0C45-C7E2142F2425}"/>
              </a:ext>
            </a:extLst>
          </p:cNvPr>
          <p:cNvPicPr>
            <a:picLocks noChangeAspect="1"/>
          </p:cNvPicPr>
          <p:nvPr/>
        </p:nvPicPr>
        <p:blipFill rotWithShape="1">
          <a:blip r:embed="rId2"/>
          <a:srcRect t="9973" r="3" b="2437"/>
          <a:stretch/>
        </p:blipFill>
        <p:spPr>
          <a:xfrm>
            <a:off x="6311325" y="1412875"/>
            <a:ext cx="5507850" cy="4824413"/>
          </a:xfrm>
          <a:prstGeom prst="rect">
            <a:avLst/>
          </a:prstGeom>
          <a:ln>
            <a:noFill/>
          </a:ln>
          <a:effectLst>
            <a:softEdge rad="112500"/>
          </a:effectLst>
        </p:spPr>
      </p:pic>
      <p:sp>
        <p:nvSpPr>
          <p:cNvPr id="3" name="Footer Placeholder 2">
            <a:extLst>
              <a:ext uri="{FF2B5EF4-FFF2-40B4-BE49-F238E27FC236}">
                <a16:creationId xmlns:a16="http://schemas.microsoft.com/office/drawing/2014/main" id="{4D7732AF-0167-9894-514F-6F02C634C548}"/>
              </a:ext>
            </a:extLst>
          </p:cNvPr>
          <p:cNvSpPr>
            <a:spLocks noGrp="1"/>
          </p:cNvSpPr>
          <p:nvPr>
            <p:ph type="ftr" sz="quarter" idx="3"/>
          </p:nvPr>
        </p:nvSpPr>
        <p:spPr>
          <a:xfrm>
            <a:off x="371475" y="6563358"/>
            <a:ext cx="4852035" cy="88901"/>
          </a:xfrm>
        </p:spPr>
        <p:txBody>
          <a:bodyPr anchor="ctr">
            <a:normAutofit/>
          </a:bodyPr>
          <a:lstStyle/>
          <a:p>
            <a:pPr>
              <a:lnSpc>
                <a:spcPct val="90000"/>
              </a:lnSpc>
            </a:pPr>
            <a:r>
              <a:rPr lang="en-US" sz="600"/>
              <a:t>© </a:t>
            </a:r>
            <a:fld id="{DD69F77D-B589-4F3A-9274-29083AE57FBD}" type="datetimeyyyy">
              <a:rPr lang="en-US" sz="600" smtClean="0"/>
              <a:pPr>
                <a:lnSpc>
                  <a:spcPct val="90000"/>
                </a:lnSpc>
              </a:pPr>
              <a:t>2024</a:t>
            </a:fld>
            <a:r>
              <a:rPr lang="en-US" sz="600"/>
              <a:t> NTT DATA Business Solutions</a:t>
            </a:r>
          </a:p>
        </p:txBody>
      </p:sp>
      <p:sp>
        <p:nvSpPr>
          <p:cNvPr id="4" name="Slide Number Placeholder 3">
            <a:extLst>
              <a:ext uri="{FF2B5EF4-FFF2-40B4-BE49-F238E27FC236}">
                <a16:creationId xmlns:a16="http://schemas.microsoft.com/office/drawing/2014/main" id="{88DA3492-EB2F-F4FC-0A18-96721098E5DA}"/>
              </a:ext>
            </a:extLst>
          </p:cNvPr>
          <p:cNvSpPr>
            <a:spLocks noGrp="1"/>
          </p:cNvSpPr>
          <p:nvPr>
            <p:ph type="sldNum" sz="quarter" idx="4"/>
          </p:nvPr>
        </p:nvSpPr>
        <p:spPr>
          <a:xfrm>
            <a:off x="5943600" y="6563358"/>
            <a:ext cx="304800" cy="88901"/>
          </a:xfrm>
        </p:spPr>
        <p:txBody>
          <a:bodyPr anchor="ctr">
            <a:normAutofit/>
          </a:bodyPr>
          <a:lstStyle/>
          <a:p>
            <a:pPr>
              <a:lnSpc>
                <a:spcPct val="90000"/>
              </a:lnSpc>
            </a:pPr>
            <a:fld id="{13CE6DAF-806F-404B-BC68-339BFCB57E5C}" type="slidenum">
              <a:rPr lang="en-US" sz="600" smtClean="0"/>
              <a:pPr>
                <a:lnSpc>
                  <a:spcPct val="90000"/>
                </a:lnSpc>
              </a:pPr>
              <a:t>11</a:t>
            </a:fld>
            <a:endParaRPr lang="en-US" sz="600"/>
          </a:p>
        </p:txBody>
      </p:sp>
    </p:spTree>
    <p:extLst>
      <p:ext uri="{BB962C8B-B14F-4D97-AF65-F5344CB8AC3E}">
        <p14:creationId xmlns:p14="http://schemas.microsoft.com/office/powerpoint/2010/main" val="24936999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itle 32">
            <a:extLst>
              <a:ext uri="{FF2B5EF4-FFF2-40B4-BE49-F238E27FC236}">
                <a16:creationId xmlns:a16="http://schemas.microsoft.com/office/drawing/2014/main" id="{0CDAB32A-4389-A640-5A58-076C2FF0351F}"/>
              </a:ext>
            </a:extLst>
          </p:cNvPr>
          <p:cNvSpPr>
            <a:spLocks noGrp="1"/>
          </p:cNvSpPr>
          <p:nvPr>
            <p:ph type="title"/>
          </p:nvPr>
        </p:nvSpPr>
        <p:spPr/>
        <p:txBody>
          <a:bodyPr/>
          <a:lstStyle/>
          <a:p>
            <a:r>
              <a:rPr lang="en-US" dirty="0" err="1"/>
              <a:t>Inovasyon</a:t>
            </a:r>
            <a:r>
              <a:rPr lang="en-US" dirty="0"/>
              <a:t> </a:t>
            </a:r>
            <a:r>
              <a:rPr lang="en-US" dirty="0" err="1"/>
              <a:t>Kaptanları</a:t>
            </a:r>
            <a:br>
              <a:rPr lang="en-US" dirty="0"/>
            </a:br>
            <a:endParaRPr lang="en-US" dirty="0"/>
          </a:p>
        </p:txBody>
      </p:sp>
      <p:sp>
        <p:nvSpPr>
          <p:cNvPr id="3" name="Footer Placeholder 2">
            <a:extLst>
              <a:ext uri="{FF2B5EF4-FFF2-40B4-BE49-F238E27FC236}">
                <a16:creationId xmlns:a16="http://schemas.microsoft.com/office/drawing/2014/main" id="{63F6D501-5B68-E4B3-0836-D8CC904CC67E}"/>
              </a:ext>
            </a:extLst>
          </p:cNvPr>
          <p:cNvSpPr>
            <a:spLocks noGrp="1"/>
          </p:cNvSpPr>
          <p:nvPr>
            <p:ph type="ftr" sz="quarter" idx="3"/>
          </p:nvPr>
        </p:nvSpPr>
        <p:spPr/>
        <p:txBody>
          <a:bodyPr/>
          <a:lstStyle/>
          <a:p>
            <a:r>
              <a:rPr lang="en-US"/>
              <a:t>© </a:t>
            </a:r>
            <a:fld id="{DD69F77D-B589-4F3A-9274-29083AE57FBD}" type="datetimeyyyy">
              <a:rPr lang="en-US" smtClean="0"/>
              <a:pPr/>
              <a:t>2024</a:t>
            </a:fld>
            <a:r>
              <a:rPr lang="en-US"/>
              <a:t> NTT DATA Business Solutions</a:t>
            </a:r>
            <a:endParaRPr lang="en-US" dirty="0"/>
          </a:p>
        </p:txBody>
      </p:sp>
      <p:sp>
        <p:nvSpPr>
          <p:cNvPr id="4" name="Slide Number Placeholder 3">
            <a:extLst>
              <a:ext uri="{FF2B5EF4-FFF2-40B4-BE49-F238E27FC236}">
                <a16:creationId xmlns:a16="http://schemas.microsoft.com/office/drawing/2014/main" id="{C11C4AB6-381C-EC4B-C8BF-FD7AC96233BE}"/>
              </a:ext>
            </a:extLst>
          </p:cNvPr>
          <p:cNvSpPr>
            <a:spLocks noGrp="1"/>
          </p:cNvSpPr>
          <p:nvPr>
            <p:ph type="sldNum" sz="quarter" idx="4"/>
          </p:nvPr>
        </p:nvSpPr>
        <p:spPr/>
        <p:txBody>
          <a:bodyPr/>
          <a:lstStyle/>
          <a:p>
            <a:fld id="{13CE6DAF-806F-404B-BC68-339BFCB57E5C}" type="slidenum">
              <a:rPr lang="en-US" smtClean="0"/>
              <a:pPr/>
              <a:t>12</a:t>
            </a:fld>
            <a:endParaRPr lang="en-US" dirty="0"/>
          </a:p>
        </p:txBody>
      </p:sp>
      <p:pic>
        <p:nvPicPr>
          <p:cNvPr id="42" name="Picture Placeholder 41" descr="A group of bees on a honeycomb&#10;&#10;Description automatically generated">
            <a:extLst>
              <a:ext uri="{FF2B5EF4-FFF2-40B4-BE49-F238E27FC236}">
                <a16:creationId xmlns:a16="http://schemas.microsoft.com/office/drawing/2014/main" id="{435305F0-F481-5548-9371-CB52DC3AB17B}"/>
              </a:ext>
            </a:extLst>
          </p:cNvPr>
          <p:cNvPicPr>
            <a:picLocks noGrp="1" noChangeAspect="1"/>
          </p:cNvPicPr>
          <p:nvPr>
            <p:ph type="pic" sz="quarter" idx="18"/>
          </p:nvPr>
        </p:nvPicPr>
        <p:blipFill>
          <a:blip r:embed="rId2"/>
          <a:srcRect/>
          <a:stretch>
            <a:fillRect/>
          </a:stretch>
        </p:blipFill>
        <p:spPr>
          <a:xfrm>
            <a:off x="513971" y="1211086"/>
            <a:ext cx="3488705" cy="3488400"/>
          </a:xfrm>
        </p:spPr>
      </p:pic>
      <p:sp>
        <p:nvSpPr>
          <p:cNvPr id="37" name="Text Placeholder 36">
            <a:extLst>
              <a:ext uri="{FF2B5EF4-FFF2-40B4-BE49-F238E27FC236}">
                <a16:creationId xmlns:a16="http://schemas.microsoft.com/office/drawing/2014/main" id="{47D00878-2362-869A-8841-779041028EE3}"/>
              </a:ext>
            </a:extLst>
          </p:cNvPr>
          <p:cNvSpPr>
            <a:spLocks noGrp="1"/>
          </p:cNvSpPr>
          <p:nvPr>
            <p:ph type="body" sz="quarter" idx="25"/>
          </p:nvPr>
        </p:nvSpPr>
        <p:spPr>
          <a:xfrm>
            <a:off x="246145" y="4801726"/>
            <a:ext cx="4024356" cy="368078"/>
          </a:xfrm>
        </p:spPr>
        <p:txBody>
          <a:bodyPr/>
          <a:lstStyle/>
          <a:p>
            <a:pPr algn="ctr"/>
            <a:r>
              <a:rPr lang="tr-TR" dirty="0" err="1"/>
              <a:t>Inovasyon</a:t>
            </a:r>
            <a:r>
              <a:rPr lang="tr-TR" dirty="0"/>
              <a:t> Kaptanları</a:t>
            </a:r>
            <a:endParaRPr lang="en-US" dirty="0"/>
          </a:p>
        </p:txBody>
      </p:sp>
      <p:sp>
        <p:nvSpPr>
          <p:cNvPr id="43" name="Content Placeholder 2">
            <a:extLst>
              <a:ext uri="{FF2B5EF4-FFF2-40B4-BE49-F238E27FC236}">
                <a16:creationId xmlns:a16="http://schemas.microsoft.com/office/drawing/2014/main" id="{6E502C05-0460-6E3E-3E61-8C120A71A1B4}"/>
              </a:ext>
            </a:extLst>
          </p:cNvPr>
          <p:cNvSpPr txBox="1">
            <a:spLocks/>
          </p:cNvSpPr>
          <p:nvPr/>
        </p:nvSpPr>
        <p:spPr>
          <a:xfrm>
            <a:off x="5435401" y="1432160"/>
            <a:ext cx="5507850" cy="4824413"/>
          </a:xfrm>
          <a:prstGeom prst="rect">
            <a:avLst/>
          </a:prstGeom>
        </p:spPr>
        <p:txBody>
          <a:bodyPr>
            <a:normAutofit/>
          </a:bodyPr>
          <a:lstStyle>
            <a:lvl1pPr marL="0" indent="0" algn="l" defTabSz="914400" rtl="0" eaLnBrk="1" latinLnBrk="0" hangingPunct="1">
              <a:lnSpc>
                <a:spcPct val="100000"/>
              </a:lnSpc>
              <a:spcBef>
                <a:spcPts val="0"/>
              </a:spcBef>
              <a:spcAft>
                <a:spcPts val="600"/>
              </a:spcAft>
              <a:buFontTx/>
              <a:buNone/>
              <a:defRPr lang="en-US" sz="1800" kern="1200" dirty="0">
                <a:solidFill>
                  <a:schemeClr val="tx1"/>
                </a:solidFill>
                <a:latin typeface="+mn-lt"/>
                <a:ea typeface="+mn-ea"/>
                <a:cs typeface="+mn-cs"/>
              </a:defRPr>
            </a:lvl1pPr>
            <a:lvl2pPr marL="285750" indent="-285750" algn="l" defTabSz="914400" rtl="0" eaLnBrk="1" latinLnBrk="0" hangingPunct="1">
              <a:lnSpc>
                <a:spcPct val="100000"/>
              </a:lnSpc>
              <a:spcBef>
                <a:spcPts val="500"/>
              </a:spcBef>
              <a:buClr>
                <a:schemeClr val="tx1"/>
              </a:buClr>
              <a:buFont typeface="Arial" panose="020B0604020202020204" pitchFamily="34" charset="0"/>
              <a:buChar char="•"/>
              <a:defRPr lang="en-US" sz="1800" kern="1200" dirty="0">
                <a:solidFill>
                  <a:schemeClr val="tx1"/>
                </a:solidFill>
                <a:latin typeface="+mn-lt"/>
                <a:ea typeface="+mn-ea"/>
                <a:cs typeface="+mn-cs"/>
              </a:defRPr>
            </a:lvl2pPr>
            <a:lvl3pPr marL="536575" indent="-268288" algn="l" defTabSz="914400" rtl="0" eaLnBrk="1" latinLnBrk="0" hangingPunct="1">
              <a:lnSpc>
                <a:spcPct val="100000"/>
              </a:lnSpc>
              <a:spcBef>
                <a:spcPts val="500"/>
              </a:spcBef>
              <a:buClr>
                <a:schemeClr val="tx1"/>
              </a:buClr>
              <a:buFont typeface="Arial" panose="020B0604020202020204" pitchFamily="34" charset="0"/>
              <a:buChar char="»"/>
              <a:defRPr lang="en-US" sz="1600" kern="1200" dirty="0">
                <a:solidFill>
                  <a:schemeClr val="tx1"/>
                </a:solidFill>
                <a:latin typeface="+mn-lt"/>
                <a:ea typeface="+mn-ea"/>
                <a:cs typeface="+mn-cs"/>
              </a:defRPr>
            </a:lvl3pPr>
            <a:lvl4pPr marL="804863" indent="-268288" algn="l" defTabSz="914400" rtl="0" eaLnBrk="1" latinLnBrk="0" hangingPunct="1">
              <a:lnSpc>
                <a:spcPct val="100000"/>
              </a:lnSpc>
              <a:spcBef>
                <a:spcPts val="500"/>
              </a:spcBef>
              <a:buClr>
                <a:schemeClr val="tx1"/>
              </a:buClr>
              <a:buFont typeface="Arial" panose="020B0604020202020204" pitchFamily="34" charset="0"/>
              <a:buChar char="•"/>
              <a:defRPr lang="en-US" sz="1600" kern="1200" dirty="0">
                <a:solidFill>
                  <a:schemeClr val="tx1"/>
                </a:solidFill>
                <a:latin typeface="+mn-lt"/>
                <a:ea typeface="+mn-ea"/>
                <a:cs typeface="+mn-cs"/>
              </a:defRPr>
            </a:lvl4pPr>
            <a:lvl5pPr marL="1077913" indent="-273050" algn="l" defTabSz="914400" rtl="0" eaLnBrk="1" latinLnBrk="0" hangingPunct="1">
              <a:lnSpc>
                <a:spcPct val="100000"/>
              </a:lnSpc>
              <a:spcBef>
                <a:spcPts val="500"/>
              </a:spcBef>
              <a:buClr>
                <a:schemeClr val="tx1"/>
              </a:buClr>
              <a:buFont typeface="Arial" panose="020B0604020202020204" pitchFamily="34" charset="0"/>
              <a:buChar char="»"/>
              <a:defRPr lang="en-US" sz="1600" kern="1200" dirty="0">
                <a:solidFill>
                  <a:schemeClr val="tx1"/>
                </a:solidFill>
                <a:latin typeface="+mn-lt"/>
                <a:ea typeface="+mn-ea"/>
                <a:cs typeface="+mn-cs"/>
              </a:defRPr>
            </a:lvl5pPr>
            <a:lvl6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6pPr>
            <a:lvl7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7pPr>
            <a:lvl8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8pPr>
            <a:lvl9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9pPr>
          </a:lstStyle>
          <a:p>
            <a:pPr marL="285750" indent="-285750">
              <a:buFont typeface="Arial" panose="020B0604020202020204" pitchFamily="34" charset="0"/>
              <a:buChar char="•"/>
            </a:pPr>
            <a:r>
              <a:rPr lang="tr-TR" dirty="0" err="1"/>
              <a:t>Expert</a:t>
            </a:r>
            <a:r>
              <a:rPr lang="tr-TR" dirty="0"/>
              <a:t> ve Grup Yöneticisi arkadaşlarımızın ABAP ve FIORI dışında kullanabileceğimiz bir yeni teknolojiyi ekibe anlatması ve uygulanabilirliğini ispatlaması</a:t>
            </a:r>
          </a:p>
          <a:p>
            <a:pPr marL="285750" indent="-285750">
              <a:buFont typeface="Arial" panose="020B0604020202020204" pitchFamily="34" charset="0"/>
              <a:buChar char="•"/>
            </a:pPr>
            <a:endParaRPr lang="tr-TR" dirty="0"/>
          </a:p>
          <a:p>
            <a:pPr marL="285750" indent="-285750">
              <a:buFont typeface="Arial" panose="020B0604020202020204" pitchFamily="34" charset="0"/>
              <a:buChar char="•"/>
            </a:pPr>
            <a:r>
              <a:rPr lang="tr-TR" b="1" dirty="0"/>
              <a:t>Mentor</a:t>
            </a:r>
            <a:r>
              <a:rPr lang="tr-TR" dirty="0"/>
              <a:t> : Onur Türk</a:t>
            </a:r>
          </a:p>
          <a:p>
            <a:pPr marL="285750" indent="-285750">
              <a:buFont typeface="Arial" panose="020B0604020202020204" pitchFamily="34" charset="0"/>
              <a:buChar char="•"/>
            </a:pPr>
            <a:endParaRPr lang="tr-TR" dirty="0"/>
          </a:p>
          <a:p>
            <a:pPr marL="285750" indent="-285750">
              <a:buFont typeface="Arial" panose="020B0604020202020204" pitchFamily="34" charset="0"/>
              <a:buChar char="•"/>
            </a:pPr>
            <a:r>
              <a:rPr lang="tr-TR" b="1" dirty="0" err="1"/>
              <a:t>Juri</a:t>
            </a:r>
            <a:r>
              <a:rPr lang="tr-TR" b="1" dirty="0"/>
              <a:t> : </a:t>
            </a:r>
            <a:r>
              <a:rPr lang="tr-TR" dirty="0" err="1"/>
              <a:t>Head</a:t>
            </a:r>
            <a:r>
              <a:rPr lang="tr-TR" dirty="0"/>
              <a:t> ve Direktör</a:t>
            </a:r>
            <a:endParaRPr lang="tr-TR" b="1" dirty="0"/>
          </a:p>
          <a:p>
            <a:pPr marL="285750" indent="-285750">
              <a:buFont typeface="Arial" panose="020B0604020202020204" pitchFamily="34" charset="0"/>
              <a:buChar char="•"/>
            </a:pPr>
            <a:endParaRPr lang="tr-TR" dirty="0"/>
          </a:p>
          <a:p>
            <a:pPr marL="285750" indent="-285750">
              <a:buFont typeface="Arial" panose="020B0604020202020204" pitchFamily="34" charset="0"/>
              <a:buChar char="•"/>
            </a:pPr>
            <a:r>
              <a:rPr lang="tr-TR" b="1" dirty="0"/>
              <a:t>Jüri Değerlendirmesi </a:t>
            </a:r>
            <a:r>
              <a:rPr lang="tr-TR" dirty="0"/>
              <a:t>: içerikleri değerlendirir ve kazananları seçer. Değerlendirme kriterleri, içerik kalitesi, yaratıcılık, uygunluk ve takım üyelerin en iyi şekilde tanıtma. </a:t>
            </a:r>
          </a:p>
        </p:txBody>
      </p:sp>
    </p:spTree>
    <p:extLst>
      <p:ext uri="{BB962C8B-B14F-4D97-AF65-F5344CB8AC3E}">
        <p14:creationId xmlns:p14="http://schemas.microsoft.com/office/powerpoint/2010/main" val="12755496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70F26"/>
        </a:solidFill>
        <a:effectLst/>
      </p:bgPr>
    </p:bg>
    <p:spTree>
      <p:nvGrpSpPr>
        <p:cNvPr id="1" name=""/>
        <p:cNvGrpSpPr/>
        <p:nvPr/>
      </p:nvGrpSpPr>
      <p:grpSpPr>
        <a:xfrm>
          <a:off x="0" y="0"/>
          <a:ext cx="0" cy="0"/>
          <a:chOff x="0" y="0"/>
          <a:chExt cx="0" cy="0"/>
        </a:xfrm>
      </p:grpSpPr>
      <p:sp>
        <p:nvSpPr>
          <p:cNvPr id="37" name="Title">
            <a:extLst>
              <a:ext uri="{FF2B5EF4-FFF2-40B4-BE49-F238E27FC236}">
                <a16:creationId xmlns:a16="http://schemas.microsoft.com/office/drawing/2014/main" id="{AC1994AA-CB19-824C-CBCD-5A58B9CE6D14}"/>
              </a:ext>
            </a:extLst>
          </p:cNvPr>
          <p:cNvSpPr>
            <a:spLocks noGrp="1" noChangeAspect="1"/>
          </p:cNvSpPr>
          <p:nvPr>
            <p:ph type="title"/>
          </p:nvPr>
        </p:nvSpPr>
        <p:spPr bwMode="gray"/>
        <p:txBody>
          <a:bodyPr/>
          <a:lstStyle/>
          <a:p>
            <a:r>
              <a:rPr lang="tr-TR" dirty="0" err="1"/>
              <a:t>Lessons</a:t>
            </a:r>
            <a:r>
              <a:rPr lang="tr-TR" dirty="0"/>
              <a:t> </a:t>
            </a:r>
            <a:r>
              <a:rPr lang="tr-TR" dirty="0" err="1"/>
              <a:t>Learned</a:t>
            </a:r>
            <a:r>
              <a:rPr lang="tr-TR" dirty="0"/>
              <a:t> 2o24 Puanlama</a:t>
            </a:r>
            <a:endParaRPr lang="en-US" dirty="0"/>
          </a:p>
        </p:txBody>
      </p:sp>
      <p:sp>
        <p:nvSpPr>
          <p:cNvPr id="145" name="Copyright">
            <a:extLst>
              <a:ext uri="{FF2B5EF4-FFF2-40B4-BE49-F238E27FC236}">
                <a16:creationId xmlns:a16="http://schemas.microsoft.com/office/drawing/2014/main" id="{8D2050B6-3884-65E4-4827-AFFA91FF1097}"/>
              </a:ext>
            </a:extLst>
          </p:cNvPr>
          <p:cNvSpPr>
            <a:spLocks noGrp="1" noChangeAspect="1"/>
          </p:cNvSpPr>
          <p:nvPr>
            <p:ph type="ftr" sz="quarter" idx="3"/>
          </p:nvPr>
        </p:nvSpPr>
        <p:spPr bwMode="gray"/>
        <p:txBody>
          <a:bodyPr/>
          <a:lstStyle/>
          <a:p>
            <a:r>
              <a:rPr lang="en-US" dirty="0"/>
              <a:t>© 2024 NTT DATA Business Solutions</a:t>
            </a:r>
          </a:p>
        </p:txBody>
      </p:sp>
      <p:pic>
        <p:nvPicPr>
          <p:cNvPr id="44" name="Picture Placeholder 43" descr="A bee in a lab&#10;&#10;Description automatically generated">
            <a:extLst>
              <a:ext uri="{FF2B5EF4-FFF2-40B4-BE49-F238E27FC236}">
                <a16:creationId xmlns:a16="http://schemas.microsoft.com/office/drawing/2014/main" id="{8AECB795-4A58-E13F-E177-F52C92C8429A}"/>
              </a:ext>
            </a:extLst>
          </p:cNvPr>
          <p:cNvPicPr>
            <a:picLocks noGrp="1" noChangeAspect="1"/>
          </p:cNvPicPr>
          <p:nvPr>
            <p:ph type="pic" sz="quarter" idx="18"/>
          </p:nvPr>
        </p:nvPicPr>
        <p:blipFill>
          <a:blip r:embed="rId3"/>
          <a:srcRect/>
          <a:stretch>
            <a:fillRect/>
          </a:stretch>
        </p:blipFill>
        <p:spPr/>
      </p:pic>
      <p:sp>
        <p:nvSpPr>
          <p:cNvPr id="8" name="Text Placeholder 7">
            <a:extLst>
              <a:ext uri="{FF2B5EF4-FFF2-40B4-BE49-F238E27FC236}">
                <a16:creationId xmlns:a16="http://schemas.microsoft.com/office/drawing/2014/main" id="{6E5AFBE1-DDB8-D774-F237-6FE14DCB0B83}"/>
              </a:ext>
            </a:extLst>
          </p:cNvPr>
          <p:cNvSpPr>
            <a:spLocks noGrp="1" noChangeAspect="1"/>
          </p:cNvSpPr>
          <p:nvPr>
            <p:ph type="body" sz="quarter" idx="20"/>
          </p:nvPr>
        </p:nvSpPr>
        <p:spPr bwMode="gray"/>
        <p:txBody>
          <a:bodyPr/>
          <a:lstStyle/>
          <a:p>
            <a:r>
              <a:rPr lang="en-US" dirty="0"/>
              <a:t> </a:t>
            </a:r>
          </a:p>
        </p:txBody>
      </p:sp>
      <p:sp>
        <p:nvSpPr>
          <p:cNvPr id="14" name="Textplatzhalter 13">
            <a:extLst>
              <a:ext uri="{FF2B5EF4-FFF2-40B4-BE49-F238E27FC236}">
                <a16:creationId xmlns:a16="http://schemas.microsoft.com/office/drawing/2014/main" id="{9E19E4E0-A499-5501-D156-BE15DED01686}"/>
              </a:ext>
            </a:extLst>
          </p:cNvPr>
          <p:cNvSpPr>
            <a:spLocks noGrp="1" noChangeAspect="1"/>
          </p:cNvSpPr>
          <p:nvPr>
            <p:ph type="body" sz="quarter" idx="24"/>
          </p:nvPr>
        </p:nvSpPr>
        <p:spPr bwMode="gray"/>
        <p:txBody>
          <a:bodyPr/>
          <a:lstStyle/>
          <a:p>
            <a:r>
              <a:rPr lang="en-US" dirty="0"/>
              <a:t> </a:t>
            </a:r>
          </a:p>
        </p:txBody>
      </p:sp>
      <p:sp>
        <p:nvSpPr>
          <p:cNvPr id="11" name="Innovation Curve">
            <a:extLst>
              <a:ext uri="{FF2B5EF4-FFF2-40B4-BE49-F238E27FC236}">
                <a16:creationId xmlns:a16="http://schemas.microsoft.com/office/drawing/2014/main" id="{E0C65A48-3B0B-6B43-AA25-9F7A753944BB}"/>
              </a:ext>
            </a:extLst>
          </p:cNvPr>
          <p:cNvSpPr>
            <a:spLocks noGrp="1" noChangeAspect="1"/>
          </p:cNvSpPr>
          <p:nvPr>
            <p:ph type="body" sz="quarter" idx="25"/>
          </p:nvPr>
        </p:nvSpPr>
        <p:spPr bwMode="gray"/>
        <p:txBody>
          <a:bodyPr/>
          <a:lstStyle/>
          <a:p>
            <a:r>
              <a:rPr lang="en-US" dirty="0" err="1"/>
              <a:t>Kod</a:t>
            </a:r>
            <a:r>
              <a:rPr lang="en-US" dirty="0"/>
              <a:t> </a:t>
            </a:r>
            <a:r>
              <a:rPr lang="en-US" dirty="0" err="1"/>
              <a:t>Kütüphanesi</a:t>
            </a:r>
            <a:r>
              <a:rPr lang="en-US" dirty="0"/>
              <a:t> </a:t>
            </a:r>
            <a:r>
              <a:rPr lang="en-US" dirty="0" err="1"/>
              <a:t>Yarışması</a:t>
            </a:r>
            <a:endParaRPr lang="en-US" dirty="0"/>
          </a:p>
        </p:txBody>
      </p:sp>
      <p:pic>
        <p:nvPicPr>
          <p:cNvPr id="40" name="Picture Placeholder 39" descr="A bee wearing glasses and sitting on a stack of books&#10;&#10;Description automatically generated">
            <a:extLst>
              <a:ext uri="{FF2B5EF4-FFF2-40B4-BE49-F238E27FC236}">
                <a16:creationId xmlns:a16="http://schemas.microsoft.com/office/drawing/2014/main" id="{DBE15FEF-FBDE-D5FB-11D9-F2338E618A67}"/>
              </a:ext>
            </a:extLst>
          </p:cNvPr>
          <p:cNvPicPr>
            <a:picLocks noGrp="1" noChangeAspect="1"/>
          </p:cNvPicPr>
          <p:nvPr>
            <p:ph type="pic" sz="quarter" idx="29"/>
          </p:nvPr>
        </p:nvPicPr>
        <p:blipFill>
          <a:blip r:embed="rId4"/>
          <a:srcRect l="37" r="37"/>
          <a:stretch>
            <a:fillRect/>
          </a:stretch>
        </p:blipFill>
        <p:spPr/>
      </p:pic>
      <p:pic>
        <p:nvPicPr>
          <p:cNvPr id="36" name="Picture Placeholder 35" descr="Cartoon bugs sitting at a table&#10;&#10;Description automatically generated">
            <a:extLst>
              <a:ext uri="{FF2B5EF4-FFF2-40B4-BE49-F238E27FC236}">
                <a16:creationId xmlns:a16="http://schemas.microsoft.com/office/drawing/2014/main" id="{F208A701-6577-BDE2-3BBF-D2D46DD2282B}"/>
              </a:ext>
            </a:extLst>
          </p:cNvPr>
          <p:cNvPicPr>
            <a:picLocks noGrp="1" noChangeAspect="1"/>
          </p:cNvPicPr>
          <p:nvPr>
            <p:ph type="pic" sz="quarter" idx="36"/>
          </p:nvPr>
        </p:nvPicPr>
        <p:blipFill>
          <a:blip r:embed="rId5"/>
          <a:srcRect/>
          <a:stretch>
            <a:fillRect/>
          </a:stretch>
        </p:blipFill>
        <p:spPr/>
      </p:pic>
      <p:sp>
        <p:nvSpPr>
          <p:cNvPr id="12" name="Text Placeholder 11">
            <a:extLst>
              <a:ext uri="{FF2B5EF4-FFF2-40B4-BE49-F238E27FC236}">
                <a16:creationId xmlns:a16="http://schemas.microsoft.com/office/drawing/2014/main" id="{01520814-1416-6084-99EE-6C212165A73B}"/>
              </a:ext>
            </a:extLst>
          </p:cNvPr>
          <p:cNvSpPr>
            <a:spLocks noGrp="1"/>
          </p:cNvSpPr>
          <p:nvPr>
            <p:ph type="body" sz="quarter" idx="40"/>
          </p:nvPr>
        </p:nvSpPr>
        <p:spPr/>
        <p:txBody>
          <a:bodyPr/>
          <a:lstStyle/>
          <a:p>
            <a:r>
              <a:rPr lang="en-US" dirty="0" err="1"/>
              <a:t>Hata</a:t>
            </a:r>
            <a:r>
              <a:rPr lang="en-US" dirty="0"/>
              <a:t> </a:t>
            </a:r>
            <a:r>
              <a:rPr lang="en-US" dirty="0" err="1"/>
              <a:t>Analizi</a:t>
            </a:r>
            <a:r>
              <a:rPr lang="en-US" dirty="0"/>
              <a:t> </a:t>
            </a:r>
            <a:r>
              <a:rPr lang="en-US" dirty="0" err="1"/>
              <a:t>ve</a:t>
            </a:r>
            <a:r>
              <a:rPr lang="en-US" dirty="0"/>
              <a:t> </a:t>
            </a:r>
            <a:r>
              <a:rPr lang="en-US" dirty="0" err="1"/>
              <a:t>Çözüm</a:t>
            </a:r>
            <a:r>
              <a:rPr lang="en-US" dirty="0"/>
              <a:t> </a:t>
            </a:r>
            <a:r>
              <a:rPr lang="en-US" dirty="0" err="1"/>
              <a:t>Yarışmas</a:t>
            </a:r>
            <a:r>
              <a:rPr lang="tr-TR" dirty="0"/>
              <a:t>ı</a:t>
            </a:r>
            <a:endParaRPr lang="en-US" dirty="0"/>
          </a:p>
        </p:txBody>
      </p:sp>
      <p:sp>
        <p:nvSpPr>
          <p:cNvPr id="20" name="Text Placeholder 19">
            <a:extLst>
              <a:ext uri="{FF2B5EF4-FFF2-40B4-BE49-F238E27FC236}">
                <a16:creationId xmlns:a16="http://schemas.microsoft.com/office/drawing/2014/main" id="{6C29C02D-5B1B-8A2D-B357-0FB3201500FE}"/>
              </a:ext>
            </a:extLst>
          </p:cNvPr>
          <p:cNvSpPr>
            <a:spLocks noGrp="1"/>
          </p:cNvSpPr>
          <p:nvPr>
            <p:ph type="body" sz="quarter" idx="46"/>
          </p:nvPr>
        </p:nvSpPr>
        <p:spPr/>
        <p:txBody>
          <a:bodyPr/>
          <a:lstStyle/>
          <a:p>
            <a:r>
              <a:rPr lang="en-US" dirty="0" err="1"/>
              <a:t>Kod</a:t>
            </a:r>
            <a:r>
              <a:rPr lang="en-US" dirty="0"/>
              <a:t> </a:t>
            </a:r>
            <a:r>
              <a:rPr lang="en-US" dirty="0" err="1"/>
              <a:t>İnceleme</a:t>
            </a:r>
            <a:r>
              <a:rPr lang="en-US" dirty="0"/>
              <a:t> </a:t>
            </a:r>
            <a:r>
              <a:rPr lang="en-US" dirty="0" err="1"/>
              <a:t>Olimpiyatı</a:t>
            </a:r>
            <a:endParaRPr lang="en-US" dirty="0"/>
          </a:p>
        </p:txBody>
      </p:sp>
      <p:sp>
        <p:nvSpPr>
          <p:cNvPr id="26" name="Text Placeholder 25">
            <a:extLst>
              <a:ext uri="{FF2B5EF4-FFF2-40B4-BE49-F238E27FC236}">
                <a16:creationId xmlns:a16="http://schemas.microsoft.com/office/drawing/2014/main" id="{A4668FD8-64FC-003B-EEB1-79F314BC0416}"/>
              </a:ext>
            </a:extLst>
          </p:cNvPr>
          <p:cNvSpPr>
            <a:spLocks noGrp="1"/>
          </p:cNvSpPr>
          <p:nvPr>
            <p:ph type="body" sz="quarter" idx="52"/>
          </p:nvPr>
        </p:nvSpPr>
        <p:spPr/>
        <p:txBody>
          <a:bodyPr/>
          <a:lstStyle/>
          <a:p>
            <a:r>
              <a:rPr lang="tr-TR" dirty="0"/>
              <a:t>Team Marketing</a:t>
            </a:r>
            <a:endParaRPr lang="en-US" dirty="0"/>
          </a:p>
        </p:txBody>
      </p:sp>
      <p:sp>
        <p:nvSpPr>
          <p:cNvPr id="31" name="Date">
            <a:extLst>
              <a:ext uri="{FF2B5EF4-FFF2-40B4-BE49-F238E27FC236}">
                <a16:creationId xmlns:a16="http://schemas.microsoft.com/office/drawing/2014/main" id="{CD53B7D7-6373-31BE-3F23-89F1BBDF3DC4}"/>
              </a:ext>
            </a:extLst>
          </p:cNvPr>
          <p:cNvSpPr>
            <a:spLocks noGrp="1" noChangeAspect="1"/>
          </p:cNvSpPr>
          <p:nvPr>
            <p:ph type="dt" sz="half" idx="4294967295"/>
          </p:nvPr>
        </p:nvSpPr>
        <p:spPr bwMode="gray">
          <a:xfrm>
            <a:off x="11269663" y="6562725"/>
            <a:ext cx="922337" cy="88900"/>
          </a:xfrm>
          <a:prstGeom prst="rect">
            <a:avLst/>
          </a:prstGeom>
        </p:spPr>
        <p:txBody>
          <a:bodyPr/>
          <a:lstStyle/>
          <a:p>
            <a:fld id="{943EF90C-6315-42F2-94C0-FFFFD639D98D}" type="datetime1">
              <a:rPr lang="en-US" smtClean="0"/>
              <a:t>5/29/2024</a:t>
            </a:fld>
            <a:endParaRPr lang="en-US" dirty="0"/>
          </a:p>
        </p:txBody>
      </p:sp>
      <p:pic>
        <p:nvPicPr>
          <p:cNvPr id="48" name="Picture Placeholder 47" descr="A group of people sitting at tables with laptops and a bee&#10;&#10;Description automatically generated">
            <a:extLst>
              <a:ext uri="{FF2B5EF4-FFF2-40B4-BE49-F238E27FC236}">
                <a16:creationId xmlns:a16="http://schemas.microsoft.com/office/drawing/2014/main" id="{D913BF39-231E-5757-D483-D3D6E15FC6A5}"/>
              </a:ext>
            </a:extLst>
          </p:cNvPr>
          <p:cNvPicPr>
            <a:picLocks noGrp="1" noChangeAspect="1"/>
          </p:cNvPicPr>
          <p:nvPr>
            <p:ph type="pic" sz="quarter" idx="37"/>
          </p:nvPr>
        </p:nvPicPr>
        <p:blipFill>
          <a:blip r:embed="rId6"/>
          <a:srcRect l="37" r="37"/>
          <a:stretch>
            <a:fillRect/>
          </a:stretch>
        </p:blipFill>
        <p:spPr/>
      </p:pic>
      <p:sp>
        <p:nvSpPr>
          <p:cNvPr id="2" name="Content Placeholder 2">
            <a:extLst>
              <a:ext uri="{FF2B5EF4-FFF2-40B4-BE49-F238E27FC236}">
                <a16:creationId xmlns:a16="http://schemas.microsoft.com/office/drawing/2014/main" id="{253362D7-E8DD-5E02-28A5-8A9361BA20B3}"/>
              </a:ext>
            </a:extLst>
          </p:cNvPr>
          <p:cNvSpPr txBox="1">
            <a:spLocks/>
          </p:cNvSpPr>
          <p:nvPr/>
        </p:nvSpPr>
        <p:spPr>
          <a:xfrm>
            <a:off x="1556504" y="5384063"/>
            <a:ext cx="8458809" cy="1541719"/>
          </a:xfrm>
          <a:prstGeom prst="rect">
            <a:avLst/>
          </a:prstGeom>
        </p:spPr>
        <p:txBody>
          <a:bodyPr>
            <a:normAutofit/>
          </a:bodyPr>
          <a:lstStyle>
            <a:lvl1pPr marL="0" indent="0" algn="l" defTabSz="914400" rtl="0" eaLnBrk="1" latinLnBrk="0" hangingPunct="1">
              <a:lnSpc>
                <a:spcPct val="100000"/>
              </a:lnSpc>
              <a:spcBef>
                <a:spcPts val="0"/>
              </a:spcBef>
              <a:spcAft>
                <a:spcPts val="600"/>
              </a:spcAft>
              <a:buFontTx/>
              <a:buNone/>
              <a:defRPr lang="en-US" sz="1800" kern="1200" dirty="0">
                <a:solidFill>
                  <a:schemeClr val="tx1"/>
                </a:solidFill>
                <a:latin typeface="+mn-lt"/>
                <a:ea typeface="+mn-ea"/>
                <a:cs typeface="+mn-cs"/>
              </a:defRPr>
            </a:lvl1pPr>
            <a:lvl2pPr marL="285750" indent="-285750" algn="l" defTabSz="914400" rtl="0" eaLnBrk="1" latinLnBrk="0" hangingPunct="1">
              <a:lnSpc>
                <a:spcPct val="100000"/>
              </a:lnSpc>
              <a:spcBef>
                <a:spcPts val="500"/>
              </a:spcBef>
              <a:buClr>
                <a:schemeClr val="tx1"/>
              </a:buClr>
              <a:buFont typeface="Arial" panose="020B0604020202020204" pitchFamily="34" charset="0"/>
              <a:buChar char="•"/>
              <a:defRPr lang="en-US" sz="1800" kern="1200" dirty="0">
                <a:solidFill>
                  <a:schemeClr val="tx1"/>
                </a:solidFill>
                <a:latin typeface="+mn-lt"/>
                <a:ea typeface="+mn-ea"/>
                <a:cs typeface="+mn-cs"/>
              </a:defRPr>
            </a:lvl2pPr>
            <a:lvl3pPr marL="536575" indent="-268288" algn="l" defTabSz="914400" rtl="0" eaLnBrk="1" latinLnBrk="0" hangingPunct="1">
              <a:lnSpc>
                <a:spcPct val="100000"/>
              </a:lnSpc>
              <a:spcBef>
                <a:spcPts val="500"/>
              </a:spcBef>
              <a:buClr>
                <a:schemeClr val="tx1"/>
              </a:buClr>
              <a:buFont typeface="Arial" panose="020B0604020202020204" pitchFamily="34" charset="0"/>
              <a:buChar char="»"/>
              <a:defRPr lang="en-US" sz="1600" kern="1200" dirty="0">
                <a:solidFill>
                  <a:schemeClr val="tx1"/>
                </a:solidFill>
                <a:latin typeface="+mn-lt"/>
                <a:ea typeface="+mn-ea"/>
                <a:cs typeface="+mn-cs"/>
              </a:defRPr>
            </a:lvl3pPr>
            <a:lvl4pPr marL="804863" indent="-268288" algn="l" defTabSz="914400" rtl="0" eaLnBrk="1" latinLnBrk="0" hangingPunct="1">
              <a:lnSpc>
                <a:spcPct val="100000"/>
              </a:lnSpc>
              <a:spcBef>
                <a:spcPts val="500"/>
              </a:spcBef>
              <a:buClr>
                <a:schemeClr val="tx1"/>
              </a:buClr>
              <a:buFont typeface="Arial" panose="020B0604020202020204" pitchFamily="34" charset="0"/>
              <a:buChar char="•"/>
              <a:defRPr lang="en-US" sz="1600" kern="1200" dirty="0">
                <a:solidFill>
                  <a:schemeClr val="tx1"/>
                </a:solidFill>
                <a:latin typeface="+mn-lt"/>
                <a:ea typeface="+mn-ea"/>
                <a:cs typeface="+mn-cs"/>
              </a:defRPr>
            </a:lvl4pPr>
            <a:lvl5pPr marL="1077913" indent="-273050" algn="l" defTabSz="914400" rtl="0" eaLnBrk="1" latinLnBrk="0" hangingPunct="1">
              <a:lnSpc>
                <a:spcPct val="100000"/>
              </a:lnSpc>
              <a:spcBef>
                <a:spcPts val="500"/>
              </a:spcBef>
              <a:buClr>
                <a:schemeClr val="tx1"/>
              </a:buClr>
              <a:buFont typeface="Arial" panose="020B0604020202020204" pitchFamily="34" charset="0"/>
              <a:buChar char="»"/>
              <a:defRPr lang="en-US" sz="1600" kern="1200" dirty="0">
                <a:solidFill>
                  <a:schemeClr val="tx1"/>
                </a:solidFill>
                <a:latin typeface="+mn-lt"/>
                <a:ea typeface="+mn-ea"/>
                <a:cs typeface="+mn-cs"/>
              </a:defRPr>
            </a:lvl5pPr>
            <a:lvl6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6pPr>
            <a:lvl7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7pPr>
            <a:lvl8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8pPr>
            <a:lvl9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9pPr>
          </a:lstStyle>
          <a:p>
            <a:pPr marL="285750" indent="-285750">
              <a:buFont typeface="Arial" panose="020B0604020202020204" pitchFamily="34" charset="0"/>
              <a:buChar char="•"/>
            </a:pPr>
            <a:r>
              <a:rPr lang="tr-TR" dirty="0"/>
              <a:t>Her ekip yaptığı çalışma ile bir puan alacaktır. Her kategorinin kendi içinde bir değerlendirme kriteri olacak ve bu içeriğe göre değerlendirme puanı verecek. En fazla puanı toplayan ekip 1.ekip olacaktır.</a:t>
            </a:r>
          </a:p>
        </p:txBody>
      </p:sp>
    </p:spTree>
    <p:extLst>
      <p:ext uri="{BB962C8B-B14F-4D97-AF65-F5344CB8AC3E}">
        <p14:creationId xmlns:p14="http://schemas.microsoft.com/office/powerpoint/2010/main" val="22659555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70F26"/>
        </a:solidFill>
        <a:effectLst/>
      </p:bgPr>
    </p:bg>
    <p:spTree>
      <p:nvGrpSpPr>
        <p:cNvPr id="1" name=""/>
        <p:cNvGrpSpPr/>
        <p:nvPr/>
      </p:nvGrpSpPr>
      <p:grpSpPr>
        <a:xfrm>
          <a:off x="0" y="0"/>
          <a:ext cx="0" cy="0"/>
          <a:chOff x="0" y="0"/>
          <a:chExt cx="0" cy="0"/>
        </a:xfrm>
      </p:grpSpPr>
      <p:sp>
        <p:nvSpPr>
          <p:cNvPr id="48" name="Text Placeholder 47">
            <a:extLst>
              <a:ext uri="{FF2B5EF4-FFF2-40B4-BE49-F238E27FC236}">
                <a16:creationId xmlns:a16="http://schemas.microsoft.com/office/drawing/2014/main" id="{DD3071A1-5C84-4F98-C92F-D6D09598D858}"/>
              </a:ext>
            </a:extLst>
          </p:cNvPr>
          <p:cNvSpPr>
            <a:spLocks noGrp="1"/>
          </p:cNvSpPr>
          <p:nvPr>
            <p:ph type="body" sz="quarter" idx="25"/>
          </p:nvPr>
        </p:nvSpPr>
        <p:spPr>
          <a:xfrm>
            <a:off x="574885" y="1409837"/>
            <a:ext cx="1436260" cy="677238"/>
          </a:xfrm>
        </p:spPr>
        <p:txBody>
          <a:bodyPr/>
          <a:lstStyle/>
          <a:p>
            <a:pPr lvl="0" algn="ctr"/>
            <a:r>
              <a:rPr lang="tr-TR" b="1" dirty="0">
                <a:solidFill>
                  <a:srgbClr val="FFFFFF"/>
                </a:solidFill>
              </a:rPr>
              <a:t>Team Marketing</a:t>
            </a:r>
          </a:p>
          <a:p>
            <a:pPr lvl="0" algn="ctr"/>
            <a:r>
              <a:rPr lang="tr-TR" dirty="0">
                <a:solidFill>
                  <a:srgbClr val="FFFFFF"/>
                </a:solidFill>
              </a:rPr>
              <a:t>10:00-11:00</a:t>
            </a:r>
          </a:p>
        </p:txBody>
      </p:sp>
      <p:sp>
        <p:nvSpPr>
          <p:cNvPr id="2" name="Title 1">
            <a:extLst>
              <a:ext uri="{FF2B5EF4-FFF2-40B4-BE49-F238E27FC236}">
                <a16:creationId xmlns:a16="http://schemas.microsoft.com/office/drawing/2014/main" id="{4150BEC1-EF35-BAB3-C2F4-C39A61F3E9D7}"/>
              </a:ext>
            </a:extLst>
          </p:cNvPr>
          <p:cNvSpPr>
            <a:spLocks noGrp="1"/>
          </p:cNvSpPr>
          <p:nvPr>
            <p:ph type="title"/>
          </p:nvPr>
        </p:nvSpPr>
        <p:spPr>
          <a:xfrm>
            <a:off x="436492" y="217241"/>
            <a:ext cx="11319017" cy="930958"/>
          </a:xfrm>
        </p:spPr>
        <p:txBody>
          <a:bodyPr/>
          <a:lstStyle/>
          <a:p>
            <a:r>
              <a:rPr lang="tr-TR" dirty="0">
                <a:solidFill>
                  <a:srgbClr val="FFFFFF"/>
                </a:solidFill>
              </a:rPr>
              <a:t>Çalışma Zaman Planı</a:t>
            </a:r>
            <a:endParaRPr lang="en-US" dirty="0">
              <a:solidFill>
                <a:srgbClr val="FFFFFF"/>
              </a:solidFill>
            </a:endParaRPr>
          </a:p>
        </p:txBody>
      </p:sp>
      <p:cxnSp>
        <p:nvCxnSpPr>
          <p:cNvPr id="197" name="Straight Connector 196">
            <a:extLst>
              <a:ext uri="{FF2B5EF4-FFF2-40B4-BE49-F238E27FC236}">
                <a16:creationId xmlns:a16="http://schemas.microsoft.com/office/drawing/2014/main" id="{1F381126-271C-1720-6DED-3BE35E703848}"/>
              </a:ext>
              <a:ext uri="{C183D7F6-B498-43B3-948B-1728B52AA6E4}">
                <adec:decorative xmlns:adec="http://schemas.microsoft.com/office/drawing/2017/decorative" val="1"/>
              </a:ext>
            </a:extLst>
          </p:cNvPr>
          <p:cNvCxnSpPr>
            <a:cxnSpLocks/>
          </p:cNvCxnSpPr>
          <p:nvPr/>
        </p:nvCxnSpPr>
        <p:spPr>
          <a:xfrm>
            <a:off x="541100" y="2069297"/>
            <a:ext cx="11109800" cy="0"/>
          </a:xfrm>
          <a:prstGeom prst="line">
            <a:avLst/>
          </a:prstGeom>
          <a:ln w="1270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98" name="Oval 197">
            <a:extLst>
              <a:ext uri="{FF2B5EF4-FFF2-40B4-BE49-F238E27FC236}">
                <a16:creationId xmlns:a16="http://schemas.microsoft.com/office/drawing/2014/main" id="{2D12B516-AE4B-E99D-87BC-5CFB36C71D26}"/>
              </a:ext>
              <a:ext uri="{C183D7F6-B498-43B3-948B-1728B52AA6E4}">
                <adec:decorative xmlns:adec="http://schemas.microsoft.com/office/drawing/2017/decorative" val="1"/>
              </a:ext>
            </a:extLst>
          </p:cNvPr>
          <p:cNvSpPr/>
          <p:nvPr/>
        </p:nvSpPr>
        <p:spPr>
          <a:xfrm>
            <a:off x="463349" y="1994243"/>
            <a:ext cx="161832" cy="161832"/>
          </a:xfrm>
          <a:prstGeom prst="ellipse">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Kalinga"/>
              <a:ea typeface="+mn-ea"/>
              <a:cs typeface="+mn-cs"/>
            </a:endParaRPr>
          </a:p>
        </p:txBody>
      </p:sp>
      <p:sp>
        <p:nvSpPr>
          <p:cNvPr id="199" name="Oval 198">
            <a:extLst>
              <a:ext uri="{FF2B5EF4-FFF2-40B4-BE49-F238E27FC236}">
                <a16:creationId xmlns:a16="http://schemas.microsoft.com/office/drawing/2014/main" id="{73AB57EF-D66D-7698-9C70-CA3208C722DE}"/>
              </a:ext>
              <a:ext uri="{C183D7F6-B498-43B3-948B-1728B52AA6E4}">
                <adec:decorative xmlns:adec="http://schemas.microsoft.com/office/drawing/2017/decorative" val="1"/>
              </a:ext>
            </a:extLst>
          </p:cNvPr>
          <p:cNvSpPr/>
          <p:nvPr/>
        </p:nvSpPr>
        <p:spPr>
          <a:xfrm>
            <a:off x="2101907" y="1994243"/>
            <a:ext cx="161832" cy="161832"/>
          </a:xfrm>
          <a:prstGeom prst="ellipse">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Kalinga"/>
              <a:ea typeface="+mn-ea"/>
              <a:cs typeface="+mn-cs"/>
            </a:endParaRPr>
          </a:p>
        </p:txBody>
      </p:sp>
      <p:sp>
        <p:nvSpPr>
          <p:cNvPr id="200" name="Oval 199">
            <a:extLst>
              <a:ext uri="{FF2B5EF4-FFF2-40B4-BE49-F238E27FC236}">
                <a16:creationId xmlns:a16="http://schemas.microsoft.com/office/drawing/2014/main" id="{3F8EE38E-93BB-78BF-1C39-81F6D9D0BFFB}"/>
              </a:ext>
              <a:ext uri="{C183D7F6-B498-43B3-948B-1728B52AA6E4}">
                <adec:decorative xmlns:adec="http://schemas.microsoft.com/office/drawing/2017/decorative" val="1"/>
              </a:ext>
            </a:extLst>
          </p:cNvPr>
          <p:cNvSpPr/>
          <p:nvPr/>
        </p:nvSpPr>
        <p:spPr>
          <a:xfrm>
            <a:off x="3740465" y="1994243"/>
            <a:ext cx="161832" cy="161832"/>
          </a:xfrm>
          <a:prstGeom prst="ellipse">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Kalinga"/>
              <a:ea typeface="+mn-ea"/>
              <a:cs typeface="+mn-cs"/>
            </a:endParaRPr>
          </a:p>
        </p:txBody>
      </p:sp>
      <p:sp>
        <p:nvSpPr>
          <p:cNvPr id="201" name="Oval 200">
            <a:extLst>
              <a:ext uri="{FF2B5EF4-FFF2-40B4-BE49-F238E27FC236}">
                <a16:creationId xmlns:a16="http://schemas.microsoft.com/office/drawing/2014/main" id="{83287EF5-C4D9-4753-753C-1E8877024C7C}"/>
              </a:ext>
              <a:ext uri="{C183D7F6-B498-43B3-948B-1728B52AA6E4}">
                <adec:decorative xmlns:adec="http://schemas.microsoft.com/office/drawing/2017/decorative" val="1"/>
              </a:ext>
            </a:extLst>
          </p:cNvPr>
          <p:cNvSpPr/>
          <p:nvPr/>
        </p:nvSpPr>
        <p:spPr>
          <a:xfrm>
            <a:off x="5379023" y="1994243"/>
            <a:ext cx="161832" cy="161832"/>
          </a:xfrm>
          <a:prstGeom prst="ellipse">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Kalinga"/>
              <a:ea typeface="+mn-ea"/>
              <a:cs typeface="+mn-cs"/>
            </a:endParaRPr>
          </a:p>
        </p:txBody>
      </p:sp>
      <p:sp>
        <p:nvSpPr>
          <p:cNvPr id="202" name="Oval 201">
            <a:extLst>
              <a:ext uri="{FF2B5EF4-FFF2-40B4-BE49-F238E27FC236}">
                <a16:creationId xmlns:a16="http://schemas.microsoft.com/office/drawing/2014/main" id="{E54E7BCA-C214-AFA3-287A-8F628B0891C7}"/>
              </a:ext>
              <a:ext uri="{C183D7F6-B498-43B3-948B-1728B52AA6E4}">
                <adec:decorative xmlns:adec="http://schemas.microsoft.com/office/drawing/2017/decorative" val="1"/>
              </a:ext>
            </a:extLst>
          </p:cNvPr>
          <p:cNvSpPr/>
          <p:nvPr/>
        </p:nvSpPr>
        <p:spPr>
          <a:xfrm>
            <a:off x="7017581" y="1994243"/>
            <a:ext cx="161832" cy="161832"/>
          </a:xfrm>
          <a:prstGeom prst="ellipse">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Kalinga"/>
              <a:ea typeface="+mn-ea"/>
              <a:cs typeface="+mn-cs"/>
            </a:endParaRPr>
          </a:p>
        </p:txBody>
      </p:sp>
      <p:sp>
        <p:nvSpPr>
          <p:cNvPr id="203" name="Oval 202">
            <a:extLst>
              <a:ext uri="{FF2B5EF4-FFF2-40B4-BE49-F238E27FC236}">
                <a16:creationId xmlns:a16="http://schemas.microsoft.com/office/drawing/2014/main" id="{8D8CA0A3-F5DD-0F8C-009F-0B4044AC0354}"/>
              </a:ext>
              <a:ext uri="{C183D7F6-B498-43B3-948B-1728B52AA6E4}">
                <adec:decorative xmlns:adec="http://schemas.microsoft.com/office/drawing/2017/decorative" val="1"/>
              </a:ext>
            </a:extLst>
          </p:cNvPr>
          <p:cNvSpPr/>
          <p:nvPr/>
        </p:nvSpPr>
        <p:spPr>
          <a:xfrm>
            <a:off x="8656139" y="1994243"/>
            <a:ext cx="161832" cy="161832"/>
          </a:xfrm>
          <a:prstGeom prst="ellipse">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Kalinga"/>
              <a:ea typeface="+mn-ea"/>
              <a:cs typeface="+mn-cs"/>
            </a:endParaRPr>
          </a:p>
        </p:txBody>
      </p:sp>
      <p:sp>
        <p:nvSpPr>
          <p:cNvPr id="204" name="Oval 203">
            <a:extLst>
              <a:ext uri="{FF2B5EF4-FFF2-40B4-BE49-F238E27FC236}">
                <a16:creationId xmlns:a16="http://schemas.microsoft.com/office/drawing/2014/main" id="{E442B147-42B4-B75B-2347-FF51308ECE65}"/>
              </a:ext>
              <a:ext uri="{C183D7F6-B498-43B3-948B-1728B52AA6E4}">
                <adec:decorative xmlns:adec="http://schemas.microsoft.com/office/drawing/2017/decorative" val="1"/>
              </a:ext>
            </a:extLst>
          </p:cNvPr>
          <p:cNvSpPr/>
          <p:nvPr/>
        </p:nvSpPr>
        <p:spPr>
          <a:xfrm>
            <a:off x="10294697" y="1994243"/>
            <a:ext cx="161832" cy="161832"/>
          </a:xfrm>
          <a:prstGeom prst="ellipse">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Kalinga"/>
              <a:ea typeface="+mn-ea"/>
              <a:cs typeface="+mn-cs"/>
            </a:endParaRPr>
          </a:p>
        </p:txBody>
      </p:sp>
      <p:sp>
        <p:nvSpPr>
          <p:cNvPr id="25" name="Text Placeholder 47">
            <a:extLst>
              <a:ext uri="{FF2B5EF4-FFF2-40B4-BE49-F238E27FC236}">
                <a16:creationId xmlns:a16="http://schemas.microsoft.com/office/drawing/2014/main" id="{D667D8E5-3310-2919-C9B4-FC2ED25A3BD4}"/>
              </a:ext>
            </a:extLst>
          </p:cNvPr>
          <p:cNvSpPr txBox="1">
            <a:spLocks/>
          </p:cNvSpPr>
          <p:nvPr/>
        </p:nvSpPr>
        <p:spPr>
          <a:xfrm>
            <a:off x="574886" y="2217557"/>
            <a:ext cx="1436260" cy="2312447"/>
          </a:xfrm>
          <a:prstGeom prst="rect">
            <a:avLst/>
          </a:prstGeom>
        </p:spPr>
        <p:txBody>
          <a:bodyPr vert="horz" lIns="91440" tIns="45720" rIns="91440" bIns="45720" rtlCol="0">
            <a:noAutofit/>
          </a:bodyPr>
          <a:lstStyle>
            <a:lvl1pPr marL="0" indent="0" algn="l" defTabSz="914400" rtl="0" eaLnBrk="1" latinLnBrk="0" hangingPunct="1">
              <a:lnSpc>
                <a:spcPct val="113000"/>
              </a:lnSpc>
              <a:spcBef>
                <a:spcPts val="1000"/>
              </a:spcBef>
              <a:buFont typeface="Arial" panose="020B0604020202020204" pitchFamily="34" charset="0"/>
              <a:buNone/>
              <a:defRPr sz="1200" b="0" kern="1200" spc="0" baseline="0">
                <a:solidFill>
                  <a:schemeClr val="accent5"/>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accent5"/>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accent5"/>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accent5"/>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accent5"/>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buFont typeface="Arial" panose="020B0604020202020204" pitchFamily="34" charset="0"/>
              <a:buChar char="•"/>
            </a:pPr>
            <a:r>
              <a:rPr lang="tr-TR" sz="1000" b="1" dirty="0">
                <a:solidFill>
                  <a:srgbClr val="FFFFFF"/>
                </a:solidFill>
              </a:rPr>
              <a:t>Takım Sunumları </a:t>
            </a:r>
            <a:r>
              <a:rPr lang="tr-TR" sz="1000" dirty="0">
                <a:solidFill>
                  <a:srgbClr val="FFFFFF"/>
                </a:solidFill>
              </a:rPr>
              <a:t>10:00-10:45</a:t>
            </a:r>
          </a:p>
          <a:p>
            <a:pPr marL="171450" indent="-171450">
              <a:buFont typeface="Arial" panose="020B0604020202020204" pitchFamily="34" charset="0"/>
              <a:buChar char="•"/>
            </a:pPr>
            <a:r>
              <a:rPr lang="tr-TR" sz="1000" b="1" dirty="0">
                <a:solidFill>
                  <a:srgbClr val="FFFFFF"/>
                </a:solidFill>
              </a:rPr>
              <a:t>Puanlama</a:t>
            </a:r>
            <a:r>
              <a:rPr lang="tr-TR" sz="1000" dirty="0">
                <a:solidFill>
                  <a:srgbClr val="FFFFFF"/>
                </a:solidFill>
              </a:rPr>
              <a:t>     10:45-11:00</a:t>
            </a:r>
          </a:p>
          <a:p>
            <a:pPr marL="171450" indent="-171450">
              <a:buFont typeface="Arial" panose="020B0604020202020204" pitchFamily="34" charset="0"/>
              <a:buChar char="•"/>
            </a:pPr>
            <a:r>
              <a:rPr lang="tr-TR" sz="1000" b="1" dirty="0">
                <a:solidFill>
                  <a:srgbClr val="FFFFFF"/>
                </a:solidFill>
              </a:rPr>
              <a:t>Kurallar</a:t>
            </a:r>
            <a:r>
              <a:rPr lang="tr-TR" sz="1000" dirty="0">
                <a:solidFill>
                  <a:srgbClr val="FFFFFF"/>
                </a:solidFill>
              </a:rPr>
              <a:t>: Her Takım 3 </a:t>
            </a:r>
            <a:r>
              <a:rPr lang="tr-TR" sz="1000" dirty="0" err="1">
                <a:solidFill>
                  <a:srgbClr val="FFFFFF"/>
                </a:solidFill>
              </a:rPr>
              <a:t>dkk</a:t>
            </a:r>
            <a:r>
              <a:rPr lang="tr-TR" sz="1000" dirty="0">
                <a:solidFill>
                  <a:srgbClr val="FFFFFF"/>
                </a:solidFill>
              </a:rPr>
              <a:t> sunum yapacaktır.</a:t>
            </a:r>
          </a:p>
          <a:p>
            <a:pPr algn="ctr"/>
            <a:endParaRPr lang="tr-TR" sz="1000" dirty="0">
              <a:solidFill>
                <a:srgbClr val="FFFFFF"/>
              </a:solidFill>
            </a:endParaRPr>
          </a:p>
        </p:txBody>
      </p:sp>
      <p:pic>
        <p:nvPicPr>
          <p:cNvPr id="62" name="Picture Placeholder 61" descr="A group of people sitting at tables with laptops and a bee&#10;&#10;Description automatically generated">
            <a:extLst>
              <a:ext uri="{FF2B5EF4-FFF2-40B4-BE49-F238E27FC236}">
                <a16:creationId xmlns:a16="http://schemas.microsoft.com/office/drawing/2014/main" id="{8A8F6ED9-1AAA-25CB-DBB6-17A8A49277BE}"/>
              </a:ext>
            </a:extLst>
          </p:cNvPr>
          <p:cNvPicPr>
            <a:picLocks noGrp="1" noChangeAspect="1"/>
          </p:cNvPicPr>
          <p:nvPr>
            <p:ph type="pic" sz="quarter" idx="32"/>
          </p:nvPr>
        </p:nvPicPr>
        <p:blipFill>
          <a:blip r:embed="rId2">
            <a:extLst>
              <a:ext uri="{BEBA8EAE-BF5A-486C-A8C5-ECC9F3942E4B}">
                <a14:imgProps xmlns:a14="http://schemas.microsoft.com/office/drawing/2010/main">
                  <a14:imgLayer r:embed="rId3">
                    <a14:imgEffect>
                      <a14:saturation sat="0"/>
                    </a14:imgEffect>
                  </a14:imgLayer>
                </a14:imgProps>
              </a:ext>
            </a:extLst>
          </a:blip>
          <a:srcRect l="3737" r="3737"/>
          <a:stretch>
            <a:fillRect/>
          </a:stretch>
        </p:blipFill>
        <p:spPr/>
      </p:pic>
      <p:sp>
        <p:nvSpPr>
          <p:cNvPr id="63" name="Text Placeholder 47">
            <a:extLst>
              <a:ext uri="{FF2B5EF4-FFF2-40B4-BE49-F238E27FC236}">
                <a16:creationId xmlns:a16="http://schemas.microsoft.com/office/drawing/2014/main" id="{F5DC3A5D-03CC-5649-B79C-947C9F7D6A77}"/>
              </a:ext>
            </a:extLst>
          </p:cNvPr>
          <p:cNvSpPr txBox="1">
            <a:spLocks/>
          </p:cNvSpPr>
          <p:nvPr/>
        </p:nvSpPr>
        <p:spPr>
          <a:xfrm>
            <a:off x="2182823" y="1371138"/>
            <a:ext cx="1436260" cy="677238"/>
          </a:xfrm>
          <a:prstGeom prst="rect">
            <a:avLst/>
          </a:prstGeom>
        </p:spPr>
        <p:txBody>
          <a:bodyPr vert="horz" lIns="91440" tIns="45720" rIns="91440" bIns="45720" rtlCol="0">
            <a:noAutofit/>
          </a:bodyPr>
          <a:lstStyle>
            <a:lvl1pPr marL="0" indent="0" algn="l" defTabSz="914400" rtl="0" eaLnBrk="1" latinLnBrk="0" hangingPunct="1">
              <a:lnSpc>
                <a:spcPct val="113000"/>
              </a:lnSpc>
              <a:spcBef>
                <a:spcPts val="1000"/>
              </a:spcBef>
              <a:buFont typeface="Arial" panose="020B0604020202020204" pitchFamily="34" charset="0"/>
              <a:buNone/>
              <a:defRPr sz="1200" b="0" kern="1200" spc="0" baseline="0">
                <a:solidFill>
                  <a:schemeClr val="accent5"/>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accent5"/>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accent5"/>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accent5"/>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accent5"/>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tr-TR" b="1" dirty="0">
                <a:solidFill>
                  <a:srgbClr val="FFFFFF"/>
                </a:solidFill>
              </a:rPr>
              <a:t>Kod Kütüphanesi </a:t>
            </a:r>
            <a:r>
              <a:rPr lang="tr-TR" dirty="0">
                <a:solidFill>
                  <a:srgbClr val="FFFFFF"/>
                </a:solidFill>
              </a:rPr>
              <a:t>11:00-12:00</a:t>
            </a:r>
          </a:p>
        </p:txBody>
      </p:sp>
      <p:sp>
        <p:nvSpPr>
          <p:cNvPr id="64" name="Text Placeholder 47">
            <a:extLst>
              <a:ext uri="{FF2B5EF4-FFF2-40B4-BE49-F238E27FC236}">
                <a16:creationId xmlns:a16="http://schemas.microsoft.com/office/drawing/2014/main" id="{179CB69B-EF07-86C5-71ED-D57DAB2F076E}"/>
              </a:ext>
            </a:extLst>
          </p:cNvPr>
          <p:cNvSpPr txBox="1">
            <a:spLocks/>
          </p:cNvSpPr>
          <p:nvPr/>
        </p:nvSpPr>
        <p:spPr>
          <a:xfrm>
            <a:off x="2287268" y="2217557"/>
            <a:ext cx="1436260" cy="2429874"/>
          </a:xfrm>
          <a:prstGeom prst="rect">
            <a:avLst/>
          </a:prstGeom>
        </p:spPr>
        <p:txBody>
          <a:bodyPr vert="horz" lIns="91440" tIns="45720" rIns="91440" bIns="45720" rtlCol="0">
            <a:noAutofit/>
          </a:bodyPr>
          <a:lstStyle>
            <a:lvl1pPr marL="0" indent="0" algn="l" defTabSz="914400" rtl="0" eaLnBrk="1" latinLnBrk="0" hangingPunct="1">
              <a:lnSpc>
                <a:spcPct val="113000"/>
              </a:lnSpc>
              <a:spcBef>
                <a:spcPts val="1000"/>
              </a:spcBef>
              <a:buFont typeface="Arial" panose="020B0604020202020204" pitchFamily="34" charset="0"/>
              <a:buNone/>
              <a:defRPr sz="1200" b="0" kern="1200" spc="0" baseline="0">
                <a:solidFill>
                  <a:schemeClr val="accent5"/>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accent5"/>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accent5"/>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accent5"/>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accent5"/>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buFont typeface="Arial" panose="020B0604020202020204" pitchFamily="34" charset="0"/>
              <a:buChar char="•"/>
            </a:pPr>
            <a:r>
              <a:rPr lang="tr-TR" sz="1000" b="1" dirty="0">
                <a:solidFill>
                  <a:srgbClr val="FFFFFF"/>
                </a:solidFill>
              </a:rPr>
              <a:t>Takım Sunumları </a:t>
            </a:r>
            <a:r>
              <a:rPr lang="tr-TR" sz="1000" dirty="0">
                <a:solidFill>
                  <a:srgbClr val="FFFFFF"/>
                </a:solidFill>
              </a:rPr>
              <a:t>11:00-11:45</a:t>
            </a:r>
          </a:p>
          <a:p>
            <a:pPr marL="171450" indent="-171450">
              <a:buFont typeface="Arial" panose="020B0604020202020204" pitchFamily="34" charset="0"/>
              <a:buChar char="•"/>
            </a:pPr>
            <a:r>
              <a:rPr lang="tr-TR" sz="1000" b="1" dirty="0">
                <a:solidFill>
                  <a:srgbClr val="FFFFFF"/>
                </a:solidFill>
              </a:rPr>
              <a:t>Puanlama</a:t>
            </a:r>
            <a:r>
              <a:rPr lang="tr-TR" sz="1000" dirty="0">
                <a:solidFill>
                  <a:srgbClr val="FFFFFF"/>
                </a:solidFill>
              </a:rPr>
              <a:t>     11:45-12:00</a:t>
            </a:r>
          </a:p>
          <a:p>
            <a:pPr marL="171450" indent="-171450">
              <a:buFont typeface="Arial" panose="020B0604020202020204" pitchFamily="34" charset="0"/>
              <a:buChar char="•"/>
            </a:pPr>
            <a:r>
              <a:rPr lang="tr-TR" sz="1000" b="1" dirty="0">
                <a:solidFill>
                  <a:srgbClr val="FFFFFF"/>
                </a:solidFill>
              </a:rPr>
              <a:t>Kurallar</a:t>
            </a:r>
            <a:r>
              <a:rPr lang="tr-TR" sz="1000" dirty="0">
                <a:solidFill>
                  <a:srgbClr val="FFFFFF"/>
                </a:solidFill>
              </a:rPr>
              <a:t>: Her Takım 3 </a:t>
            </a:r>
            <a:r>
              <a:rPr lang="tr-TR" sz="1000" dirty="0" err="1">
                <a:solidFill>
                  <a:srgbClr val="FFFFFF"/>
                </a:solidFill>
              </a:rPr>
              <a:t>dkk</a:t>
            </a:r>
            <a:r>
              <a:rPr lang="tr-TR" sz="1000" dirty="0">
                <a:solidFill>
                  <a:srgbClr val="FFFFFF"/>
                </a:solidFill>
              </a:rPr>
              <a:t> sunum yapacaktır.</a:t>
            </a:r>
          </a:p>
          <a:p>
            <a:pPr algn="ctr"/>
            <a:endParaRPr lang="tr-TR" sz="1000" dirty="0">
              <a:solidFill>
                <a:srgbClr val="FFFFFF"/>
              </a:solidFill>
            </a:endParaRPr>
          </a:p>
        </p:txBody>
      </p:sp>
      <p:sp>
        <p:nvSpPr>
          <p:cNvPr id="65" name="Text Placeholder 47">
            <a:extLst>
              <a:ext uri="{FF2B5EF4-FFF2-40B4-BE49-F238E27FC236}">
                <a16:creationId xmlns:a16="http://schemas.microsoft.com/office/drawing/2014/main" id="{63401466-21B6-1153-CBF5-71C98CB58DCD}"/>
              </a:ext>
            </a:extLst>
          </p:cNvPr>
          <p:cNvSpPr txBox="1">
            <a:spLocks/>
          </p:cNvSpPr>
          <p:nvPr/>
        </p:nvSpPr>
        <p:spPr>
          <a:xfrm>
            <a:off x="3811543" y="1409837"/>
            <a:ext cx="1436260" cy="677238"/>
          </a:xfrm>
          <a:prstGeom prst="rect">
            <a:avLst/>
          </a:prstGeom>
        </p:spPr>
        <p:txBody>
          <a:bodyPr vert="horz" lIns="91440" tIns="45720" rIns="91440" bIns="45720" rtlCol="0">
            <a:noAutofit/>
          </a:bodyPr>
          <a:lstStyle>
            <a:lvl1pPr marL="0" indent="0" algn="l" defTabSz="914400" rtl="0" eaLnBrk="1" latinLnBrk="0" hangingPunct="1">
              <a:lnSpc>
                <a:spcPct val="113000"/>
              </a:lnSpc>
              <a:spcBef>
                <a:spcPts val="1000"/>
              </a:spcBef>
              <a:buFont typeface="Arial" panose="020B0604020202020204" pitchFamily="34" charset="0"/>
              <a:buNone/>
              <a:defRPr sz="1200" b="0" kern="1200" spc="0" baseline="0">
                <a:solidFill>
                  <a:schemeClr val="accent5"/>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accent5"/>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accent5"/>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accent5"/>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accent5"/>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tr-TR" b="1" dirty="0" err="1">
                <a:solidFill>
                  <a:srgbClr val="FFFFFF"/>
                </a:solidFill>
              </a:rPr>
              <a:t>Ögle</a:t>
            </a:r>
            <a:r>
              <a:rPr lang="tr-TR" b="1" dirty="0">
                <a:solidFill>
                  <a:srgbClr val="FFFFFF"/>
                </a:solidFill>
              </a:rPr>
              <a:t> Arası   </a:t>
            </a:r>
          </a:p>
          <a:p>
            <a:pPr algn="ctr"/>
            <a:r>
              <a:rPr lang="tr-TR" dirty="0">
                <a:solidFill>
                  <a:srgbClr val="FFFFFF"/>
                </a:solidFill>
              </a:rPr>
              <a:t>12:00-13:00</a:t>
            </a:r>
          </a:p>
        </p:txBody>
      </p:sp>
      <p:sp>
        <p:nvSpPr>
          <p:cNvPr id="71" name="Text Placeholder 47">
            <a:extLst>
              <a:ext uri="{FF2B5EF4-FFF2-40B4-BE49-F238E27FC236}">
                <a16:creationId xmlns:a16="http://schemas.microsoft.com/office/drawing/2014/main" id="{5BC5B758-C43C-7F7E-D4A0-37429C576474}"/>
              </a:ext>
            </a:extLst>
          </p:cNvPr>
          <p:cNvSpPr txBox="1">
            <a:spLocks/>
          </p:cNvSpPr>
          <p:nvPr/>
        </p:nvSpPr>
        <p:spPr>
          <a:xfrm>
            <a:off x="5540855" y="1409837"/>
            <a:ext cx="1436260" cy="677238"/>
          </a:xfrm>
          <a:prstGeom prst="rect">
            <a:avLst/>
          </a:prstGeom>
        </p:spPr>
        <p:txBody>
          <a:bodyPr vert="horz" lIns="91440" tIns="45720" rIns="91440" bIns="45720" rtlCol="0">
            <a:noAutofit/>
          </a:bodyPr>
          <a:lstStyle>
            <a:lvl1pPr marL="0" indent="0" algn="l" defTabSz="914400" rtl="0" eaLnBrk="1" latinLnBrk="0" hangingPunct="1">
              <a:lnSpc>
                <a:spcPct val="113000"/>
              </a:lnSpc>
              <a:spcBef>
                <a:spcPts val="1000"/>
              </a:spcBef>
              <a:buFont typeface="Arial" panose="020B0604020202020204" pitchFamily="34" charset="0"/>
              <a:buNone/>
              <a:defRPr sz="1200" b="0" kern="1200" spc="0" baseline="0">
                <a:solidFill>
                  <a:schemeClr val="accent5"/>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accent5"/>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accent5"/>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accent5"/>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accent5"/>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tr-TR" b="1" dirty="0">
                <a:solidFill>
                  <a:srgbClr val="FFFFFF"/>
                </a:solidFill>
              </a:rPr>
              <a:t>Kod İnceleme </a:t>
            </a:r>
          </a:p>
          <a:p>
            <a:pPr algn="ctr"/>
            <a:r>
              <a:rPr lang="tr-TR" b="1" dirty="0">
                <a:solidFill>
                  <a:srgbClr val="FFFFFF"/>
                </a:solidFill>
              </a:rPr>
              <a:t> </a:t>
            </a:r>
            <a:r>
              <a:rPr lang="tr-TR" dirty="0">
                <a:solidFill>
                  <a:srgbClr val="FFFFFF"/>
                </a:solidFill>
              </a:rPr>
              <a:t>13:00-14:00</a:t>
            </a:r>
          </a:p>
        </p:txBody>
      </p:sp>
      <p:sp>
        <p:nvSpPr>
          <p:cNvPr id="72" name="Text Placeholder 47">
            <a:extLst>
              <a:ext uri="{FF2B5EF4-FFF2-40B4-BE49-F238E27FC236}">
                <a16:creationId xmlns:a16="http://schemas.microsoft.com/office/drawing/2014/main" id="{8F4E040B-C5B8-B2BE-9A70-97DDAB9B85C6}"/>
              </a:ext>
            </a:extLst>
          </p:cNvPr>
          <p:cNvSpPr txBox="1">
            <a:spLocks/>
          </p:cNvSpPr>
          <p:nvPr/>
        </p:nvSpPr>
        <p:spPr>
          <a:xfrm>
            <a:off x="5545310" y="2210663"/>
            <a:ext cx="1436260" cy="2429874"/>
          </a:xfrm>
          <a:prstGeom prst="rect">
            <a:avLst/>
          </a:prstGeom>
        </p:spPr>
        <p:txBody>
          <a:bodyPr vert="horz" lIns="91440" tIns="45720" rIns="91440" bIns="45720" rtlCol="0">
            <a:noAutofit/>
          </a:bodyPr>
          <a:lstStyle>
            <a:lvl1pPr marL="0" indent="0" algn="l" defTabSz="914400" rtl="0" eaLnBrk="1" latinLnBrk="0" hangingPunct="1">
              <a:lnSpc>
                <a:spcPct val="113000"/>
              </a:lnSpc>
              <a:spcBef>
                <a:spcPts val="1000"/>
              </a:spcBef>
              <a:buFont typeface="Arial" panose="020B0604020202020204" pitchFamily="34" charset="0"/>
              <a:buNone/>
              <a:defRPr sz="1200" b="0" kern="1200" spc="0" baseline="0">
                <a:solidFill>
                  <a:schemeClr val="accent5"/>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accent5"/>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accent5"/>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accent5"/>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accent5"/>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buFont typeface="Arial" panose="020B0604020202020204" pitchFamily="34" charset="0"/>
              <a:buChar char="•"/>
            </a:pPr>
            <a:r>
              <a:rPr lang="tr-TR" sz="1000" b="1" dirty="0">
                <a:solidFill>
                  <a:srgbClr val="FFFFFF"/>
                </a:solidFill>
              </a:rPr>
              <a:t>Takım Sunumları </a:t>
            </a:r>
            <a:r>
              <a:rPr lang="tr-TR" sz="1000" dirty="0">
                <a:solidFill>
                  <a:srgbClr val="FFFFFF"/>
                </a:solidFill>
              </a:rPr>
              <a:t>13:00-13:45</a:t>
            </a:r>
          </a:p>
          <a:p>
            <a:pPr marL="171450" indent="-171450">
              <a:buFont typeface="Arial" panose="020B0604020202020204" pitchFamily="34" charset="0"/>
              <a:buChar char="•"/>
            </a:pPr>
            <a:r>
              <a:rPr lang="tr-TR" sz="1000" b="1" dirty="0">
                <a:solidFill>
                  <a:srgbClr val="FFFFFF"/>
                </a:solidFill>
              </a:rPr>
              <a:t>Puanlama</a:t>
            </a:r>
            <a:r>
              <a:rPr lang="tr-TR" sz="1000" dirty="0">
                <a:solidFill>
                  <a:srgbClr val="FFFFFF"/>
                </a:solidFill>
              </a:rPr>
              <a:t>     13:45-14:00</a:t>
            </a:r>
          </a:p>
          <a:p>
            <a:pPr marL="171450" indent="-171450">
              <a:buFont typeface="Arial" panose="020B0604020202020204" pitchFamily="34" charset="0"/>
              <a:buChar char="•"/>
            </a:pPr>
            <a:r>
              <a:rPr lang="tr-TR" sz="1000" b="1" dirty="0">
                <a:solidFill>
                  <a:srgbClr val="FFFFFF"/>
                </a:solidFill>
              </a:rPr>
              <a:t>Kurallar</a:t>
            </a:r>
            <a:r>
              <a:rPr lang="tr-TR" sz="1000" dirty="0">
                <a:solidFill>
                  <a:srgbClr val="FFFFFF"/>
                </a:solidFill>
              </a:rPr>
              <a:t>: Her Takım 3 </a:t>
            </a:r>
            <a:r>
              <a:rPr lang="tr-TR" sz="1000" dirty="0" err="1">
                <a:solidFill>
                  <a:srgbClr val="FFFFFF"/>
                </a:solidFill>
              </a:rPr>
              <a:t>dkk</a:t>
            </a:r>
            <a:r>
              <a:rPr lang="tr-TR" sz="1000" dirty="0">
                <a:solidFill>
                  <a:srgbClr val="FFFFFF"/>
                </a:solidFill>
              </a:rPr>
              <a:t> sunum yapacaktır.</a:t>
            </a:r>
          </a:p>
          <a:p>
            <a:pPr algn="ctr"/>
            <a:endParaRPr lang="tr-TR" sz="1000" dirty="0">
              <a:solidFill>
                <a:srgbClr val="FFFFFF"/>
              </a:solidFill>
            </a:endParaRPr>
          </a:p>
        </p:txBody>
      </p:sp>
      <p:sp>
        <p:nvSpPr>
          <p:cNvPr id="75" name="Text Placeholder 47">
            <a:extLst>
              <a:ext uri="{FF2B5EF4-FFF2-40B4-BE49-F238E27FC236}">
                <a16:creationId xmlns:a16="http://schemas.microsoft.com/office/drawing/2014/main" id="{BD3F99A0-0328-4852-9934-014BFAFB6B09}"/>
              </a:ext>
            </a:extLst>
          </p:cNvPr>
          <p:cNvSpPr txBox="1">
            <a:spLocks/>
          </p:cNvSpPr>
          <p:nvPr/>
        </p:nvSpPr>
        <p:spPr>
          <a:xfrm>
            <a:off x="7173499" y="2101941"/>
            <a:ext cx="1482639" cy="2429874"/>
          </a:xfrm>
          <a:prstGeom prst="rect">
            <a:avLst/>
          </a:prstGeom>
        </p:spPr>
        <p:txBody>
          <a:bodyPr vert="horz" lIns="91440" tIns="45720" rIns="91440" bIns="45720" rtlCol="0">
            <a:noAutofit/>
          </a:bodyPr>
          <a:lstStyle>
            <a:lvl1pPr marL="0" indent="0" algn="l" defTabSz="914400" rtl="0" eaLnBrk="1" latinLnBrk="0" hangingPunct="1">
              <a:lnSpc>
                <a:spcPct val="113000"/>
              </a:lnSpc>
              <a:spcBef>
                <a:spcPts val="1000"/>
              </a:spcBef>
              <a:buFont typeface="Arial" panose="020B0604020202020204" pitchFamily="34" charset="0"/>
              <a:buNone/>
              <a:defRPr sz="1200" b="0" kern="1200" spc="0" baseline="0">
                <a:solidFill>
                  <a:schemeClr val="accent5"/>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accent5"/>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accent5"/>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accent5"/>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accent5"/>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buFont typeface="Arial" panose="020B0604020202020204" pitchFamily="34" charset="0"/>
              <a:buChar char="•"/>
            </a:pPr>
            <a:r>
              <a:rPr lang="tr-TR" sz="1000" b="1" dirty="0">
                <a:solidFill>
                  <a:srgbClr val="FFFFFF"/>
                </a:solidFill>
              </a:rPr>
              <a:t>Vaka Sunumları </a:t>
            </a:r>
            <a:r>
              <a:rPr lang="tr-TR" sz="1000" dirty="0">
                <a:solidFill>
                  <a:srgbClr val="FFFFFF"/>
                </a:solidFill>
              </a:rPr>
              <a:t>14:00-14:15</a:t>
            </a:r>
          </a:p>
          <a:p>
            <a:pPr marL="171450" indent="-171450">
              <a:buFont typeface="Arial" panose="020B0604020202020204" pitchFamily="34" charset="0"/>
              <a:buChar char="•"/>
            </a:pPr>
            <a:r>
              <a:rPr lang="tr-TR" sz="1000" b="1" dirty="0">
                <a:solidFill>
                  <a:srgbClr val="FFFFFF"/>
                </a:solidFill>
              </a:rPr>
              <a:t>Vaka Seçimi</a:t>
            </a:r>
            <a:r>
              <a:rPr lang="tr-TR" sz="1000" dirty="0">
                <a:solidFill>
                  <a:srgbClr val="FFFFFF"/>
                </a:solidFill>
              </a:rPr>
              <a:t>     14:15-14:20</a:t>
            </a:r>
          </a:p>
          <a:p>
            <a:pPr marL="171450" indent="-171450">
              <a:buFont typeface="Arial" panose="020B0604020202020204" pitchFamily="34" charset="0"/>
              <a:buChar char="•"/>
            </a:pPr>
            <a:r>
              <a:rPr lang="tr-TR" sz="1000" b="1" dirty="0">
                <a:solidFill>
                  <a:srgbClr val="FFFFFF"/>
                </a:solidFill>
              </a:rPr>
              <a:t>Vaka Çözümü</a:t>
            </a:r>
            <a:r>
              <a:rPr lang="tr-TR" sz="1000" dirty="0">
                <a:solidFill>
                  <a:srgbClr val="FFFFFF"/>
                </a:solidFill>
              </a:rPr>
              <a:t>     14:20-14:30</a:t>
            </a:r>
          </a:p>
          <a:p>
            <a:pPr marL="171450" indent="-171450">
              <a:buFont typeface="Arial" panose="020B0604020202020204" pitchFamily="34" charset="0"/>
              <a:buChar char="•"/>
            </a:pPr>
            <a:r>
              <a:rPr lang="tr-TR" sz="1000" b="1" dirty="0">
                <a:solidFill>
                  <a:srgbClr val="FFFFFF"/>
                </a:solidFill>
              </a:rPr>
              <a:t>Takım Sunumları </a:t>
            </a:r>
            <a:r>
              <a:rPr lang="tr-TR" sz="1000" dirty="0">
                <a:solidFill>
                  <a:srgbClr val="FFFFFF"/>
                </a:solidFill>
              </a:rPr>
              <a:t>14:30-14:45</a:t>
            </a:r>
          </a:p>
          <a:p>
            <a:pPr marL="171450" indent="-171450">
              <a:buFont typeface="Arial" panose="020B0604020202020204" pitchFamily="34" charset="0"/>
              <a:buChar char="•"/>
            </a:pPr>
            <a:r>
              <a:rPr lang="tr-TR" sz="1000" b="1" dirty="0">
                <a:solidFill>
                  <a:srgbClr val="FFFFFF"/>
                </a:solidFill>
              </a:rPr>
              <a:t>Puanlama</a:t>
            </a:r>
            <a:r>
              <a:rPr lang="tr-TR" sz="1000" dirty="0">
                <a:solidFill>
                  <a:srgbClr val="FFFFFF"/>
                </a:solidFill>
              </a:rPr>
              <a:t>     14:45-15:00</a:t>
            </a:r>
          </a:p>
          <a:p>
            <a:pPr marL="171450" indent="-171450">
              <a:buFont typeface="Arial" panose="020B0604020202020204" pitchFamily="34" charset="0"/>
              <a:buChar char="•"/>
            </a:pPr>
            <a:r>
              <a:rPr lang="tr-TR" sz="1000" b="1" dirty="0">
                <a:solidFill>
                  <a:srgbClr val="FFFFFF"/>
                </a:solidFill>
              </a:rPr>
              <a:t>Kurallar</a:t>
            </a:r>
            <a:r>
              <a:rPr lang="tr-TR" sz="1000" dirty="0">
                <a:solidFill>
                  <a:srgbClr val="FFFFFF"/>
                </a:solidFill>
              </a:rPr>
              <a:t>: Her Takım 90 saniye sunum yapacaktır.</a:t>
            </a:r>
          </a:p>
          <a:p>
            <a:pPr algn="ctr"/>
            <a:endParaRPr lang="tr-TR" sz="1000" dirty="0">
              <a:solidFill>
                <a:srgbClr val="FFFFFF"/>
              </a:solidFill>
            </a:endParaRPr>
          </a:p>
        </p:txBody>
      </p:sp>
      <p:sp>
        <p:nvSpPr>
          <p:cNvPr id="76" name="Text Placeholder 47">
            <a:extLst>
              <a:ext uri="{FF2B5EF4-FFF2-40B4-BE49-F238E27FC236}">
                <a16:creationId xmlns:a16="http://schemas.microsoft.com/office/drawing/2014/main" id="{8BDF28E1-FCE5-8FEA-856B-8E81137CEEA7}"/>
              </a:ext>
            </a:extLst>
          </p:cNvPr>
          <p:cNvSpPr txBox="1">
            <a:spLocks/>
          </p:cNvSpPr>
          <p:nvPr/>
        </p:nvSpPr>
        <p:spPr>
          <a:xfrm>
            <a:off x="7128544" y="1403782"/>
            <a:ext cx="1436260" cy="677238"/>
          </a:xfrm>
          <a:prstGeom prst="rect">
            <a:avLst/>
          </a:prstGeom>
        </p:spPr>
        <p:txBody>
          <a:bodyPr vert="horz" lIns="91440" tIns="45720" rIns="91440" bIns="45720" rtlCol="0">
            <a:noAutofit/>
          </a:bodyPr>
          <a:lstStyle>
            <a:lvl1pPr marL="0" indent="0" algn="l" defTabSz="914400" rtl="0" eaLnBrk="1" latinLnBrk="0" hangingPunct="1">
              <a:lnSpc>
                <a:spcPct val="113000"/>
              </a:lnSpc>
              <a:spcBef>
                <a:spcPts val="1000"/>
              </a:spcBef>
              <a:buFont typeface="Arial" panose="020B0604020202020204" pitchFamily="34" charset="0"/>
              <a:buNone/>
              <a:defRPr sz="1200" b="0" kern="1200" spc="0" baseline="0">
                <a:solidFill>
                  <a:schemeClr val="accent5"/>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accent5"/>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accent5"/>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accent5"/>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accent5"/>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tr-TR" b="1" dirty="0">
                <a:solidFill>
                  <a:srgbClr val="FFFFFF"/>
                </a:solidFill>
              </a:rPr>
              <a:t>Hata Analizi</a:t>
            </a:r>
          </a:p>
          <a:p>
            <a:pPr algn="ctr"/>
            <a:r>
              <a:rPr lang="tr-TR" b="1" dirty="0">
                <a:solidFill>
                  <a:srgbClr val="FFFFFF"/>
                </a:solidFill>
              </a:rPr>
              <a:t> </a:t>
            </a:r>
            <a:r>
              <a:rPr lang="tr-TR" dirty="0">
                <a:solidFill>
                  <a:srgbClr val="FFFFFF"/>
                </a:solidFill>
              </a:rPr>
              <a:t>14:00-15:00</a:t>
            </a:r>
          </a:p>
        </p:txBody>
      </p:sp>
      <p:sp>
        <p:nvSpPr>
          <p:cNvPr id="79" name="Text Placeholder 47">
            <a:extLst>
              <a:ext uri="{FF2B5EF4-FFF2-40B4-BE49-F238E27FC236}">
                <a16:creationId xmlns:a16="http://schemas.microsoft.com/office/drawing/2014/main" id="{0B180501-4AC7-39C1-1EAC-7FE2E9A9C15E}"/>
              </a:ext>
            </a:extLst>
          </p:cNvPr>
          <p:cNvSpPr txBox="1">
            <a:spLocks/>
          </p:cNvSpPr>
          <p:nvPr/>
        </p:nvSpPr>
        <p:spPr>
          <a:xfrm>
            <a:off x="8845822" y="1346869"/>
            <a:ext cx="1436260" cy="585242"/>
          </a:xfrm>
          <a:prstGeom prst="rect">
            <a:avLst/>
          </a:prstGeom>
        </p:spPr>
        <p:txBody>
          <a:bodyPr vert="horz" lIns="91440" tIns="45720" rIns="91440" bIns="45720" rtlCol="0">
            <a:noAutofit/>
          </a:bodyPr>
          <a:lstStyle>
            <a:lvl1pPr marL="0" indent="0" algn="l" defTabSz="914400" rtl="0" eaLnBrk="1" latinLnBrk="0" hangingPunct="1">
              <a:lnSpc>
                <a:spcPct val="113000"/>
              </a:lnSpc>
              <a:spcBef>
                <a:spcPts val="1000"/>
              </a:spcBef>
              <a:buFont typeface="Arial" panose="020B0604020202020204" pitchFamily="34" charset="0"/>
              <a:buNone/>
              <a:defRPr sz="1200" b="0" kern="1200" spc="0" baseline="0">
                <a:solidFill>
                  <a:schemeClr val="accent5"/>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accent5"/>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accent5"/>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accent5"/>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accent5"/>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tr-TR" b="1" dirty="0">
                <a:solidFill>
                  <a:srgbClr val="FFFFFF"/>
                </a:solidFill>
              </a:rPr>
              <a:t>İnovasyon Kaptanları  </a:t>
            </a:r>
            <a:r>
              <a:rPr lang="tr-TR" dirty="0">
                <a:solidFill>
                  <a:srgbClr val="FFFFFF"/>
                </a:solidFill>
              </a:rPr>
              <a:t>15:00-16:00</a:t>
            </a:r>
          </a:p>
        </p:txBody>
      </p:sp>
      <p:sp>
        <p:nvSpPr>
          <p:cNvPr id="80" name="Text Placeholder 47">
            <a:extLst>
              <a:ext uri="{FF2B5EF4-FFF2-40B4-BE49-F238E27FC236}">
                <a16:creationId xmlns:a16="http://schemas.microsoft.com/office/drawing/2014/main" id="{E510746F-56FE-AC36-6F64-AAC8E8EB3F23}"/>
              </a:ext>
            </a:extLst>
          </p:cNvPr>
          <p:cNvSpPr txBox="1">
            <a:spLocks/>
          </p:cNvSpPr>
          <p:nvPr/>
        </p:nvSpPr>
        <p:spPr>
          <a:xfrm>
            <a:off x="8871894" y="2158843"/>
            <a:ext cx="1436260" cy="2429874"/>
          </a:xfrm>
          <a:prstGeom prst="rect">
            <a:avLst/>
          </a:prstGeom>
        </p:spPr>
        <p:txBody>
          <a:bodyPr vert="horz" lIns="91440" tIns="45720" rIns="91440" bIns="45720" rtlCol="0">
            <a:noAutofit/>
          </a:bodyPr>
          <a:lstStyle>
            <a:lvl1pPr marL="0" indent="0" algn="l" defTabSz="914400" rtl="0" eaLnBrk="1" latinLnBrk="0" hangingPunct="1">
              <a:lnSpc>
                <a:spcPct val="113000"/>
              </a:lnSpc>
              <a:spcBef>
                <a:spcPts val="1000"/>
              </a:spcBef>
              <a:buFont typeface="Arial" panose="020B0604020202020204" pitchFamily="34" charset="0"/>
              <a:buNone/>
              <a:defRPr sz="1200" b="0" kern="1200" spc="0" baseline="0">
                <a:solidFill>
                  <a:schemeClr val="accent5"/>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accent5"/>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accent5"/>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accent5"/>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accent5"/>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buFont typeface="Arial" panose="020B0604020202020204" pitchFamily="34" charset="0"/>
              <a:buChar char="•"/>
            </a:pPr>
            <a:r>
              <a:rPr lang="tr-TR" sz="1000" b="1" dirty="0">
                <a:solidFill>
                  <a:srgbClr val="FFFFFF"/>
                </a:solidFill>
              </a:rPr>
              <a:t>L4 Sunumları </a:t>
            </a:r>
            <a:r>
              <a:rPr lang="tr-TR" sz="1000" dirty="0">
                <a:solidFill>
                  <a:srgbClr val="FFFFFF"/>
                </a:solidFill>
              </a:rPr>
              <a:t>15:00-15:40</a:t>
            </a:r>
          </a:p>
          <a:p>
            <a:pPr marL="171450" indent="-171450">
              <a:buFont typeface="Arial" panose="020B0604020202020204" pitchFamily="34" charset="0"/>
              <a:buChar char="•"/>
            </a:pPr>
            <a:r>
              <a:rPr lang="tr-TR" sz="1000" b="1" dirty="0">
                <a:solidFill>
                  <a:srgbClr val="FFFFFF"/>
                </a:solidFill>
              </a:rPr>
              <a:t>Puanlama</a:t>
            </a:r>
            <a:r>
              <a:rPr lang="tr-TR" sz="1000" dirty="0">
                <a:solidFill>
                  <a:srgbClr val="FFFFFF"/>
                </a:solidFill>
              </a:rPr>
              <a:t>     13:45-14:00</a:t>
            </a:r>
          </a:p>
          <a:p>
            <a:pPr marL="171450" indent="-171450">
              <a:buFont typeface="Arial" panose="020B0604020202020204" pitchFamily="34" charset="0"/>
              <a:buChar char="•"/>
            </a:pPr>
            <a:r>
              <a:rPr lang="tr-TR" sz="1000" b="1" dirty="0">
                <a:solidFill>
                  <a:srgbClr val="FFFFFF"/>
                </a:solidFill>
              </a:rPr>
              <a:t>Kurallar</a:t>
            </a:r>
            <a:r>
              <a:rPr lang="tr-TR" sz="1000" dirty="0">
                <a:solidFill>
                  <a:srgbClr val="FFFFFF"/>
                </a:solidFill>
              </a:rPr>
              <a:t>: Her Takım 3 </a:t>
            </a:r>
            <a:r>
              <a:rPr lang="tr-TR" sz="1000" dirty="0" err="1">
                <a:solidFill>
                  <a:srgbClr val="FFFFFF"/>
                </a:solidFill>
              </a:rPr>
              <a:t>dkk</a:t>
            </a:r>
            <a:r>
              <a:rPr lang="tr-TR" sz="1000" dirty="0">
                <a:solidFill>
                  <a:srgbClr val="FFFFFF"/>
                </a:solidFill>
              </a:rPr>
              <a:t> sunum yapacaktır.</a:t>
            </a:r>
          </a:p>
          <a:p>
            <a:pPr algn="ctr"/>
            <a:endParaRPr lang="tr-TR" sz="1000" dirty="0">
              <a:solidFill>
                <a:srgbClr val="FFFFFF"/>
              </a:solidFill>
            </a:endParaRPr>
          </a:p>
        </p:txBody>
      </p:sp>
      <p:pic>
        <p:nvPicPr>
          <p:cNvPr id="84" name="Picture Placeholder 83" descr="A bee in a lab&#10;&#10;Description automatically generated">
            <a:extLst>
              <a:ext uri="{FF2B5EF4-FFF2-40B4-BE49-F238E27FC236}">
                <a16:creationId xmlns:a16="http://schemas.microsoft.com/office/drawing/2014/main" id="{FA8F5473-4E87-4B7A-4509-6F94DC3DC7B0}"/>
              </a:ext>
            </a:extLst>
          </p:cNvPr>
          <p:cNvPicPr>
            <a:picLocks noGrp="1" noChangeAspect="1"/>
          </p:cNvPicPr>
          <p:nvPr>
            <p:ph type="pic" sz="quarter" idx="34"/>
          </p:nvPr>
        </p:nvPicPr>
        <p:blipFill>
          <a:blip r:embed="rId4">
            <a:extLst>
              <a:ext uri="{BEBA8EAE-BF5A-486C-A8C5-ECC9F3942E4B}">
                <a14:imgProps xmlns:a14="http://schemas.microsoft.com/office/drawing/2010/main">
                  <a14:imgLayer r:embed="rId5">
                    <a14:imgEffect>
                      <a14:saturation sat="0"/>
                    </a14:imgEffect>
                  </a14:imgLayer>
                </a14:imgProps>
              </a:ext>
            </a:extLst>
          </a:blip>
          <a:srcRect l="3694" r="3694"/>
          <a:stretch>
            <a:fillRect/>
          </a:stretch>
        </p:blipFill>
        <p:spPr/>
      </p:pic>
      <p:pic>
        <p:nvPicPr>
          <p:cNvPr id="88" name="Picture Placeholder 87" descr="A bee wearing glasses and sitting on a stack of books&#10;&#10;Description automatically generated">
            <a:extLst>
              <a:ext uri="{FF2B5EF4-FFF2-40B4-BE49-F238E27FC236}">
                <a16:creationId xmlns:a16="http://schemas.microsoft.com/office/drawing/2014/main" id="{83F6F998-532E-393F-B252-327B65A8268A}"/>
              </a:ext>
            </a:extLst>
          </p:cNvPr>
          <p:cNvPicPr>
            <a:picLocks noGrp="1" noChangeAspect="1"/>
          </p:cNvPicPr>
          <p:nvPr>
            <p:ph type="pic" sz="quarter" idx="36"/>
          </p:nvPr>
        </p:nvPicPr>
        <p:blipFill>
          <a:blip r:embed="rId6">
            <a:extLst>
              <a:ext uri="{BEBA8EAE-BF5A-486C-A8C5-ECC9F3942E4B}">
                <a14:imgProps xmlns:a14="http://schemas.microsoft.com/office/drawing/2010/main">
                  <a14:imgLayer r:embed="rId7">
                    <a14:imgEffect>
                      <a14:saturation sat="0"/>
                    </a14:imgEffect>
                  </a14:imgLayer>
                </a14:imgProps>
              </a:ext>
            </a:extLst>
          </a:blip>
          <a:srcRect l="3694" r="3694"/>
          <a:stretch>
            <a:fillRect/>
          </a:stretch>
        </p:blipFill>
        <p:spPr/>
      </p:pic>
      <p:pic>
        <p:nvPicPr>
          <p:cNvPr id="94" name="Picture Placeholder 93" descr="Cartoon bugs sitting at a table&#10;&#10;Description automatically generated">
            <a:extLst>
              <a:ext uri="{FF2B5EF4-FFF2-40B4-BE49-F238E27FC236}">
                <a16:creationId xmlns:a16="http://schemas.microsoft.com/office/drawing/2014/main" id="{91BE939C-9E15-E415-7A3B-73468F399BE7}"/>
              </a:ext>
            </a:extLst>
          </p:cNvPr>
          <p:cNvPicPr>
            <a:picLocks noGrp="1" noChangeAspect="1"/>
          </p:cNvPicPr>
          <p:nvPr>
            <p:ph type="pic" sz="quarter" idx="37"/>
          </p:nvPr>
        </p:nvPicPr>
        <p:blipFill>
          <a:blip r:embed="rId8">
            <a:extLst>
              <a:ext uri="{BEBA8EAE-BF5A-486C-A8C5-ECC9F3942E4B}">
                <a14:imgProps xmlns:a14="http://schemas.microsoft.com/office/drawing/2010/main">
                  <a14:imgLayer r:embed="rId9">
                    <a14:imgEffect>
                      <a14:saturation sat="0"/>
                    </a14:imgEffect>
                  </a14:imgLayer>
                </a14:imgProps>
              </a:ext>
            </a:extLst>
          </a:blip>
          <a:srcRect l="3737" r="3737"/>
          <a:stretch>
            <a:fillRect/>
          </a:stretch>
        </p:blipFill>
        <p:spPr/>
      </p:pic>
      <p:pic>
        <p:nvPicPr>
          <p:cNvPr id="98" name="Picture Placeholder 97" descr="A group of bees on a honeycomb&#10;&#10;Description automatically generated">
            <a:extLst>
              <a:ext uri="{FF2B5EF4-FFF2-40B4-BE49-F238E27FC236}">
                <a16:creationId xmlns:a16="http://schemas.microsoft.com/office/drawing/2014/main" id="{ABC49D7E-19C9-C996-1226-91486153FFE7}"/>
              </a:ext>
            </a:extLst>
          </p:cNvPr>
          <p:cNvPicPr>
            <a:picLocks noGrp="1" noChangeAspect="1"/>
          </p:cNvPicPr>
          <p:nvPr>
            <p:ph type="pic" sz="quarter" idx="38"/>
          </p:nvPr>
        </p:nvPicPr>
        <p:blipFill>
          <a:blip r:embed="rId10">
            <a:extLst>
              <a:ext uri="{BEBA8EAE-BF5A-486C-A8C5-ECC9F3942E4B}">
                <a14:imgProps xmlns:a14="http://schemas.microsoft.com/office/drawing/2010/main">
                  <a14:imgLayer r:embed="rId11">
                    <a14:imgEffect>
                      <a14:saturation sat="0"/>
                    </a14:imgEffect>
                  </a14:imgLayer>
                </a14:imgProps>
              </a:ext>
            </a:extLst>
          </a:blip>
          <a:srcRect l="3694" r="3694"/>
          <a:stretch>
            <a:fillRect/>
          </a:stretch>
        </p:blipFill>
        <p:spPr/>
      </p:pic>
      <p:pic>
        <p:nvPicPr>
          <p:cNvPr id="106" name="Picture Placeholder 105" descr="A yellow circle with text&#10;&#10;Description automatically generated">
            <a:extLst>
              <a:ext uri="{FF2B5EF4-FFF2-40B4-BE49-F238E27FC236}">
                <a16:creationId xmlns:a16="http://schemas.microsoft.com/office/drawing/2014/main" id="{5F1E3314-A80E-7499-3CCB-27EC184E71A5}"/>
              </a:ext>
            </a:extLst>
          </p:cNvPr>
          <p:cNvPicPr>
            <a:picLocks noGrp="1" noChangeAspect="1"/>
          </p:cNvPicPr>
          <p:nvPr>
            <p:ph type="pic" sz="quarter" idx="33"/>
          </p:nvPr>
        </p:nvPicPr>
        <p:blipFill rotWithShape="1">
          <a:blip r:embed="rId12">
            <a:extLst>
              <a:ext uri="{BEBA8EAE-BF5A-486C-A8C5-ECC9F3942E4B}">
                <a14:imgProps xmlns:a14="http://schemas.microsoft.com/office/drawing/2010/main">
                  <a14:imgLayer r:embed="rId13">
                    <a14:imgEffect>
                      <a14:saturation sat="0"/>
                    </a14:imgEffect>
                  </a14:imgLayer>
                </a14:imgProps>
              </a:ext>
            </a:extLst>
          </a:blip>
          <a:srcRect l="3737" r="3737"/>
          <a:stretch/>
        </p:blipFill>
        <p:spPr/>
      </p:pic>
      <p:sp>
        <p:nvSpPr>
          <p:cNvPr id="103" name="Text Placeholder 47">
            <a:extLst>
              <a:ext uri="{FF2B5EF4-FFF2-40B4-BE49-F238E27FC236}">
                <a16:creationId xmlns:a16="http://schemas.microsoft.com/office/drawing/2014/main" id="{96FE5385-F704-AFEA-5399-F6E274E88754}"/>
              </a:ext>
            </a:extLst>
          </p:cNvPr>
          <p:cNvSpPr txBox="1">
            <a:spLocks/>
          </p:cNvSpPr>
          <p:nvPr/>
        </p:nvSpPr>
        <p:spPr>
          <a:xfrm>
            <a:off x="10282082" y="1403782"/>
            <a:ext cx="1436260" cy="585242"/>
          </a:xfrm>
          <a:prstGeom prst="rect">
            <a:avLst/>
          </a:prstGeom>
        </p:spPr>
        <p:txBody>
          <a:bodyPr vert="horz" lIns="91440" tIns="45720" rIns="91440" bIns="45720" rtlCol="0">
            <a:noAutofit/>
          </a:bodyPr>
          <a:lstStyle>
            <a:lvl1pPr marL="0" indent="0" algn="l" defTabSz="914400" rtl="0" eaLnBrk="1" latinLnBrk="0" hangingPunct="1">
              <a:lnSpc>
                <a:spcPct val="113000"/>
              </a:lnSpc>
              <a:spcBef>
                <a:spcPts val="1000"/>
              </a:spcBef>
              <a:buFont typeface="Arial" panose="020B0604020202020204" pitchFamily="34" charset="0"/>
              <a:buNone/>
              <a:defRPr sz="1200" b="0" kern="1200" spc="0" baseline="0">
                <a:solidFill>
                  <a:schemeClr val="accent5"/>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accent5"/>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accent5"/>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accent5"/>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accent5"/>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tr-TR" b="1" dirty="0">
                <a:solidFill>
                  <a:srgbClr val="FFFFFF"/>
                </a:solidFill>
              </a:rPr>
              <a:t>Final Oturumu</a:t>
            </a:r>
          </a:p>
          <a:p>
            <a:pPr algn="ctr"/>
            <a:r>
              <a:rPr lang="tr-TR" b="1" dirty="0">
                <a:solidFill>
                  <a:srgbClr val="FFFFFF"/>
                </a:solidFill>
              </a:rPr>
              <a:t> </a:t>
            </a:r>
            <a:r>
              <a:rPr lang="tr-TR" dirty="0">
                <a:solidFill>
                  <a:srgbClr val="FFFFFF"/>
                </a:solidFill>
              </a:rPr>
              <a:t>16:00-18:00</a:t>
            </a:r>
          </a:p>
        </p:txBody>
      </p:sp>
      <p:sp>
        <p:nvSpPr>
          <p:cNvPr id="104" name="Text Placeholder 47">
            <a:extLst>
              <a:ext uri="{FF2B5EF4-FFF2-40B4-BE49-F238E27FC236}">
                <a16:creationId xmlns:a16="http://schemas.microsoft.com/office/drawing/2014/main" id="{2A5C9831-E0CE-0C5F-A8FC-0A81D5FC5A6B}"/>
              </a:ext>
            </a:extLst>
          </p:cNvPr>
          <p:cNvSpPr txBox="1">
            <a:spLocks/>
          </p:cNvSpPr>
          <p:nvPr/>
        </p:nvSpPr>
        <p:spPr>
          <a:xfrm>
            <a:off x="10362077" y="2194534"/>
            <a:ext cx="1436260" cy="2429874"/>
          </a:xfrm>
          <a:prstGeom prst="rect">
            <a:avLst/>
          </a:prstGeom>
        </p:spPr>
        <p:txBody>
          <a:bodyPr vert="horz" lIns="91440" tIns="45720" rIns="91440" bIns="45720" rtlCol="0">
            <a:noAutofit/>
          </a:bodyPr>
          <a:lstStyle>
            <a:lvl1pPr marL="0" indent="0" algn="l" defTabSz="914400" rtl="0" eaLnBrk="1" latinLnBrk="0" hangingPunct="1">
              <a:lnSpc>
                <a:spcPct val="113000"/>
              </a:lnSpc>
              <a:spcBef>
                <a:spcPts val="1000"/>
              </a:spcBef>
              <a:buFont typeface="Arial" panose="020B0604020202020204" pitchFamily="34" charset="0"/>
              <a:buNone/>
              <a:defRPr sz="1200" b="0" kern="1200" spc="0" baseline="0">
                <a:solidFill>
                  <a:schemeClr val="accent5"/>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accent5"/>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accent5"/>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accent5"/>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accent5"/>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buFont typeface="Arial" panose="020B0604020202020204" pitchFamily="34" charset="0"/>
              <a:buChar char="•"/>
            </a:pPr>
            <a:r>
              <a:rPr lang="tr-TR" sz="1000" b="1" dirty="0">
                <a:solidFill>
                  <a:srgbClr val="FFFFFF"/>
                </a:solidFill>
              </a:rPr>
              <a:t>1.takım seçimi</a:t>
            </a:r>
            <a:endParaRPr lang="tr-TR" sz="1000" dirty="0">
              <a:solidFill>
                <a:srgbClr val="FFFFFF"/>
              </a:solidFill>
            </a:endParaRPr>
          </a:p>
          <a:p>
            <a:pPr marL="171450" indent="-171450">
              <a:buFont typeface="Arial" panose="020B0604020202020204" pitchFamily="34" charset="0"/>
              <a:buChar char="•"/>
            </a:pPr>
            <a:r>
              <a:rPr lang="tr-TR" sz="1000" b="1" dirty="0">
                <a:solidFill>
                  <a:srgbClr val="FFFFFF"/>
                </a:solidFill>
              </a:rPr>
              <a:t>1.Inovasyon kaptanı seçimi</a:t>
            </a:r>
            <a:endParaRPr lang="tr-TR" sz="1000" dirty="0">
              <a:solidFill>
                <a:srgbClr val="FFFFFF"/>
              </a:solidFill>
            </a:endParaRPr>
          </a:p>
          <a:p>
            <a:pPr marL="171450" indent="-171450">
              <a:buFont typeface="Arial" panose="020B0604020202020204" pitchFamily="34" charset="0"/>
              <a:buChar char="•"/>
            </a:pPr>
            <a:r>
              <a:rPr lang="tr-TR" sz="1000" b="1" dirty="0" err="1">
                <a:solidFill>
                  <a:srgbClr val="FFFFFF"/>
                </a:solidFill>
              </a:rPr>
              <a:t>Happy</a:t>
            </a:r>
            <a:r>
              <a:rPr lang="tr-TR" sz="1000" b="1" dirty="0">
                <a:solidFill>
                  <a:srgbClr val="FFFFFF"/>
                </a:solidFill>
              </a:rPr>
              <a:t> </a:t>
            </a:r>
            <a:r>
              <a:rPr lang="tr-TR" sz="1000" b="1" dirty="0" err="1">
                <a:solidFill>
                  <a:srgbClr val="FFFFFF"/>
                </a:solidFill>
              </a:rPr>
              <a:t>Hour</a:t>
            </a:r>
            <a:r>
              <a:rPr lang="tr-TR" sz="1000" b="1" dirty="0">
                <a:solidFill>
                  <a:srgbClr val="FFFFFF"/>
                </a:solidFill>
              </a:rPr>
              <a:t> </a:t>
            </a:r>
            <a:endParaRPr lang="tr-TR" sz="1000" dirty="0">
              <a:solidFill>
                <a:srgbClr val="FFFFFF"/>
              </a:solidFill>
            </a:endParaRPr>
          </a:p>
          <a:p>
            <a:pPr algn="ctr"/>
            <a:endParaRPr lang="tr-TR" sz="1000" dirty="0">
              <a:solidFill>
                <a:srgbClr val="FFFFFF"/>
              </a:solidFill>
            </a:endParaRPr>
          </a:p>
        </p:txBody>
      </p:sp>
      <p:pic>
        <p:nvPicPr>
          <p:cNvPr id="114" name="Picture Placeholder 113" descr="A brown bag with a brown roof and yellow text&#10;&#10;Description automatically generated">
            <a:extLst>
              <a:ext uri="{FF2B5EF4-FFF2-40B4-BE49-F238E27FC236}">
                <a16:creationId xmlns:a16="http://schemas.microsoft.com/office/drawing/2014/main" id="{7C9DB665-26F4-55E8-5537-960DA15BF68D}"/>
              </a:ext>
            </a:extLst>
          </p:cNvPr>
          <p:cNvPicPr>
            <a:picLocks noGrp="1" noChangeAspect="1"/>
          </p:cNvPicPr>
          <p:nvPr>
            <p:ph type="pic" sz="quarter" idx="35"/>
          </p:nvPr>
        </p:nvPicPr>
        <p:blipFill>
          <a:blip r:embed="rId14">
            <a:extLst>
              <a:ext uri="{BEBA8EAE-BF5A-486C-A8C5-ECC9F3942E4B}">
                <a14:imgProps xmlns:a14="http://schemas.microsoft.com/office/drawing/2010/main">
                  <a14:imgLayer r:embed="rId15">
                    <a14:imgEffect>
                      <a14:saturation sat="0"/>
                    </a14:imgEffect>
                  </a14:imgLayer>
                </a14:imgProps>
              </a:ext>
            </a:extLst>
          </a:blip>
          <a:srcRect l="4637" r="4637"/>
          <a:stretch>
            <a:fillRect/>
          </a:stretch>
        </p:blipFill>
        <p:spPr/>
      </p:pic>
    </p:spTree>
    <p:extLst>
      <p:ext uri="{BB962C8B-B14F-4D97-AF65-F5344CB8AC3E}">
        <p14:creationId xmlns:p14="http://schemas.microsoft.com/office/powerpoint/2010/main" val="16183091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6581051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2B165D-61A6-A045-4791-442CE8E8FD07}"/>
              </a:ext>
            </a:extLst>
          </p:cNvPr>
          <p:cNvSpPr>
            <a:spLocks noGrp="1" noChangeAspect="1"/>
          </p:cNvSpPr>
          <p:nvPr>
            <p:ph type="title"/>
          </p:nvPr>
        </p:nvSpPr>
        <p:spPr bwMode="gray"/>
        <p:txBody>
          <a:bodyPr/>
          <a:lstStyle/>
          <a:p>
            <a:r>
              <a:rPr lang="en-US" dirty="0"/>
              <a:t>Copyright NTT DATA Business Solutions AG – All Rights Reserved</a:t>
            </a:r>
          </a:p>
        </p:txBody>
      </p:sp>
      <p:sp>
        <p:nvSpPr>
          <p:cNvPr id="3" name="Content Placeholder 2">
            <a:extLst>
              <a:ext uri="{FF2B5EF4-FFF2-40B4-BE49-F238E27FC236}">
                <a16:creationId xmlns:a16="http://schemas.microsoft.com/office/drawing/2014/main" id="{82896EAF-807B-3988-5F96-943996854E8E}"/>
              </a:ext>
            </a:extLst>
          </p:cNvPr>
          <p:cNvSpPr>
            <a:spLocks noGrp="1" noChangeAspect="1"/>
          </p:cNvSpPr>
          <p:nvPr>
            <p:ph idx="1"/>
          </p:nvPr>
        </p:nvSpPr>
        <p:spPr bwMode="gray"/>
        <p:txBody>
          <a:bodyPr/>
          <a:lstStyle/>
          <a:p>
            <a:pPr marL="0" marR="0" lvl="0" indent="0" algn="l" defTabSz="914400" rtl="0" eaLnBrk="1" fontAlgn="auto" latinLnBrk="0" hangingPunct="1">
              <a:lnSpc>
                <a:spcPct val="130000"/>
              </a:lnSpc>
              <a:spcBef>
                <a:spcPts val="1800"/>
              </a:spcBef>
              <a:spcAft>
                <a:spcPts val="0"/>
              </a:spcAft>
              <a:buClr>
                <a:srgbClr val="E7E6E6"/>
              </a:buClr>
              <a:buSzPct val="100000"/>
              <a:buFont typeface="Arial" panose="020B0604020202020204" pitchFamily="34" charset="0"/>
              <a:buNone/>
              <a:tabLst/>
              <a:defRPr/>
            </a:pPr>
            <a:r>
              <a:rPr kumimoji="0" lang="en-US" altLang="de-DE" sz="1200" b="1" i="0" u="none" strike="noStrike" kern="1200" cap="none" spc="0" normalizeH="0" baseline="0" noProof="1">
                <a:ln>
                  <a:noFill/>
                </a:ln>
                <a:effectLst/>
                <a:uLnTx/>
                <a:uFillTx/>
                <a:latin typeface="Arial" panose="020B0604020202020204" pitchFamily="34" charset="0"/>
                <a:ea typeface="ＭＳ Ｐゴシック" panose="020B0600070205080204" pitchFamily="34" charset="-128"/>
                <a:cs typeface="+mn-cs"/>
              </a:rPr>
              <a:t>No part of this publication may be reproduced or transmitted in any form or for any purpose without the express permission of NTT DATA Business Solutions AG. The information contained herein may be changed without prior notice</a:t>
            </a:r>
          </a:p>
          <a:p>
            <a:pPr marL="0" marR="0" lvl="0" indent="0" algn="l" defTabSz="914400" rtl="0" eaLnBrk="1" fontAlgn="auto" latinLnBrk="0" hangingPunct="1">
              <a:lnSpc>
                <a:spcPct val="130000"/>
              </a:lnSpc>
              <a:spcBef>
                <a:spcPts val="1800"/>
              </a:spcBef>
              <a:spcAft>
                <a:spcPts val="0"/>
              </a:spcAft>
              <a:buClr>
                <a:srgbClr val="E7E6E6"/>
              </a:buClr>
              <a:buSzPct val="100000"/>
              <a:buFont typeface="Arial" panose="020B0604020202020204" pitchFamily="34" charset="0"/>
              <a:buNone/>
              <a:tabLst/>
              <a:defRPr/>
            </a:pPr>
            <a:r>
              <a:rPr kumimoji="0" lang="en-US" altLang="de-DE" sz="1200" b="0" i="0" u="none" strike="noStrike" kern="1200" cap="none" spc="0" normalizeH="0" baseline="0" noProof="1">
                <a:ln>
                  <a:noFill/>
                </a:ln>
                <a:effectLst/>
                <a:uLnTx/>
                <a:uFillTx/>
                <a:latin typeface="Arial" panose="020B0604020202020204" pitchFamily="34" charset="0"/>
                <a:ea typeface="ＭＳ Ｐゴシック" panose="020B0600070205080204" pitchFamily="34" charset="-128"/>
                <a:cs typeface="+mn-cs"/>
              </a:rPr>
              <a:t>Some software products marketed by </a:t>
            </a:r>
            <a:r>
              <a:rPr kumimoji="0" lang="en-US" altLang="de-DE" sz="1200" b="1" i="0" u="none" strike="noStrike" kern="1200" cap="none" spc="0" normalizeH="0" baseline="0" noProof="1">
                <a:ln>
                  <a:noFill/>
                </a:ln>
                <a:effectLst/>
                <a:uLnTx/>
                <a:uFillTx/>
                <a:latin typeface="Arial" panose="020B0604020202020204" pitchFamily="34" charset="0"/>
                <a:ea typeface="ＭＳ Ｐゴシック" panose="020B0600070205080204" pitchFamily="34" charset="-128"/>
                <a:cs typeface="+mn-cs"/>
              </a:rPr>
              <a:t>NTT DATA Business Solutions AG </a:t>
            </a:r>
            <a:r>
              <a:rPr kumimoji="0" lang="en-US" altLang="de-DE" sz="1200" b="0" i="0" u="none" strike="noStrike" kern="1200" cap="none" spc="0" normalizeH="0" baseline="0" noProof="1">
                <a:ln>
                  <a:noFill/>
                </a:ln>
                <a:effectLst/>
                <a:uLnTx/>
                <a:uFillTx/>
                <a:latin typeface="Arial" panose="020B0604020202020204" pitchFamily="34" charset="0"/>
                <a:ea typeface="ＭＳ Ｐゴシック" panose="020B0600070205080204" pitchFamily="34" charset="-128"/>
                <a:cs typeface="+mn-cs"/>
              </a:rPr>
              <a:t>and its distributors contain proprietary software components of other software vendors. All product and service names mentioned, and associated logos displayed are the trademarks of their respective companies. Data contained in this document serves informational purposes only. National product specifications may vary</a:t>
            </a:r>
          </a:p>
          <a:p>
            <a:pPr marL="0" marR="0" lvl="0" indent="0" algn="l" defTabSz="914400" rtl="0" eaLnBrk="1" fontAlgn="auto" latinLnBrk="0" hangingPunct="1">
              <a:lnSpc>
                <a:spcPct val="130000"/>
              </a:lnSpc>
              <a:spcBef>
                <a:spcPts val="1800"/>
              </a:spcBef>
              <a:spcAft>
                <a:spcPts val="0"/>
              </a:spcAft>
              <a:buClr>
                <a:srgbClr val="E7E6E6"/>
              </a:buClr>
              <a:buSzPct val="100000"/>
              <a:buFont typeface="Arial" panose="020B0604020202020204" pitchFamily="34" charset="0"/>
              <a:buNone/>
              <a:tabLst/>
              <a:defRPr/>
            </a:pPr>
            <a:r>
              <a:rPr kumimoji="0" lang="en-US" altLang="de-DE" sz="1200" b="1" i="0" u="none" strike="noStrike" kern="1200" cap="none" spc="0" normalizeH="0" baseline="0" noProof="1">
                <a:ln>
                  <a:noFill/>
                </a:ln>
                <a:effectLst/>
                <a:uLnTx/>
                <a:uFillTx/>
                <a:latin typeface="Arial" panose="020B0604020202020204" pitchFamily="34" charset="0"/>
                <a:ea typeface="ＭＳ Ｐゴシック" panose="020B0600070205080204" pitchFamily="34" charset="-128"/>
                <a:cs typeface="+mn-cs"/>
              </a:rPr>
              <a:t>The information in this document is proprietary to NTT DATA Business Solutions AG. </a:t>
            </a:r>
            <a:r>
              <a:rPr kumimoji="0" lang="en-US" altLang="de-DE" sz="1200" b="0" i="0" u="none" strike="noStrike" kern="1200" cap="none" spc="0" normalizeH="0" baseline="0" noProof="1">
                <a:ln>
                  <a:noFill/>
                </a:ln>
                <a:effectLst/>
                <a:uLnTx/>
                <a:uFillTx/>
                <a:latin typeface="Arial" panose="020B0604020202020204" pitchFamily="34" charset="0"/>
                <a:ea typeface="ＭＳ Ｐゴシック" panose="020B0600070205080204" pitchFamily="34" charset="-128"/>
                <a:cs typeface="+mn-cs"/>
              </a:rPr>
              <a:t>This document is a preliminary version and not subject to your license agreement or any other agreement with </a:t>
            </a:r>
            <a:r>
              <a:rPr kumimoji="0" lang="en-US" altLang="de-DE" sz="1200" b="1" i="0" u="none" strike="noStrike" kern="1200" cap="none" spc="0" normalizeH="0" baseline="0" noProof="1">
                <a:ln>
                  <a:noFill/>
                </a:ln>
                <a:effectLst/>
                <a:uLnTx/>
                <a:uFillTx/>
                <a:latin typeface="Arial" panose="020B0604020202020204" pitchFamily="34" charset="0"/>
                <a:ea typeface="ＭＳ Ｐゴシック" panose="020B0600070205080204" pitchFamily="34" charset="-128"/>
                <a:cs typeface="+mn-cs"/>
              </a:rPr>
              <a:t>NTT DATA Business Solutions AG</a:t>
            </a:r>
            <a:r>
              <a:rPr kumimoji="0" lang="en-US" altLang="de-DE" sz="1200" b="0" i="0" u="none" strike="noStrike" kern="1200" cap="none" spc="0" normalizeH="0" baseline="0" noProof="1">
                <a:ln>
                  <a:noFill/>
                </a:ln>
                <a:effectLst/>
                <a:uLnTx/>
                <a:uFillTx/>
                <a:latin typeface="Arial" panose="020B0604020202020204" pitchFamily="34" charset="0"/>
                <a:ea typeface="ＭＳ Ｐゴシック" panose="020B0600070205080204" pitchFamily="34" charset="-128"/>
                <a:cs typeface="+mn-cs"/>
              </a:rPr>
              <a:t>. This document contains only intended strategies, developments, and product functionalities and is not intended to be binding upon </a:t>
            </a:r>
            <a:r>
              <a:rPr kumimoji="0" lang="en-US" altLang="de-DE" sz="1200" b="1" i="0" u="none" strike="noStrike" kern="1200" cap="none" spc="0" normalizeH="0" baseline="0" noProof="1">
                <a:ln>
                  <a:noFill/>
                </a:ln>
                <a:effectLst/>
                <a:uLnTx/>
                <a:uFillTx/>
                <a:latin typeface="Arial" panose="020B0604020202020204" pitchFamily="34" charset="0"/>
                <a:ea typeface="ＭＳ Ｐゴシック" panose="020B0600070205080204" pitchFamily="34" charset="-128"/>
                <a:cs typeface="+mn-cs"/>
              </a:rPr>
              <a:t>NTT DATA Business Solutions AG</a:t>
            </a:r>
            <a:r>
              <a:rPr kumimoji="0" lang="en-US" altLang="de-DE" sz="1200" b="0" i="0" u="none" strike="noStrike" kern="1200" cap="none" spc="0" normalizeH="0" baseline="0" noProof="1">
                <a:ln>
                  <a:noFill/>
                </a:ln>
                <a:effectLst/>
                <a:uLnTx/>
                <a:uFillTx/>
                <a:latin typeface="Arial" panose="020B0604020202020204" pitchFamily="34" charset="0"/>
                <a:ea typeface="ＭＳ Ｐゴシック" panose="020B0600070205080204" pitchFamily="34" charset="-128"/>
                <a:cs typeface="+mn-cs"/>
              </a:rPr>
              <a:t> to any particular course of business, product strategy, and/or development. </a:t>
            </a:r>
            <a:r>
              <a:rPr kumimoji="0" lang="en-US" altLang="de-DE" sz="1200" b="1" i="0" u="none" strike="noStrike" kern="1200" cap="none" spc="0" normalizeH="0" baseline="0" noProof="1">
                <a:ln>
                  <a:noFill/>
                </a:ln>
                <a:effectLst/>
                <a:uLnTx/>
                <a:uFillTx/>
                <a:latin typeface="Arial" panose="020B0604020202020204" pitchFamily="34" charset="0"/>
                <a:ea typeface="ＭＳ Ｐゴシック" panose="020B0600070205080204" pitchFamily="34" charset="-128"/>
                <a:cs typeface="+mn-cs"/>
              </a:rPr>
              <a:t>NTT DATA Business Solutions AG </a:t>
            </a:r>
            <a:r>
              <a:rPr kumimoji="0" lang="en-US" altLang="de-DE" sz="1200" b="0" i="0" u="none" strike="noStrike" kern="1200" cap="none" spc="0" normalizeH="0" baseline="0" noProof="1">
                <a:ln>
                  <a:noFill/>
                </a:ln>
                <a:effectLst/>
                <a:uLnTx/>
                <a:uFillTx/>
                <a:latin typeface="Arial" panose="020B0604020202020204" pitchFamily="34" charset="0"/>
                <a:ea typeface="ＭＳ Ｐゴシック" panose="020B0600070205080204" pitchFamily="34" charset="-128"/>
                <a:cs typeface="+mn-cs"/>
              </a:rPr>
              <a:t>assumes no responsibility for errors or omissions in this document. </a:t>
            </a:r>
            <a:r>
              <a:rPr kumimoji="0" lang="en-US" altLang="de-DE" sz="1200" b="1" i="0" u="none" strike="noStrike" kern="1200" cap="none" spc="0" normalizeH="0" baseline="0" noProof="1">
                <a:ln>
                  <a:noFill/>
                </a:ln>
                <a:effectLst/>
                <a:uLnTx/>
                <a:uFillTx/>
                <a:latin typeface="Arial" panose="020B0604020202020204" pitchFamily="34" charset="0"/>
                <a:ea typeface="ＭＳ Ｐゴシック" panose="020B0600070205080204" pitchFamily="34" charset="-128"/>
                <a:cs typeface="+mn-cs"/>
              </a:rPr>
              <a:t>NTT DATA Business Solutions AG  </a:t>
            </a:r>
            <a:r>
              <a:rPr kumimoji="0" lang="en-US" altLang="de-DE" sz="1200" b="0" i="0" u="none" strike="noStrike" kern="1200" cap="none" spc="0" normalizeH="0" baseline="0" noProof="1">
                <a:ln>
                  <a:noFill/>
                </a:ln>
                <a:effectLst/>
                <a:uLnTx/>
                <a:uFillTx/>
                <a:latin typeface="Arial" panose="020B0604020202020204" pitchFamily="34" charset="0"/>
                <a:ea typeface="ＭＳ Ｐゴシック" panose="020B0600070205080204" pitchFamily="34" charset="-128"/>
                <a:cs typeface="+mn-cs"/>
              </a:rPr>
              <a:t>does not warrant the accuracy or completeness of the information, text, graphics, links, or other items contained within this material. This document is provided without a warranty of any kind, either express or implied, including but not limited to the implied warranties of merchantability, fitness for a particular purpose, or non-infringement</a:t>
            </a:r>
          </a:p>
          <a:p>
            <a:pPr marL="0" marR="0" lvl="0" indent="0" algn="l" defTabSz="914400" rtl="0" eaLnBrk="1" fontAlgn="auto" latinLnBrk="0" hangingPunct="1">
              <a:lnSpc>
                <a:spcPct val="130000"/>
              </a:lnSpc>
              <a:spcBef>
                <a:spcPts val="1800"/>
              </a:spcBef>
              <a:spcAft>
                <a:spcPts val="0"/>
              </a:spcAft>
              <a:buClr>
                <a:srgbClr val="E7E6E6"/>
              </a:buClr>
              <a:buSzPct val="100000"/>
              <a:buFont typeface="Arial" panose="020B0604020202020204" pitchFamily="34" charset="0"/>
              <a:buNone/>
              <a:tabLst/>
              <a:defRPr/>
            </a:pPr>
            <a:r>
              <a:rPr kumimoji="0" lang="en-US" altLang="de-DE" sz="1200" b="1" i="0" u="none" strike="noStrike" kern="1200" cap="none" spc="0" normalizeH="0" baseline="0" noProof="1">
                <a:ln>
                  <a:noFill/>
                </a:ln>
                <a:effectLst/>
                <a:uLnTx/>
                <a:uFillTx/>
                <a:latin typeface="Arial" panose="020B0604020202020204" pitchFamily="34" charset="0"/>
                <a:ea typeface="ＭＳ Ｐゴシック" panose="020B0600070205080204" pitchFamily="34" charset="-128"/>
                <a:cs typeface="+mn-cs"/>
              </a:rPr>
              <a:t>NTT DATA Business Solutions AG </a:t>
            </a:r>
            <a:r>
              <a:rPr kumimoji="0" lang="en-US" altLang="de-DE" sz="1200" b="0" i="0" u="none" strike="noStrike" kern="1200" cap="none" spc="0" normalizeH="0" baseline="0" noProof="1">
                <a:ln>
                  <a:noFill/>
                </a:ln>
                <a:effectLst/>
                <a:uLnTx/>
                <a:uFillTx/>
                <a:latin typeface="Arial" panose="020B0604020202020204" pitchFamily="34" charset="0"/>
                <a:ea typeface="ＭＳ Ｐゴシック" panose="020B0600070205080204" pitchFamily="34" charset="-128"/>
                <a:cs typeface="+mn-cs"/>
              </a:rPr>
              <a:t>shall have no liability for damages of any kind including without limitation direct, special, indirect, or consequential damages that may result from the use of these materials. This limitation shall not apply in cases of intent or gross negligence</a:t>
            </a:r>
          </a:p>
          <a:p>
            <a:pPr marL="0" marR="0" lvl="0" indent="0" algn="l" defTabSz="914400" rtl="0" eaLnBrk="1" fontAlgn="auto" latinLnBrk="0" hangingPunct="1">
              <a:lnSpc>
                <a:spcPct val="130000"/>
              </a:lnSpc>
              <a:spcBef>
                <a:spcPts val="1800"/>
              </a:spcBef>
              <a:spcAft>
                <a:spcPts val="0"/>
              </a:spcAft>
              <a:buClr>
                <a:srgbClr val="E7E6E6"/>
              </a:buClr>
              <a:buSzPct val="100000"/>
              <a:buFont typeface="Arial" panose="020B0604020202020204" pitchFamily="34" charset="0"/>
              <a:buNone/>
              <a:tabLst/>
              <a:defRPr/>
            </a:pPr>
            <a:r>
              <a:rPr kumimoji="0" lang="en-US" altLang="de-DE" sz="1200" b="0" i="0" u="none" strike="noStrike" kern="1200" cap="none" spc="0" normalizeH="0" baseline="0" noProof="1">
                <a:ln>
                  <a:noFill/>
                </a:ln>
                <a:effectLst/>
                <a:uLnTx/>
                <a:uFillTx/>
                <a:latin typeface="Arial" panose="020B0604020202020204" pitchFamily="34" charset="0"/>
                <a:ea typeface="ＭＳ Ｐゴシック" panose="020B0600070205080204" pitchFamily="34" charset="-128"/>
                <a:cs typeface="+mn-cs"/>
              </a:rPr>
              <a:t>The statutory liability for personal injury and defective products is not affected. </a:t>
            </a:r>
            <a:r>
              <a:rPr kumimoji="0" lang="en-US" altLang="de-DE" sz="1200" b="1" i="0" u="none" strike="noStrike" kern="1200" cap="none" spc="0" normalizeH="0" baseline="0" noProof="1">
                <a:ln>
                  <a:noFill/>
                </a:ln>
                <a:effectLst/>
                <a:uLnTx/>
                <a:uFillTx/>
                <a:latin typeface="Arial" panose="020B0604020202020204" pitchFamily="34" charset="0"/>
                <a:ea typeface="ＭＳ Ｐゴシック" panose="020B0600070205080204" pitchFamily="34" charset="-128"/>
                <a:cs typeface="+mn-cs"/>
              </a:rPr>
              <a:t>NTT DATA Business Solutions AG </a:t>
            </a:r>
            <a:r>
              <a:rPr kumimoji="0" lang="en-US" altLang="de-DE" sz="1200" b="0" i="0" u="none" strike="noStrike" kern="1200" cap="none" spc="0" normalizeH="0" baseline="0" noProof="1">
                <a:ln>
                  <a:noFill/>
                </a:ln>
                <a:effectLst/>
                <a:uLnTx/>
                <a:uFillTx/>
                <a:latin typeface="Arial" panose="020B0604020202020204" pitchFamily="34" charset="0"/>
                <a:ea typeface="ＭＳ Ｐゴシック" panose="020B0600070205080204" pitchFamily="34" charset="-128"/>
                <a:cs typeface="+mn-cs"/>
              </a:rPr>
              <a:t>has no control over the information that you may access through the use of hot links contained in these materials and does not endorse your use of third-party web pages nor provide any warranty whatsoever relating to third-party web pages.</a:t>
            </a:r>
          </a:p>
          <a:p>
            <a:endParaRPr lang="en-US" sz="1200" dirty="0"/>
          </a:p>
        </p:txBody>
      </p:sp>
      <p:sp>
        <p:nvSpPr>
          <p:cNvPr id="4" name="Footer Placeholder 3">
            <a:extLst>
              <a:ext uri="{FF2B5EF4-FFF2-40B4-BE49-F238E27FC236}">
                <a16:creationId xmlns:a16="http://schemas.microsoft.com/office/drawing/2014/main" id="{BCC6DA92-4226-B8FE-1E5D-EA93F3DC9E4C}"/>
              </a:ext>
            </a:extLst>
          </p:cNvPr>
          <p:cNvSpPr>
            <a:spLocks noGrp="1" noChangeAspect="1"/>
          </p:cNvSpPr>
          <p:nvPr>
            <p:ph type="ftr" sz="quarter" idx="3"/>
          </p:nvPr>
        </p:nvSpPr>
        <p:spPr bwMode="gray"/>
        <p:txBody>
          <a:bodyPr/>
          <a:lstStyle/>
          <a:p>
            <a:r>
              <a:rPr lang="en-US" noProof="0" dirty="0"/>
              <a:t>© 2024 NTT DATA</a:t>
            </a:r>
            <a:r>
              <a:rPr lang="en-US" dirty="0"/>
              <a:t> Business Solutions</a:t>
            </a:r>
            <a:endParaRPr lang="en-US" noProof="0" dirty="0"/>
          </a:p>
        </p:txBody>
      </p:sp>
      <p:sp>
        <p:nvSpPr>
          <p:cNvPr id="5" name="Slide Number Placeholder 4">
            <a:extLst>
              <a:ext uri="{FF2B5EF4-FFF2-40B4-BE49-F238E27FC236}">
                <a16:creationId xmlns:a16="http://schemas.microsoft.com/office/drawing/2014/main" id="{EF473A2A-525A-1577-5248-C6DA7C6F5564}"/>
              </a:ext>
            </a:extLst>
          </p:cNvPr>
          <p:cNvSpPr>
            <a:spLocks noGrp="1" noChangeAspect="1"/>
          </p:cNvSpPr>
          <p:nvPr>
            <p:ph type="sldNum" sz="quarter" idx="4"/>
          </p:nvPr>
        </p:nvSpPr>
        <p:spPr bwMode="gray"/>
        <p:txBody>
          <a:bodyPr/>
          <a:lstStyle/>
          <a:p>
            <a:fld id="{13CE6DAF-806F-404B-BC68-339BFCB57E5C}" type="slidenum">
              <a:rPr lang="en-US" smtClean="0"/>
              <a:pPr/>
              <a:t>16</a:t>
            </a:fld>
            <a:endParaRPr lang="en-US" dirty="0"/>
          </a:p>
        </p:txBody>
      </p:sp>
    </p:spTree>
    <p:extLst>
      <p:ext uri="{BB962C8B-B14F-4D97-AF65-F5344CB8AC3E}">
        <p14:creationId xmlns:p14="http://schemas.microsoft.com/office/powerpoint/2010/main" val="153992353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heme/theme1.xml><?xml version="1.0" encoding="utf-8"?>
<a:theme xmlns:a="http://schemas.openxmlformats.org/drawingml/2006/main" name="NTT DATA LIGHT ">
  <a:themeElements>
    <a:clrScheme name="Benutzerdefiniert 51">
      <a:dk1>
        <a:srgbClr val="FFFFFF"/>
      </a:dk1>
      <a:lt1>
        <a:srgbClr val="070F26"/>
      </a:lt1>
      <a:dk2>
        <a:srgbClr val="2E404D"/>
      </a:dk2>
      <a:lt2>
        <a:srgbClr val="0072BC"/>
      </a:lt2>
      <a:accent1>
        <a:srgbClr val="19A3FC"/>
      </a:accent1>
      <a:accent2>
        <a:srgbClr val="00DFED"/>
      </a:accent2>
      <a:accent3>
        <a:srgbClr val="00CB5D"/>
      </a:accent3>
      <a:accent4>
        <a:srgbClr val="FFC400"/>
      </a:accent4>
      <a:accent5>
        <a:srgbClr val="FF7A00"/>
      </a:accent5>
      <a:accent6>
        <a:srgbClr val="949494"/>
      </a:accent6>
      <a:hlink>
        <a:srgbClr val="0072BC"/>
      </a:hlink>
      <a:folHlink>
        <a:srgbClr val="00DFED"/>
      </a:folHlink>
    </a:clrScheme>
    <a:fontScheme name="NTT_Arial">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w="9525">
          <a:noFill/>
        </a:ln>
      </a:spPr>
      <a:bodyPr lIns="0" tIns="0" rIns="0" bIns="0" rtlCol="0" anchor="t"/>
      <a:lstStyle>
        <a:defPPr algn="l">
          <a:lnSpc>
            <a:spcPct val="110000"/>
          </a:lnSpc>
          <a:spcBef>
            <a:spcPts val="600"/>
          </a:spcBef>
          <a:defRPr sz="18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bodyPr vert="horz" lIns="0" tIns="0" rIns="0" bIns="0" rtlCol="0">
        <a:noAutofit/>
      </a:bodyPr>
      <a:lstStyle>
        <a:defPPr algn="l">
          <a:defRPr dirty="0"/>
        </a:defPPr>
      </a:lstStyle>
    </a:txDef>
  </a:objectDefaults>
  <a:extraClrSchemeLst/>
  <a:custClrLst>
    <a:custClr name="A-Smart Navy">
      <a:srgbClr val="070F26"/>
    </a:custClr>
    <a:custClr name="B-White">
      <a:srgbClr val="FFFFFF"/>
    </a:custClr>
    <a:custClr name="C-Future Blue 150">
      <a:srgbClr val="005B96"/>
    </a:custClr>
    <a:custClr name="D-Future Blue">
      <a:srgbClr val="0072BC"/>
    </a:custClr>
    <a:custClr name="E-Future Blue 50">
      <a:srgbClr val="19A3FC"/>
    </a:custClr>
    <a:custClr name="F-Turquoise 100">
      <a:srgbClr val="009AA4"/>
    </a:custClr>
    <a:custClr name="G-Turquoise">
      <a:srgbClr val="00DFED"/>
    </a:custClr>
    <a:custClr name="H-Turquoise 50">
      <a:srgbClr val="7BF7FF"/>
    </a:custClr>
    <a:custClr name="I-Green 150">
      <a:srgbClr val="068941"/>
    </a:custClr>
    <a:custClr name="J-Green">
      <a:srgbClr val="00CB5D"/>
    </a:custClr>
    <a:custClr name="K-Green 50">
      <a:srgbClr val="38F990"/>
    </a:custClr>
    <a:custClr name="L-Yellow">
      <a:srgbClr val="FFC400"/>
    </a:custClr>
    <a:custClr name="M-Yellow 50">
      <a:srgbClr val="FFEDB2"/>
    </a:custClr>
    <a:custClr name="N-Yellow 100">
      <a:srgbClr val="FFDB66"/>
    </a:custClr>
    <a:custClr name="O-Orange 150">
      <a:srgbClr val="B22000"/>
    </a:custClr>
    <a:custClr name="P-Orange 100">
      <a:srgbClr val="E42600"/>
    </a:custClr>
    <a:custClr name="Q-Orange">
      <a:srgbClr val="FF7A00"/>
    </a:custClr>
    <a:custClr name="R-Grey 100">
      <a:srgbClr val="949494"/>
    </a:custClr>
    <a:custClr name="S-Grey 50">
      <a:srgbClr val="E8E8E8"/>
    </a:custClr>
    <a:custClr name="T-Black">
      <a:srgbClr val="000000"/>
    </a:custClr>
    <a:custClr name="U-Text Grey">
      <a:srgbClr val="2E404D"/>
    </a:custClr>
  </a:custClrLst>
  <a:extLst>
    <a:ext uri="{05A4C25C-085E-4340-85A3-A5531E510DB2}">
      <thm15:themeFamily xmlns:thm15="http://schemas.microsoft.com/office/thememl/2012/main" name="Presentation1" id="{69F65A50-D8A2-4BE7-AAB1-5A00242F9281}" vid="{BDE0311F-A62D-42C0-AD4A-BDCEBF195517}"/>
    </a:ext>
  </a:extLst>
</a:theme>
</file>

<file path=ppt/theme/theme2.xml><?xml version="1.0" encoding="utf-8"?>
<a:theme xmlns:a="http://schemas.openxmlformats.org/drawingml/2006/main" name="NTT DATA DARK ">
  <a:themeElements>
    <a:clrScheme name="Benutzerdefiniert 52">
      <a:dk1>
        <a:srgbClr val="FFFFFF"/>
      </a:dk1>
      <a:lt1>
        <a:srgbClr val="070F26"/>
      </a:lt1>
      <a:dk2>
        <a:srgbClr val="2E404D"/>
      </a:dk2>
      <a:lt2>
        <a:srgbClr val="0072BC"/>
      </a:lt2>
      <a:accent1>
        <a:srgbClr val="19A3FC"/>
      </a:accent1>
      <a:accent2>
        <a:srgbClr val="00DFED"/>
      </a:accent2>
      <a:accent3>
        <a:srgbClr val="00CB5D"/>
      </a:accent3>
      <a:accent4>
        <a:srgbClr val="FFC400"/>
      </a:accent4>
      <a:accent5>
        <a:srgbClr val="FF7A00"/>
      </a:accent5>
      <a:accent6>
        <a:srgbClr val="949494"/>
      </a:accent6>
      <a:hlink>
        <a:srgbClr val="0072BC"/>
      </a:hlink>
      <a:folHlink>
        <a:srgbClr val="00DFED"/>
      </a:folHlink>
    </a:clrScheme>
    <a:fontScheme name="NTT_Arial">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w="9525">
          <a:noFill/>
        </a:ln>
      </a:spPr>
      <a:bodyPr lIns="0" tIns="0" rIns="0" bIns="0" rtlCol="0" anchor="t"/>
      <a:lstStyle>
        <a:defPPr algn="l">
          <a:lnSpc>
            <a:spcPct val="110000"/>
          </a:lnSpc>
          <a:spcBef>
            <a:spcPts val="600"/>
          </a:spcBef>
          <a:defRPr sz="1800" dirty="0" err="1" smtClean="0">
            <a:solidFill>
              <a:schemeClr val="accent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bg1"/>
          </a:solidFill>
        </a:ln>
      </a:spPr>
      <a:bodyPr/>
      <a:lstStyle/>
      <a:style>
        <a:lnRef idx="1">
          <a:schemeClr val="accent1"/>
        </a:lnRef>
        <a:fillRef idx="0">
          <a:schemeClr val="accent1"/>
        </a:fillRef>
        <a:effectRef idx="0">
          <a:schemeClr val="accent1"/>
        </a:effectRef>
        <a:fontRef idx="minor">
          <a:schemeClr val="tx1"/>
        </a:fontRef>
      </a:style>
    </a:lnDef>
    <a:txDef>
      <a:spPr/>
      <a:bodyPr vert="horz" lIns="0" tIns="0" rIns="0" bIns="0" rtlCol="0">
        <a:noAutofit/>
      </a:bodyPr>
      <a:lstStyle>
        <a:defPPr algn="l">
          <a:defRPr dirty="0"/>
        </a:defPPr>
      </a:lstStyle>
    </a:txDef>
  </a:objectDefaults>
  <a:extraClrSchemeLst/>
  <a:custClrLst>
    <a:custClr name="A-Smart Navy">
      <a:srgbClr val="070F26"/>
    </a:custClr>
    <a:custClr name="B-White">
      <a:srgbClr val="FFFFFF"/>
    </a:custClr>
    <a:custClr name="C-Future Blue 150">
      <a:srgbClr val="005B96"/>
    </a:custClr>
    <a:custClr name="D-Future Blue">
      <a:srgbClr val="0072BC"/>
    </a:custClr>
    <a:custClr name="E-Future Blue 50">
      <a:srgbClr val="19A3FC"/>
    </a:custClr>
    <a:custClr name="F-Turquoise 100">
      <a:srgbClr val="009AA4"/>
    </a:custClr>
    <a:custClr name="G-Turquoise">
      <a:srgbClr val="00DFED"/>
    </a:custClr>
    <a:custClr name="H-Turquoise 50">
      <a:srgbClr val="7BF7FF"/>
    </a:custClr>
    <a:custClr name="I-Green 150">
      <a:srgbClr val="068941"/>
    </a:custClr>
    <a:custClr name="J-Green">
      <a:srgbClr val="00CB5D"/>
    </a:custClr>
    <a:custClr name="K-Green 50">
      <a:srgbClr val="38F990"/>
    </a:custClr>
    <a:custClr name="L-Yellow">
      <a:srgbClr val="FFC400"/>
    </a:custClr>
    <a:custClr name="M-Yellow 50">
      <a:srgbClr val="FFEDB2"/>
    </a:custClr>
    <a:custClr name="N-Yellow 100">
      <a:srgbClr val="FFDB66"/>
    </a:custClr>
    <a:custClr name="O-Orange 150">
      <a:srgbClr val="B22000"/>
    </a:custClr>
    <a:custClr name="P-Orange 100">
      <a:srgbClr val="E42600"/>
    </a:custClr>
    <a:custClr name="Q-Orange">
      <a:srgbClr val="FF7A00"/>
    </a:custClr>
    <a:custClr name="R-Grey 100">
      <a:srgbClr val="949494"/>
    </a:custClr>
    <a:custClr name="S-Grey 50">
      <a:srgbClr val="E8E8E8"/>
    </a:custClr>
    <a:custClr name="T-Black">
      <a:srgbClr val="000000"/>
    </a:custClr>
    <a:custClr name="U-Text Grey">
      <a:srgbClr val="2E404D"/>
    </a:custClr>
  </a:custClrLst>
  <a:extLst>
    <a:ext uri="{05A4C25C-085E-4340-85A3-A5531E510DB2}">
      <thm15:themeFamily xmlns:thm15="http://schemas.microsoft.com/office/thememl/2012/main" name="Presentation1" id="{69F65A50-D8A2-4BE7-AAB1-5A00242F9281}" vid="{BB8C52A1-0583-4083-B86F-C0533B501D30}"/>
    </a:ext>
  </a:extLst>
</a:theme>
</file>

<file path=ppt/theme/theme3.xml><?xml version="1.0" encoding="utf-8"?>
<a:theme xmlns:a="http://schemas.openxmlformats.org/drawingml/2006/main" name="Office Theme">
  <a:themeElements>
    <a:clrScheme name="TM67302905">
      <a:dk1>
        <a:srgbClr val="000000"/>
      </a:dk1>
      <a:lt1>
        <a:srgbClr val="FFFFFF"/>
      </a:lt1>
      <a:dk2>
        <a:srgbClr val="454D55"/>
      </a:dk2>
      <a:lt2>
        <a:srgbClr val="808080"/>
      </a:lt2>
      <a:accent1>
        <a:srgbClr val="D9C369"/>
      </a:accent1>
      <a:accent2>
        <a:srgbClr val="263CC3"/>
      </a:accent2>
      <a:accent3>
        <a:srgbClr val="F2F2F2"/>
      </a:accent3>
      <a:accent4>
        <a:srgbClr val="AA4C41"/>
      </a:accent4>
      <a:accent5>
        <a:srgbClr val="2C453E"/>
      </a:accent5>
      <a:accent6>
        <a:srgbClr val="B39565"/>
      </a:accent6>
      <a:hlink>
        <a:srgbClr val="808080"/>
      </a:hlink>
      <a:folHlink>
        <a:srgbClr val="808080"/>
      </a:folHlink>
    </a:clrScheme>
    <a:fontScheme name="Custom 48">
      <a:majorFont>
        <a:latin typeface="Georgia"/>
        <a:ea typeface=""/>
        <a:cs typeface=""/>
      </a:majorFont>
      <a:minorFont>
        <a:latin typeface="Kaling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67302905_win32_SL_v6" id="{01B1D590-389A-46C5-8269-F19208F907A5}" vid="{8039636F-2BBF-4020-BA27-6E2A4D54BC49}"/>
    </a:ext>
  </a:extLst>
</a:theme>
</file>

<file path=ppt/theme/theme4.xml><?xml version="1.0" encoding="utf-8"?>
<a:theme xmlns:a="http://schemas.openxmlformats.org/drawingml/2006/main" name="Office Theme">
  <a:themeElements>
    <a:clrScheme name="ntt">
      <a:dk1>
        <a:srgbClr val="000000"/>
      </a:dk1>
      <a:lt1>
        <a:srgbClr val="FFFFFF"/>
      </a:lt1>
      <a:dk2>
        <a:srgbClr val="404040"/>
      </a:dk2>
      <a:lt2>
        <a:srgbClr val="DEE8F4"/>
      </a:lt2>
      <a:accent1>
        <a:srgbClr val="6785C1"/>
      </a:accent1>
      <a:accent2>
        <a:srgbClr val="0F1C50"/>
      </a:accent2>
      <a:accent3>
        <a:srgbClr val="0080B1"/>
      </a:accent3>
      <a:accent4>
        <a:srgbClr val="E6B600"/>
      </a:accent4>
      <a:accent5>
        <a:srgbClr val="BC4328"/>
      </a:accent5>
      <a:accent6>
        <a:srgbClr val="7F7F7F"/>
      </a:accent6>
      <a:hlink>
        <a:srgbClr val="6785C1"/>
      </a:hlink>
      <a:folHlink>
        <a:srgbClr val="0F1C50"/>
      </a:folHlink>
    </a:clrScheme>
    <a:fontScheme name="Benutzerdefiniert 13">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ntt">
      <a:dk1>
        <a:srgbClr val="000000"/>
      </a:dk1>
      <a:lt1>
        <a:srgbClr val="FFFFFF"/>
      </a:lt1>
      <a:dk2>
        <a:srgbClr val="404040"/>
      </a:dk2>
      <a:lt2>
        <a:srgbClr val="DEE8F4"/>
      </a:lt2>
      <a:accent1>
        <a:srgbClr val="6785C1"/>
      </a:accent1>
      <a:accent2>
        <a:srgbClr val="0F1C50"/>
      </a:accent2>
      <a:accent3>
        <a:srgbClr val="0080B1"/>
      </a:accent3>
      <a:accent4>
        <a:srgbClr val="E6B600"/>
      </a:accent4>
      <a:accent5>
        <a:srgbClr val="BC4328"/>
      </a:accent5>
      <a:accent6>
        <a:srgbClr val="7F7F7F"/>
      </a:accent6>
      <a:hlink>
        <a:srgbClr val="6785C1"/>
      </a:hlink>
      <a:folHlink>
        <a:srgbClr val="0F1C50"/>
      </a:folHlink>
    </a:clrScheme>
    <a:fontScheme name="Benutzerdefiniert 12">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D27B159D35984B44B7E991262718DDC2" ma:contentTypeVersion="10" ma:contentTypeDescription="Create a new document." ma:contentTypeScope="" ma:versionID="ca8f7c6ee0bbabd497d9d6055a1a304d">
  <xsd:schema xmlns:xsd="http://www.w3.org/2001/XMLSchema" xmlns:xs="http://www.w3.org/2001/XMLSchema" xmlns:p="http://schemas.microsoft.com/office/2006/metadata/properties" xmlns:ns2="c7e5d1dc-aa81-4e3a-8cbf-53a367312574" xmlns:ns3="ff665330-5327-41d0-98b4-46e9f448a316" targetNamespace="http://schemas.microsoft.com/office/2006/metadata/properties" ma:root="true" ma:fieldsID="052d1e90e5aba1500a95cc07f9d2ff25" ns2:_="" ns3:_="">
    <xsd:import namespace="c7e5d1dc-aa81-4e3a-8cbf-53a367312574"/>
    <xsd:import namespace="ff665330-5327-41d0-98b4-46e9f448a316"/>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ObjectDetectorVersions" minOccurs="0"/>
                <xsd:element ref="ns2:MediaServiceSearchPropertie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7e5d1dc-aa81-4e3a-8cbf-53a36731257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SearchProperties" ma:index="1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f665330-5327-41d0-98b4-46e9f448a316"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144343E-4CC8-4AAF-8318-2DDA6BE56C2B}">
  <ds:schemaRefs>
    <ds:schemaRef ds:uri="http://purl.org/dc/terms/"/>
    <ds:schemaRef ds:uri="http://purl.org/dc/dcmitype/"/>
    <ds:schemaRef ds:uri="http://schemas.microsoft.com/office/2006/documentManagement/types"/>
    <ds:schemaRef ds:uri="http://purl.org/dc/elements/1.1/"/>
    <ds:schemaRef ds:uri="http://schemas.microsoft.com/office/2006/metadata/properties"/>
    <ds:schemaRef ds:uri="e8159929-48e9-4885-9533-8232744096d4"/>
    <ds:schemaRef ds:uri="d530cf2e-0e31-4292-a1b1-dfc3fbb25f39"/>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8F262EB9-2672-406E-83B4-6F6A94427061}">
  <ds:schemaRefs>
    <ds:schemaRef ds:uri="http://schemas.microsoft.com/sharepoint/v3/contenttype/forms"/>
  </ds:schemaRefs>
</ds:datastoreItem>
</file>

<file path=customXml/itemProps3.xml><?xml version="1.0" encoding="utf-8"?>
<ds:datastoreItem xmlns:ds="http://schemas.openxmlformats.org/officeDocument/2006/customXml" ds:itemID="{C85869E8-7C71-47BC-84CA-AACC2606D6F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7e5d1dc-aa81-4e3a-8cbf-53a367312574"/>
    <ds:schemaRef ds:uri="ff665330-5327-41d0-98b4-46e9f448a31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46c4de19-0ffc-4c54-aa86-ee7274afa9d7}" enabled="0" method="" siteId="{46c4de19-0ffc-4c54-aa86-ee7274afa9d7}" removed="1"/>
</clbl:labelList>
</file>

<file path=docProps/app.xml><?xml version="1.0" encoding="utf-8"?>
<Properties xmlns="http://schemas.openxmlformats.org/officeDocument/2006/extended-properties" xmlns:vt="http://schemas.openxmlformats.org/officeDocument/2006/docPropsVTypes">
  <Template>NTT DATA Global Template</Template>
  <TotalTime>0</TotalTime>
  <Words>1329</Words>
  <Application>Microsoft Office PowerPoint</Application>
  <PresentationFormat>Widescreen</PresentationFormat>
  <Paragraphs>151</Paragraphs>
  <Slides>16</Slides>
  <Notes>3</Notes>
  <HiddenSlides>0</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16</vt:i4>
      </vt:variant>
    </vt:vector>
  </HeadingPairs>
  <TitlesOfParts>
    <vt:vector size="27" baseType="lpstr">
      <vt:lpstr>Arial</vt:lpstr>
      <vt:lpstr>Calibri</vt:lpstr>
      <vt:lpstr>Calibri Light</vt:lpstr>
      <vt:lpstr>Century Gothic</vt:lpstr>
      <vt:lpstr>Georgia</vt:lpstr>
      <vt:lpstr>Kalinga</vt:lpstr>
      <vt:lpstr>Roboto</vt:lpstr>
      <vt:lpstr>Wingdings</vt:lpstr>
      <vt:lpstr>NTT DATA LIGHT </vt:lpstr>
      <vt:lpstr>NTT DATA DARK </vt:lpstr>
      <vt:lpstr>Office Theme</vt:lpstr>
      <vt:lpstr>Lessons Learned 2024</vt:lpstr>
      <vt:lpstr>Lessons Learned 2o24 </vt:lpstr>
      <vt:lpstr>PowerPoint Presentation</vt:lpstr>
      <vt:lpstr>PowerPoint Presentation</vt:lpstr>
      <vt:lpstr>S4 sisteminde  üretim yeri üzerinde tutulan müşteri bilgisinin  aynı müşteri erp sisteminde marc tablosunda  güncelleme işlemini yapan programın yazılması.  </vt:lpstr>
      <vt:lpstr>PowerPoint Presentation</vt:lpstr>
      <vt:lpstr>1-) lt_upd_data itab sorted table insert değil append edilmiş sort edilmediği için dump alabilir sort edilerek insert edilmeli. 2-)lt_bukrs isim uyumsuzluğu mevcut plant veya werks gibi bir isim verilmeliydi. 3-) For all entries yapılmadan once data doluluğu control edilmeli 4-) Data çekip silmek yerine where koşuşuna seçim ekranı datası verilmeli  5-) iç içe loop kullanılmak zorunda ise where cond veya paralel proses kullanılmalı (  bu örnek için loop a ihtiyaç yok tek select ile join sonucu data alınmalıydı.) 6-) standart tablo update ile değil bapi ile güncellenmeli. 7-) native -sql temel amaç veri çekmektir veri gönderimi veya güncelleme için kullanılmamalı bunun yerine entegrasyon idoc.-ale vs kullanılmalı. 8-)bir try catch kullanılıyor ise catch te kendi standart mesajı okunmalı default bir mesaj basılmamalı 9-) bir mesaj text olarak sabit değil se91 objesi veya local text olarak eklenip conv yapılmalı. Sabit type vs kullanılması gerekiyor ise CONSTANTS kullanılmalı 10-) Üretim yerinde çekilen data neden karşı tarafta malzeme bazlı bir tabloda tutulmuş uretim yeri tablosu veya z li bir tablo tercih edilmemiş gerekli miydi sorgulanmalı . </vt:lpstr>
      <vt:lpstr>Team Marketing</vt:lpstr>
      <vt:lpstr>Kod Kütüphanesi Yarışması </vt:lpstr>
      <vt:lpstr>Kod İnceleme Olimpiyatı</vt:lpstr>
      <vt:lpstr>Hata Analizi ve Çözüm Yarışması </vt:lpstr>
      <vt:lpstr>Inovasyon Kaptanları </vt:lpstr>
      <vt:lpstr>Lessons Learned 2o24 Puanlama</vt:lpstr>
      <vt:lpstr>Çalışma Zaman Planı</vt:lpstr>
      <vt:lpstr>PowerPoint Presentation</vt:lpstr>
      <vt:lpstr>Copyright NTT DATA Business Solutions AG – All Rights Reserved</vt:lpstr>
    </vt:vector>
  </TitlesOfParts>
  <Company>NTT DATA Business Solutions AG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Lessons Learned 2024</dc:title>
  <dc:creator>Taskan, Serkan</dc:creator>
  <cp:keywords/>
  <cp:lastModifiedBy>Ilgar, Gizem</cp:lastModifiedBy>
  <cp:revision>2</cp:revision>
  <dcterms:created xsi:type="dcterms:W3CDTF">2024-05-22T14:40:41Z</dcterms:created>
  <dcterms:modified xsi:type="dcterms:W3CDTF">2024-05-29T14:04:30Z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637e5cc-ed1f-4ad6-a881-35c0f1c6f3d8_Enabled">
    <vt:lpwstr>true</vt:lpwstr>
  </property>
  <property fmtid="{D5CDD505-2E9C-101B-9397-08002B2CF9AE}" pid="3" name="MSIP_Label_4637e5cc-ed1f-4ad6-a881-35c0f1c6f3d8_SetDate">
    <vt:lpwstr>2023-10-06T08:29:05Z</vt:lpwstr>
  </property>
  <property fmtid="{D5CDD505-2E9C-101B-9397-08002B2CF9AE}" pid="4" name="MSIP_Label_4637e5cc-ed1f-4ad6-a881-35c0f1c6f3d8_Method">
    <vt:lpwstr>Standard</vt:lpwstr>
  </property>
  <property fmtid="{D5CDD505-2E9C-101B-9397-08002B2CF9AE}" pid="5" name="MSIP_Label_4637e5cc-ed1f-4ad6-a881-35c0f1c6f3d8_Name">
    <vt:lpwstr>General</vt:lpwstr>
  </property>
  <property fmtid="{D5CDD505-2E9C-101B-9397-08002B2CF9AE}" pid="6" name="MSIP_Label_4637e5cc-ed1f-4ad6-a881-35c0f1c6f3d8_SiteId">
    <vt:lpwstr>e3cf3c98-a978-465f-8254-9d541eeea73c</vt:lpwstr>
  </property>
  <property fmtid="{D5CDD505-2E9C-101B-9397-08002B2CF9AE}" pid="7" name="MSIP_Label_4637e5cc-ed1f-4ad6-a881-35c0f1c6f3d8_ActionId">
    <vt:lpwstr>0d11dad3-86e1-48a7-998b-d249292d9478</vt:lpwstr>
  </property>
  <property fmtid="{D5CDD505-2E9C-101B-9397-08002B2CF9AE}" pid="8" name="MSIP_Label_4637e5cc-ed1f-4ad6-a881-35c0f1c6f3d8_ContentBits">
    <vt:lpwstr>0</vt:lpwstr>
  </property>
  <property fmtid="{D5CDD505-2E9C-101B-9397-08002B2CF9AE}" pid="9" name="ContentTypeId">
    <vt:lpwstr>0x010100D27B159D35984B44B7E991262718DDC2</vt:lpwstr>
  </property>
  <property fmtid="{D5CDD505-2E9C-101B-9397-08002B2CF9AE}" pid="10" name="MediaServiceImageTags">
    <vt:lpwstr/>
  </property>
</Properties>
</file>