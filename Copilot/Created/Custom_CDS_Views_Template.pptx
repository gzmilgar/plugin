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Lst>
  <p:notesMasterIdLst>
    <p:notesMasterId r:id="rId15"/>
  </p:notesMasterIdLst>
  <p:handoutMasterIdLst>
    <p:handoutMasterId r:id="rId16"/>
  </p:handoutMasterIdLst>
  <p:sldIdLst>
    <p:sldId id="2561" r:id="rId5"/>
    <p:sldId id="2562" r:id="rId6"/>
    <p:sldId id="2563" r:id="rId7"/>
    <p:sldId id="2564" r:id="rId8"/>
    <p:sldId id="2565" r:id="rId9"/>
    <p:sldId id="2566" r:id="rId10"/>
    <p:sldId id="2567" r:id="rId11"/>
    <p:sldId id="2568" r:id="rId12"/>
    <p:sldId id="2569" r:id="rId13"/>
    <p:sldId id="2570" r:id="rId14"/>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P Fiori Custom CDS View Oluşturma" id="{68E7BFA2-71E5-409F-9715-5D288D77B5FA}">
          <p14:sldIdLst>
            <p14:sldId id="2561"/>
          </p14:sldIdLst>
        </p14:section>
        <p14:section name="Giriş ve Genel Bakış" id="{53F1B756-C419-4614-A0CA-E59DBBF5CE20}">
          <p14:sldIdLst>
            <p14:sldId id="2562"/>
            <p14:sldId id="2563"/>
          </p14:sldIdLst>
        </p14:section>
        <p14:section name="Custom CDS View Oluşturma Adımları" id="{2E138E65-F65B-48F0-ABDD-9AFB61214FC0}">
          <p14:sldIdLst>
            <p14:sldId id="2564"/>
            <p14:sldId id="2565"/>
            <p14:sldId id="2566"/>
            <p14:sldId id="2567"/>
            <p14:sldId id="2568"/>
          </p14:sldIdLst>
        </p14:section>
        <p14:section name="Kapanış" id="{E2EF8B15-75D6-405A-B499-C45C8BA406B8}">
          <p14:sldIdLst>
            <p14:sldId id="2569"/>
            <p14:sldId id="2570"/>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A887D9-CA99-4052-9684-F38672DFC080}" v="10" dt="2025-12-18T11:44:38.863"/>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66A887D9-CA99-4052-9684-F38672DFC080}"/>
    <pc:docChg chg="addSld delSld modSld addSection">
      <pc:chgData name="" userId="" providerId="" clId="Web-{66A887D9-CA99-4052-9684-F38672DFC080}" dt="2025-12-18T11:44:38.863" v="10" actId="34807"/>
      <pc:docMkLst>
        <pc:docMk/>
      </pc:docMkLst>
      <pc:sldChg chg="del">
        <pc:chgData name="" userId="" providerId="" clId="Web-{66A887D9-CA99-4052-9684-F38672DFC080}" dt="2025-12-18T11:44:38.722" v="0" actId="34807"/>
        <pc:sldMkLst>
          <pc:docMk/>
          <pc:sldMk cId="1639823776" sldId="256"/>
        </pc:sldMkLst>
      </pc:sldChg>
      <pc:sldChg chg="modSp add mod modClrScheme addAnim chgLayout">
        <pc:chgData name="" userId="" providerId="" clId="Web-{66A887D9-CA99-4052-9684-F38672DFC080}" dt="2025-12-18T11:44:38.863" v="4" actId="34807"/>
        <pc:sldMkLst>
          <pc:docMk/>
          <pc:sldMk cId="1948380054" sldId="2561"/>
        </pc:sldMkLst>
        <pc:spChg chg="mod">
          <ac:chgData name="" userId="" providerId="" clId="Web-{66A887D9-CA99-4052-9684-F38672DFC080}" dt="2025-12-18T11:44:38.847" v="1" actId="34807"/>
          <ac:spMkLst>
            <pc:docMk/>
            <pc:sldMk cId="1948380054" sldId="2561"/>
            <ac:spMk id="2" creationId="{C98E03FF-3C3D-B158-1EDE-5ACD5C836F10}"/>
          </ac:spMkLst>
        </pc:spChg>
        <pc:spChg chg="mod">
          <ac:chgData name="" userId="" providerId="" clId="Web-{66A887D9-CA99-4052-9684-F38672DFC080}" dt="2025-12-18T11:44:38.847" v="1" actId="34807"/>
          <ac:spMkLst>
            <pc:docMk/>
            <pc:sldMk cId="1948380054" sldId="2561"/>
            <ac:spMk id="3" creationId="{D3E0A631-1E7E-F2DA-063C-24317CA6B04B}"/>
          </ac:spMkLst>
        </pc:spChg>
      </pc:sldChg>
      <pc:sldChg chg="modSp add mod modTransition modClrScheme addAnim chgLayout">
        <pc:chgData name="" userId="" providerId="" clId="Web-{66A887D9-CA99-4052-9684-F38672DFC080}" dt="2025-12-18T11:44:38.863" v="5" actId="34807"/>
        <pc:sldMkLst>
          <pc:docMk/>
          <pc:sldMk cId="495682876" sldId="2562"/>
        </pc:sldMkLst>
        <pc:spChg chg="mod">
          <ac:chgData name="" userId="" providerId="" clId="Web-{66A887D9-CA99-4052-9684-F38672DFC080}" dt="2025-12-18T11:44:38.847" v="1" actId="34807"/>
          <ac:spMkLst>
            <pc:docMk/>
            <pc:sldMk cId="495682876" sldId="2562"/>
            <ac:spMk id="2" creationId="{E70FA0EF-6CAD-C69F-0BD1-1E3F8182DB5A}"/>
          </ac:spMkLst>
        </pc:spChg>
      </pc:sldChg>
      <pc:sldChg chg="addSp delSp modSp add mod modTransition modClrScheme chgLayout">
        <pc:chgData name="" userId="" providerId="" clId="Web-{66A887D9-CA99-4052-9684-F38672DFC080}" dt="2025-12-18T11:44:38.847" v="1" actId="34807"/>
        <pc:sldMkLst>
          <pc:docMk/>
          <pc:sldMk cId="12792018" sldId="2563"/>
        </pc:sldMkLst>
        <pc:spChg chg="mod">
          <ac:chgData name="" userId="" providerId="" clId="Web-{66A887D9-CA99-4052-9684-F38672DFC080}" dt="2025-12-18T11:44:38.847" v="1" actId="34807"/>
          <ac:spMkLst>
            <pc:docMk/>
            <pc:sldMk cId="12792018" sldId="2563"/>
            <ac:spMk id="2" creationId="{369CBCD9-BD3D-6632-3458-26446E7CE7CE}"/>
          </ac:spMkLst>
        </pc:spChg>
        <pc:spChg chg="del">
          <ac:chgData name="" userId="" providerId="" clId="Web-{66A887D9-CA99-4052-9684-F38672DFC080}" dt="2025-12-18T11:44:38.847" v="1" actId="34807"/>
          <ac:spMkLst>
            <pc:docMk/>
            <pc:sldMk cId="12792018" sldId="2563"/>
            <ac:spMk id="3" creationId="{43D9B02D-D828-78AB-8669-DCCA4290377C}"/>
          </ac:spMkLst>
        </pc:spChg>
        <pc:graphicFrameChg chg="add mod">
          <ac:chgData name="" userId="" providerId="" clId="Web-{66A887D9-CA99-4052-9684-F38672DFC080}" dt="2025-12-18T11:44:38.847" v="1" actId="34807"/>
          <ac:graphicFrameMkLst>
            <pc:docMk/>
            <pc:sldMk cId="12792018" sldId="2563"/>
            <ac:graphicFrameMk id="7" creationId="{EEE807B5-BECB-044E-8229-81FC720B0978}"/>
          </ac:graphicFrameMkLst>
        </pc:graphicFrameChg>
      </pc:sldChg>
      <pc:sldChg chg="modSp add mod modTransition modClrScheme addAnim chgLayout">
        <pc:chgData name="" userId="" providerId="" clId="Web-{66A887D9-CA99-4052-9684-F38672DFC080}" dt="2025-12-18T11:44:38.863" v="6" actId="34807"/>
        <pc:sldMkLst>
          <pc:docMk/>
          <pc:sldMk cId="3745812867" sldId="2564"/>
        </pc:sldMkLst>
        <pc:spChg chg="mod">
          <ac:chgData name="" userId="" providerId="" clId="Web-{66A887D9-CA99-4052-9684-F38672DFC080}" dt="2025-12-18T11:44:38.847" v="1" actId="34807"/>
          <ac:spMkLst>
            <pc:docMk/>
            <pc:sldMk cId="3745812867" sldId="2564"/>
            <ac:spMk id="2" creationId="{6C08DFA0-5986-F3BE-9D7A-6B28560CDAF0}"/>
          </ac:spMkLst>
        </pc:spChg>
      </pc:sldChg>
      <pc:sldChg chg="modSp add mod modTransition modClrScheme addAnim chgLayout">
        <pc:chgData name="" userId="" providerId="" clId="Web-{66A887D9-CA99-4052-9684-F38672DFC080}" dt="2025-12-18T11:44:38.863" v="7" actId="34807"/>
        <pc:sldMkLst>
          <pc:docMk/>
          <pc:sldMk cId="4216386632" sldId="2565"/>
        </pc:sldMkLst>
        <pc:spChg chg="mod">
          <ac:chgData name="" userId="" providerId="" clId="Web-{66A887D9-CA99-4052-9684-F38672DFC080}" dt="2025-12-18T11:44:38.847" v="1" actId="34807"/>
          <ac:spMkLst>
            <pc:docMk/>
            <pc:sldMk cId="4216386632" sldId="2565"/>
            <ac:spMk id="2" creationId="{10E6250A-FE55-6A53-E354-C63BE4214F3B}"/>
          </ac:spMkLst>
        </pc:spChg>
        <pc:spChg chg="mod">
          <ac:chgData name="" userId="" providerId="" clId="Web-{66A887D9-CA99-4052-9684-F38672DFC080}" dt="2025-12-18T11:44:38.847" v="1" actId="34807"/>
          <ac:spMkLst>
            <pc:docMk/>
            <pc:sldMk cId="4216386632" sldId="2565"/>
            <ac:spMk id="4" creationId="{9936224F-79DB-3771-7989-8885984FD899}"/>
          </ac:spMkLst>
        </pc:spChg>
        <pc:picChg chg="mod">
          <ac:chgData name="" userId="" providerId="" clId="Web-{66A887D9-CA99-4052-9684-F38672DFC080}" dt="2025-12-18T11:44:38.847" v="1" actId="34807"/>
          <ac:picMkLst>
            <pc:docMk/>
            <pc:sldMk cId="4216386632" sldId="2565"/>
            <ac:picMk id="5" creationId="{DA9A5CA7-EDB8-4438-8CBE-FA1AA4BA2356}"/>
          </ac:picMkLst>
        </pc:picChg>
      </pc:sldChg>
      <pc:sldChg chg="modSp add mod modTransition modClrScheme addAnim chgLayout">
        <pc:chgData name="" userId="" providerId="" clId="Web-{66A887D9-CA99-4052-9684-F38672DFC080}" dt="2025-12-18T11:44:38.863" v="8" actId="34807"/>
        <pc:sldMkLst>
          <pc:docMk/>
          <pc:sldMk cId="2780022530" sldId="2566"/>
        </pc:sldMkLst>
        <pc:spChg chg="mod">
          <ac:chgData name="" userId="" providerId="" clId="Web-{66A887D9-CA99-4052-9684-F38672DFC080}" dt="2025-12-18T11:44:38.847" v="1" actId="34807"/>
          <ac:spMkLst>
            <pc:docMk/>
            <pc:sldMk cId="2780022530" sldId="2566"/>
            <ac:spMk id="2" creationId="{70B8183D-66CE-24A9-DC60-4D7B500FA3A3}"/>
          </ac:spMkLst>
        </pc:spChg>
        <pc:spChg chg="mod">
          <ac:chgData name="" userId="" providerId="" clId="Web-{66A887D9-CA99-4052-9684-F38672DFC080}" dt="2025-12-18T11:44:38.847" v="1" actId="34807"/>
          <ac:spMkLst>
            <pc:docMk/>
            <pc:sldMk cId="2780022530" sldId="2566"/>
            <ac:spMk id="4" creationId="{15E59A87-CD8A-F7C1-CC8C-1E3811DA0F13}"/>
          </ac:spMkLst>
        </pc:spChg>
        <pc:picChg chg="mod">
          <ac:chgData name="" userId="" providerId="" clId="Web-{66A887D9-CA99-4052-9684-F38672DFC080}" dt="2025-12-18T11:44:38.847" v="1" actId="34807"/>
          <ac:picMkLst>
            <pc:docMk/>
            <pc:sldMk cId="2780022530" sldId="2566"/>
            <ac:picMk id="5" creationId="{C9A5C738-2E11-4671-A87D-1B5F25F45899}"/>
          </ac:picMkLst>
        </pc:picChg>
      </pc:sldChg>
      <pc:sldChg chg="modSp add mod modTransition modClrScheme addAnim chgLayout">
        <pc:chgData name="" userId="" providerId="" clId="Web-{66A887D9-CA99-4052-9684-F38672DFC080}" dt="2025-12-18T11:44:38.863" v="9" actId="34807"/>
        <pc:sldMkLst>
          <pc:docMk/>
          <pc:sldMk cId="1862904419" sldId="2567"/>
        </pc:sldMkLst>
        <pc:spChg chg="mod">
          <ac:chgData name="" userId="" providerId="" clId="Web-{66A887D9-CA99-4052-9684-F38672DFC080}" dt="2025-12-18T11:44:38.847" v="1" actId="34807"/>
          <ac:spMkLst>
            <pc:docMk/>
            <pc:sldMk cId="1862904419" sldId="2567"/>
            <ac:spMk id="2" creationId="{320CA669-B563-4CF8-A49F-3580C18A0DF6}"/>
          </ac:spMkLst>
        </pc:spChg>
        <pc:spChg chg="mod">
          <ac:chgData name="" userId="" providerId="" clId="Web-{66A887D9-CA99-4052-9684-F38672DFC080}" dt="2025-12-18T11:44:38.847" v="1" actId="34807"/>
          <ac:spMkLst>
            <pc:docMk/>
            <pc:sldMk cId="1862904419" sldId="2567"/>
            <ac:spMk id="4" creationId="{AE6B2D6D-2F66-11DC-5ADE-62843D3C01CE}"/>
          </ac:spMkLst>
        </pc:spChg>
        <pc:picChg chg="mod">
          <ac:chgData name="" userId="" providerId="" clId="Web-{66A887D9-CA99-4052-9684-F38672DFC080}" dt="2025-12-18T11:44:38.847" v="1" actId="34807"/>
          <ac:picMkLst>
            <pc:docMk/>
            <pc:sldMk cId="1862904419" sldId="2567"/>
            <ac:picMk id="5" creationId="{15D98E2C-740C-408A-917E-FB9C17B3D00F}"/>
          </ac:picMkLst>
        </pc:picChg>
      </pc:sldChg>
      <pc:sldChg chg="addSp delSp modSp add mod modTransition modClrScheme chgLayout">
        <pc:chgData name="" userId="" providerId="" clId="Web-{66A887D9-CA99-4052-9684-F38672DFC080}" dt="2025-12-18T11:44:38.847" v="1" actId="34807"/>
        <pc:sldMkLst>
          <pc:docMk/>
          <pc:sldMk cId="4056412790" sldId="2568"/>
        </pc:sldMkLst>
        <pc:spChg chg="mod">
          <ac:chgData name="" userId="" providerId="" clId="Web-{66A887D9-CA99-4052-9684-F38672DFC080}" dt="2025-12-18T11:44:38.847" v="1" actId="34807"/>
          <ac:spMkLst>
            <pc:docMk/>
            <pc:sldMk cId="4056412790" sldId="2568"/>
            <ac:spMk id="2" creationId="{C3E85872-42DB-4C74-6FE5-DC7CBF4043D9}"/>
          </ac:spMkLst>
        </pc:spChg>
        <pc:spChg chg="del">
          <ac:chgData name="" userId="" providerId="" clId="Web-{66A887D9-CA99-4052-9684-F38672DFC080}" dt="2025-12-18T11:44:38.847" v="1" actId="34807"/>
          <ac:spMkLst>
            <pc:docMk/>
            <pc:sldMk cId="4056412790" sldId="2568"/>
            <ac:spMk id="3" creationId="{9CCFF968-9DBA-751C-CFFD-A744B523A645}"/>
          </ac:spMkLst>
        </pc:spChg>
        <pc:graphicFrameChg chg="add mod">
          <ac:chgData name="" userId="" providerId="" clId="Web-{66A887D9-CA99-4052-9684-F38672DFC080}" dt="2025-12-18T11:44:38.847" v="1" actId="34807"/>
          <ac:graphicFrameMkLst>
            <pc:docMk/>
            <pc:sldMk cId="4056412790" sldId="2568"/>
            <ac:graphicFrameMk id="7" creationId="{B7EFF977-78A4-F95F-B90B-483CE6E2E408}"/>
          </ac:graphicFrameMkLst>
        </pc:graphicFrameChg>
      </pc:sldChg>
      <pc:sldChg chg="modSp add mod modTransition modClrScheme addAnim chgLayout">
        <pc:chgData name="" userId="" providerId="" clId="Web-{66A887D9-CA99-4052-9684-F38672DFC080}" dt="2025-12-18T11:44:38.863" v="10" actId="34807"/>
        <pc:sldMkLst>
          <pc:docMk/>
          <pc:sldMk cId="3299554996" sldId="2569"/>
        </pc:sldMkLst>
        <pc:spChg chg="mod">
          <ac:chgData name="" userId="" providerId="" clId="Web-{66A887D9-CA99-4052-9684-F38672DFC080}" dt="2025-12-18T11:44:38.847" v="1" actId="34807"/>
          <ac:spMkLst>
            <pc:docMk/>
            <pc:sldMk cId="3299554996" sldId="2569"/>
            <ac:spMk id="2" creationId="{6CD33F04-489E-7077-5077-B3F34A038204}"/>
          </ac:spMkLst>
        </pc:spChg>
      </pc:sldChg>
      <pc:sldChg chg="addSp delSp modSp add mod modTransition modClrScheme chgLayout">
        <pc:chgData name="" userId="" providerId="" clId="Web-{66A887D9-CA99-4052-9684-F38672DFC080}" dt="2025-12-18T11:44:38.847" v="1" actId="34807"/>
        <pc:sldMkLst>
          <pc:docMk/>
          <pc:sldMk cId="118354532" sldId="2570"/>
        </pc:sldMkLst>
        <pc:spChg chg="mod">
          <ac:chgData name="" userId="" providerId="" clId="Web-{66A887D9-CA99-4052-9684-F38672DFC080}" dt="2025-12-18T11:44:38.847" v="1" actId="34807"/>
          <ac:spMkLst>
            <pc:docMk/>
            <pc:sldMk cId="118354532" sldId="2570"/>
            <ac:spMk id="2" creationId="{ACB2D499-A9A1-BE40-7579-02622DB60EF4}"/>
          </ac:spMkLst>
        </pc:spChg>
        <pc:spChg chg="del">
          <ac:chgData name="" userId="" providerId="" clId="Web-{66A887D9-CA99-4052-9684-F38672DFC080}" dt="2025-12-18T11:44:38.847" v="1" actId="34807"/>
          <ac:spMkLst>
            <pc:docMk/>
            <pc:sldMk cId="118354532" sldId="2570"/>
            <ac:spMk id="3" creationId="{8424B53C-633F-FC4D-EB86-1E9BA3475B66}"/>
          </ac:spMkLst>
        </pc:spChg>
        <pc:graphicFrameChg chg="add mod">
          <ac:chgData name="" userId="" providerId="" clId="Web-{66A887D9-CA99-4052-9684-F38672DFC080}" dt="2025-12-18T11:44:38.847" v="1" actId="34807"/>
          <ac:graphicFrameMkLst>
            <pc:docMk/>
            <pc:sldMk cId="118354532" sldId="2570"/>
            <ac:graphicFrameMk id="7" creationId="{6A4AC71F-F7C7-9A5E-82C0-EFDB2179D15D}"/>
          </ac:graphicFrameMkLst>
        </pc:graphicFrameChg>
      </pc:sldChg>
    </pc:docChg>
  </pc:docChgLst>
  <pc:docChgLst>
    <pc:chgData name="Ilgar, Gizem" userId="S::gizem.ilgar@bs.nttdata.com::917c0ca1-c9a4-4fb2-a3d5-a66943147551" providerId="AD" clId="Web-{DC80FCEA-3672-1956-D854-8131F5585C55}"/>
    <pc:docChg chg="mod modMainMaster">
      <pc:chgData name="Ilgar, Gizem" userId="S::gizem.ilgar@bs.nttdata.com::917c0ca1-c9a4-4fb2-a3d5-a66943147551" providerId="AD" clId="Web-{DC80FCEA-3672-1956-D854-8131F5585C55}" dt="2025-12-18T11:45:14.511" v="1" actId="33475"/>
      <pc:docMkLst>
        <pc:docMk/>
      </pc:docMkLst>
      <pc:sldMasterChg chg="addSp">
        <pc:chgData name="Ilgar, Gizem" userId="S::gizem.ilgar@bs.nttdata.com::917c0ca1-c9a4-4fb2-a3d5-a66943147551" providerId="AD" clId="Web-{DC80FCEA-3672-1956-D854-8131F5585C55}" dt="2025-12-18T11:45:14.511" v="0" actId="33475"/>
        <pc:sldMasterMkLst>
          <pc:docMk/>
          <pc:sldMasterMk cId="4177754749" sldId="2147483825"/>
        </pc:sldMasterMkLst>
        <pc:spChg chg="add">
          <ac:chgData name="Ilgar, Gizem" userId="S::gizem.ilgar@bs.nttdata.com::917c0ca1-c9a4-4fb2-a3d5-a66943147551" providerId="AD" clId="Web-{DC80FCEA-3672-1956-D854-8131F5585C55}" dt="2025-12-18T11:45:14.511" v="0" actId="33475"/>
          <ac:spMkLst>
            <pc:docMk/>
            <pc:sldMasterMk cId="4177754749" sldId="2147483825"/>
            <ac:spMk id="8" creationId="{21C53D35-4AEC-E42C-746D-93EC195248D9}"/>
          </ac:spMkLst>
        </pc:sp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306568-C94E-402B-BDF9-EC350ACCEEF9}"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22235703-E12B-4B3A-AE28-EC8DEAAC4551}">
      <dgm:prSet/>
      <dgm:spPr/>
      <dgm:t>
        <a:bodyPr/>
        <a:lstStyle/>
        <a:p>
          <a:pPr>
            <a:lnSpc>
              <a:spcPct val="100000"/>
            </a:lnSpc>
            <a:defRPr b="1"/>
          </a:pPr>
          <a:r>
            <a:rPr lang="en-US"/>
            <a:t>SAP Fiori Platformu</a:t>
          </a:r>
        </a:p>
      </dgm:t>
    </dgm:pt>
    <dgm:pt modelId="{F7E2AA04-3907-42C3-BCD3-1778710AE60C}" type="parTrans" cxnId="{907C266C-9CD4-4E84-986A-9F48813FAA43}">
      <dgm:prSet/>
      <dgm:spPr/>
      <dgm:t>
        <a:bodyPr/>
        <a:lstStyle/>
        <a:p>
          <a:endParaRPr lang="en-US"/>
        </a:p>
      </dgm:t>
    </dgm:pt>
    <dgm:pt modelId="{CAA1B377-FDA3-4FB7-B616-4D31B26E372D}" type="sibTrans" cxnId="{907C266C-9CD4-4E84-986A-9F48813FAA43}">
      <dgm:prSet/>
      <dgm:spPr/>
      <dgm:t>
        <a:bodyPr/>
        <a:lstStyle/>
        <a:p>
          <a:pPr>
            <a:lnSpc>
              <a:spcPct val="100000"/>
            </a:lnSpc>
            <a:defRPr b="1"/>
          </a:pPr>
          <a:endParaRPr lang="en-US"/>
        </a:p>
      </dgm:t>
    </dgm:pt>
    <dgm:pt modelId="{8295D9C8-F4EF-4AEF-AD94-933754353740}">
      <dgm:prSet/>
      <dgm:spPr/>
      <dgm:t>
        <a:bodyPr/>
        <a:lstStyle/>
        <a:p>
          <a:pPr>
            <a:lnSpc>
              <a:spcPct val="100000"/>
            </a:lnSpc>
          </a:pPr>
          <a:r>
            <a:rPr lang="en-US"/>
            <a:t>SAP Fiori, kullanıcı dostu arayüzler ve modern tasarım ile SAP uygulamalarına kolay erişim sağlar.</a:t>
          </a:r>
        </a:p>
      </dgm:t>
    </dgm:pt>
    <dgm:pt modelId="{C9FD6699-A224-4CC9-B017-3C607CEF194D}" type="parTrans" cxnId="{08CC5908-D314-44E8-A8D1-BE07F7D955B9}">
      <dgm:prSet/>
      <dgm:spPr/>
      <dgm:t>
        <a:bodyPr/>
        <a:lstStyle/>
        <a:p>
          <a:endParaRPr lang="en-US"/>
        </a:p>
      </dgm:t>
    </dgm:pt>
    <dgm:pt modelId="{CD82097D-D72B-4F21-A477-1D8BF510DC15}" type="sibTrans" cxnId="{08CC5908-D314-44E8-A8D1-BE07F7D955B9}">
      <dgm:prSet/>
      <dgm:spPr/>
      <dgm:t>
        <a:bodyPr/>
        <a:lstStyle/>
        <a:p>
          <a:endParaRPr lang="en-US"/>
        </a:p>
      </dgm:t>
    </dgm:pt>
    <dgm:pt modelId="{58E1271F-68F4-438A-9A80-00CA49999AF5}">
      <dgm:prSet/>
      <dgm:spPr/>
      <dgm:t>
        <a:bodyPr/>
        <a:lstStyle/>
        <a:p>
          <a:pPr>
            <a:lnSpc>
              <a:spcPct val="100000"/>
            </a:lnSpc>
            <a:defRPr b="1"/>
          </a:pPr>
          <a:r>
            <a:rPr lang="en-US"/>
            <a:t>Custom CDS View Tanımı</a:t>
          </a:r>
        </a:p>
      </dgm:t>
    </dgm:pt>
    <dgm:pt modelId="{25F3CEF0-A858-4C17-BEAB-C424096478D8}" type="parTrans" cxnId="{DF71DB9B-9882-4B77-A4A1-498E44882615}">
      <dgm:prSet/>
      <dgm:spPr/>
      <dgm:t>
        <a:bodyPr/>
        <a:lstStyle/>
        <a:p>
          <a:endParaRPr lang="en-US"/>
        </a:p>
      </dgm:t>
    </dgm:pt>
    <dgm:pt modelId="{8B8CD177-11C9-4222-9B5C-9CF74E28D115}" type="sibTrans" cxnId="{DF71DB9B-9882-4B77-A4A1-498E44882615}">
      <dgm:prSet/>
      <dgm:spPr/>
      <dgm:t>
        <a:bodyPr/>
        <a:lstStyle/>
        <a:p>
          <a:pPr>
            <a:lnSpc>
              <a:spcPct val="100000"/>
            </a:lnSpc>
            <a:defRPr b="1"/>
          </a:pPr>
          <a:endParaRPr lang="en-US"/>
        </a:p>
      </dgm:t>
    </dgm:pt>
    <dgm:pt modelId="{6CE6177B-44F2-448C-B0EC-B0C047C9A44E}">
      <dgm:prSet/>
      <dgm:spPr/>
      <dgm:t>
        <a:bodyPr/>
        <a:lstStyle/>
        <a:p>
          <a:pPr>
            <a:lnSpc>
              <a:spcPct val="100000"/>
            </a:lnSpc>
          </a:pPr>
          <a:r>
            <a:rPr lang="en-US"/>
            <a:t>Custom CDS View, veri modeli oluşturmak için güçlü ve performans odaklı bir araçtır.</a:t>
          </a:r>
        </a:p>
      </dgm:t>
    </dgm:pt>
    <dgm:pt modelId="{62DCF358-982A-4F3F-9B8A-2D858F97AF75}" type="parTrans" cxnId="{412ADE87-467B-48F5-977E-1DFCB856B31C}">
      <dgm:prSet/>
      <dgm:spPr/>
      <dgm:t>
        <a:bodyPr/>
        <a:lstStyle/>
        <a:p>
          <a:endParaRPr lang="en-US"/>
        </a:p>
      </dgm:t>
    </dgm:pt>
    <dgm:pt modelId="{4569F8DD-22AD-4E13-9699-533EB2FA1493}" type="sibTrans" cxnId="{412ADE87-467B-48F5-977E-1DFCB856B31C}">
      <dgm:prSet/>
      <dgm:spPr/>
      <dgm:t>
        <a:bodyPr/>
        <a:lstStyle/>
        <a:p>
          <a:endParaRPr lang="en-US"/>
        </a:p>
      </dgm:t>
    </dgm:pt>
    <dgm:pt modelId="{11571620-7B95-4123-A887-6DAEFAB83280}">
      <dgm:prSet/>
      <dgm:spPr/>
      <dgm:t>
        <a:bodyPr/>
        <a:lstStyle/>
        <a:p>
          <a:pPr>
            <a:lnSpc>
              <a:spcPct val="100000"/>
            </a:lnSpc>
            <a:defRPr b="1"/>
          </a:pPr>
          <a:r>
            <a:rPr lang="en-US"/>
            <a:t>Oluşturma Süreci</a:t>
          </a:r>
        </a:p>
      </dgm:t>
    </dgm:pt>
    <dgm:pt modelId="{87B224B6-48C3-46B7-BD0A-CA4CEF1D3E50}" type="parTrans" cxnId="{00BDAF88-AB66-4538-834A-3AA060DCCCB9}">
      <dgm:prSet/>
      <dgm:spPr/>
      <dgm:t>
        <a:bodyPr/>
        <a:lstStyle/>
        <a:p>
          <a:endParaRPr lang="en-US"/>
        </a:p>
      </dgm:t>
    </dgm:pt>
    <dgm:pt modelId="{78139537-4F49-4A7C-8C79-4647C78A9220}" type="sibTrans" cxnId="{00BDAF88-AB66-4538-834A-3AA060DCCCB9}">
      <dgm:prSet/>
      <dgm:spPr/>
      <dgm:t>
        <a:bodyPr/>
        <a:lstStyle/>
        <a:p>
          <a:pPr>
            <a:lnSpc>
              <a:spcPct val="100000"/>
            </a:lnSpc>
            <a:defRPr b="1"/>
          </a:pPr>
          <a:endParaRPr lang="en-US"/>
        </a:p>
      </dgm:t>
    </dgm:pt>
    <dgm:pt modelId="{23FE08CA-12CE-4E8C-9CDA-693AAEDF4C00}">
      <dgm:prSet/>
      <dgm:spPr/>
      <dgm:t>
        <a:bodyPr/>
        <a:lstStyle/>
        <a:p>
          <a:pPr>
            <a:lnSpc>
              <a:spcPct val="100000"/>
            </a:lnSpc>
          </a:pPr>
          <a:r>
            <a:rPr lang="en-US"/>
            <a:t>Veri kaynaklarının seçimi, ilişkilerin tanımlanması ve filtrelerin uygulanması adımlarıyla CDS View oluşturulur.</a:t>
          </a:r>
        </a:p>
      </dgm:t>
    </dgm:pt>
    <dgm:pt modelId="{F7BCD780-FAA1-411E-B8CD-B21AA1082AA5}" type="parTrans" cxnId="{04A85663-75B9-4241-8289-DDAF5F27E29D}">
      <dgm:prSet/>
      <dgm:spPr/>
      <dgm:t>
        <a:bodyPr/>
        <a:lstStyle/>
        <a:p>
          <a:endParaRPr lang="en-US"/>
        </a:p>
      </dgm:t>
    </dgm:pt>
    <dgm:pt modelId="{DAD2B148-0489-434D-B17A-51CB9D3F6907}" type="sibTrans" cxnId="{04A85663-75B9-4241-8289-DDAF5F27E29D}">
      <dgm:prSet/>
      <dgm:spPr/>
      <dgm:t>
        <a:bodyPr/>
        <a:lstStyle/>
        <a:p>
          <a:endParaRPr lang="en-US"/>
        </a:p>
      </dgm:t>
    </dgm:pt>
    <dgm:pt modelId="{451E0141-18C8-4E0D-8A96-F90EEDC03D1F}">
      <dgm:prSet/>
      <dgm:spPr/>
      <dgm:t>
        <a:bodyPr/>
        <a:lstStyle/>
        <a:p>
          <a:pPr>
            <a:lnSpc>
              <a:spcPct val="100000"/>
            </a:lnSpc>
            <a:defRPr b="1"/>
          </a:pPr>
          <a:r>
            <a:rPr lang="en-US"/>
            <a:t>Entegrasyon ve Kullanım</a:t>
          </a:r>
        </a:p>
      </dgm:t>
    </dgm:pt>
    <dgm:pt modelId="{5CFB60F1-EAF7-4CAF-8D91-D704725E8E28}" type="parTrans" cxnId="{0C5BA280-646B-436D-B913-EC389D505EB8}">
      <dgm:prSet/>
      <dgm:spPr/>
      <dgm:t>
        <a:bodyPr/>
        <a:lstStyle/>
        <a:p>
          <a:endParaRPr lang="en-US"/>
        </a:p>
      </dgm:t>
    </dgm:pt>
    <dgm:pt modelId="{CB38E293-96AC-4F8B-9580-09D6B95D7EF7}" type="sibTrans" cxnId="{0C5BA280-646B-436D-B913-EC389D505EB8}">
      <dgm:prSet/>
      <dgm:spPr/>
      <dgm:t>
        <a:bodyPr/>
        <a:lstStyle/>
        <a:p>
          <a:endParaRPr lang="en-US"/>
        </a:p>
      </dgm:t>
    </dgm:pt>
    <dgm:pt modelId="{2B4B1B91-5D24-4B5C-8E8D-289595296051}">
      <dgm:prSet/>
      <dgm:spPr/>
      <dgm:t>
        <a:bodyPr/>
        <a:lstStyle/>
        <a:p>
          <a:pPr>
            <a:lnSpc>
              <a:spcPct val="100000"/>
            </a:lnSpc>
          </a:pPr>
          <a:r>
            <a:rPr lang="en-US"/>
            <a:t>Oluşturulan CDS View’ler SAP Analytics Cloud gibi araçlarla entegre edilerek iş zekâsını geliştirir.</a:t>
          </a:r>
        </a:p>
      </dgm:t>
    </dgm:pt>
    <dgm:pt modelId="{66058DDD-7F1E-4FE4-B5D0-E87526515116}" type="parTrans" cxnId="{88F9528C-9063-4F6B-8459-C7ABBF43FB5B}">
      <dgm:prSet/>
      <dgm:spPr/>
      <dgm:t>
        <a:bodyPr/>
        <a:lstStyle/>
        <a:p>
          <a:endParaRPr lang="en-US"/>
        </a:p>
      </dgm:t>
    </dgm:pt>
    <dgm:pt modelId="{0302BF81-2B97-4200-A869-6B6196C36FCB}" type="sibTrans" cxnId="{88F9528C-9063-4F6B-8459-C7ABBF43FB5B}">
      <dgm:prSet/>
      <dgm:spPr/>
      <dgm:t>
        <a:bodyPr/>
        <a:lstStyle/>
        <a:p>
          <a:endParaRPr lang="en-US"/>
        </a:p>
      </dgm:t>
    </dgm:pt>
    <dgm:pt modelId="{245F9DE3-8A62-4495-8A0E-4D91AE3C70EF}" type="pres">
      <dgm:prSet presAssocID="{71306568-C94E-402B-BDF9-EC350ACCEEF9}" presName="Name0" presStyleCnt="0">
        <dgm:presLayoutVars>
          <dgm:dir/>
          <dgm:resizeHandles val="exact"/>
        </dgm:presLayoutVars>
      </dgm:prSet>
      <dgm:spPr/>
    </dgm:pt>
    <dgm:pt modelId="{EA7821B2-8B0C-4FC3-9750-732F64221D5C}" type="pres">
      <dgm:prSet presAssocID="{22235703-E12B-4B3A-AE28-EC8DEAAC4551}" presName="compNode" presStyleCnt="0"/>
      <dgm:spPr/>
    </dgm:pt>
    <dgm:pt modelId="{D4319369-5E48-4540-8F08-A01D17827E0A}" type="pres">
      <dgm:prSet presAssocID="{22235703-E12B-4B3A-AE28-EC8DEAAC4551}" presName="pictRect" presStyleLbl="revTx" presStyleIdx="0" presStyleCnt="8">
        <dgm:presLayoutVars>
          <dgm:chMax val="0"/>
          <dgm:bulletEnabled/>
        </dgm:presLayoutVars>
      </dgm:prSet>
      <dgm:spPr/>
    </dgm:pt>
    <dgm:pt modelId="{4B40EE3D-9CB0-4AB9-8C8D-38018684E5D1}" type="pres">
      <dgm:prSet presAssocID="{22235703-E12B-4B3A-AE28-EC8DEAAC4551}" presName="textRect" presStyleLbl="revTx" presStyleIdx="1" presStyleCnt="8">
        <dgm:presLayoutVars>
          <dgm:bulletEnabled/>
        </dgm:presLayoutVars>
      </dgm:prSet>
      <dgm:spPr/>
    </dgm:pt>
    <dgm:pt modelId="{C4825519-A987-4DA8-969E-FDA841C3C9E5}" type="pres">
      <dgm:prSet presAssocID="{CAA1B377-FDA3-4FB7-B616-4D31B26E372D}" presName="sibTrans" presStyleLbl="sibTrans2D1" presStyleIdx="0" presStyleCnt="0"/>
      <dgm:spPr/>
    </dgm:pt>
    <dgm:pt modelId="{ADEE2131-9446-4181-9EBC-4BFD8F006184}" type="pres">
      <dgm:prSet presAssocID="{58E1271F-68F4-438A-9A80-00CA49999AF5}" presName="compNode" presStyleCnt="0"/>
      <dgm:spPr/>
    </dgm:pt>
    <dgm:pt modelId="{394DE02A-C2E6-4D44-8B4A-23FCA971596F}" type="pres">
      <dgm:prSet presAssocID="{58E1271F-68F4-438A-9A80-00CA49999AF5}" presName="pictRect" presStyleLbl="revTx" presStyleIdx="2" presStyleCnt="8">
        <dgm:presLayoutVars>
          <dgm:chMax val="0"/>
          <dgm:bulletEnabled/>
        </dgm:presLayoutVars>
      </dgm:prSet>
      <dgm:spPr/>
    </dgm:pt>
    <dgm:pt modelId="{EF48DD8A-B6F8-415D-9C9D-9B9ED7F95D4F}" type="pres">
      <dgm:prSet presAssocID="{58E1271F-68F4-438A-9A80-00CA49999AF5}" presName="textRect" presStyleLbl="revTx" presStyleIdx="3" presStyleCnt="8">
        <dgm:presLayoutVars>
          <dgm:bulletEnabled/>
        </dgm:presLayoutVars>
      </dgm:prSet>
      <dgm:spPr/>
    </dgm:pt>
    <dgm:pt modelId="{8A51AC20-EADE-4A0F-9EAE-FF3A0E6DF7AE}" type="pres">
      <dgm:prSet presAssocID="{8B8CD177-11C9-4222-9B5C-9CF74E28D115}" presName="sibTrans" presStyleLbl="sibTrans2D1" presStyleIdx="0" presStyleCnt="0"/>
      <dgm:spPr/>
    </dgm:pt>
    <dgm:pt modelId="{597649CE-8565-4BF0-B6FE-FE132DD59051}" type="pres">
      <dgm:prSet presAssocID="{11571620-7B95-4123-A887-6DAEFAB83280}" presName="compNode" presStyleCnt="0"/>
      <dgm:spPr/>
    </dgm:pt>
    <dgm:pt modelId="{AB7C20C5-A8AD-4088-BA0F-2C908D66B227}" type="pres">
      <dgm:prSet presAssocID="{11571620-7B95-4123-A887-6DAEFAB83280}" presName="pictRect" presStyleLbl="revTx" presStyleIdx="4" presStyleCnt="8">
        <dgm:presLayoutVars>
          <dgm:chMax val="0"/>
          <dgm:bulletEnabled/>
        </dgm:presLayoutVars>
      </dgm:prSet>
      <dgm:spPr/>
    </dgm:pt>
    <dgm:pt modelId="{24C4B303-052B-46EF-B87B-F487E442AE1C}" type="pres">
      <dgm:prSet presAssocID="{11571620-7B95-4123-A887-6DAEFAB83280}" presName="textRect" presStyleLbl="revTx" presStyleIdx="5" presStyleCnt="8">
        <dgm:presLayoutVars>
          <dgm:bulletEnabled/>
        </dgm:presLayoutVars>
      </dgm:prSet>
      <dgm:spPr/>
    </dgm:pt>
    <dgm:pt modelId="{A5F82F0E-11D6-4B47-9960-EAE253743B06}" type="pres">
      <dgm:prSet presAssocID="{78139537-4F49-4A7C-8C79-4647C78A9220}" presName="sibTrans" presStyleLbl="sibTrans2D1" presStyleIdx="0" presStyleCnt="0"/>
      <dgm:spPr/>
    </dgm:pt>
    <dgm:pt modelId="{47734E57-F497-45DC-B8C0-0F4B9366A05C}" type="pres">
      <dgm:prSet presAssocID="{451E0141-18C8-4E0D-8A96-F90EEDC03D1F}" presName="compNode" presStyleCnt="0"/>
      <dgm:spPr/>
    </dgm:pt>
    <dgm:pt modelId="{1D0F9321-829C-435A-97D9-AD37A15B3BB5}" type="pres">
      <dgm:prSet presAssocID="{451E0141-18C8-4E0D-8A96-F90EEDC03D1F}" presName="pictRect" presStyleLbl="revTx" presStyleIdx="6" presStyleCnt="8">
        <dgm:presLayoutVars>
          <dgm:chMax val="0"/>
          <dgm:bulletEnabled/>
        </dgm:presLayoutVars>
      </dgm:prSet>
      <dgm:spPr/>
    </dgm:pt>
    <dgm:pt modelId="{EDD4255D-0E8B-4042-B22A-61782756807E}" type="pres">
      <dgm:prSet presAssocID="{451E0141-18C8-4E0D-8A96-F90EEDC03D1F}" presName="textRect" presStyleLbl="revTx" presStyleIdx="7" presStyleCnt="8">
        <dgm:presLayoutVars>
          <dgm:bulletEnabled/>
        </dgm:presLayoutVars>
      </dgm:prSet>
      <dgm:spPr/>
    </dgm:pt>
  </dgm:ptLst>
  <dgm:cxnLst>
    <dgm:cxn modelId="{6D7ED400-708C-4DFC-8C52-6B65194F78DA}" type="presOf" srcId="{CAA1B377-FDA3-4FB7-B616-4D31B26E372D}" destId="{C4825519-A987-4DA8-969E-FDA841C3C9E5}" srcOrd="0" destOrd="0" presId="urn:microsoft.com/office/officeart/2024/3/layout/hArchList1"/>
    <dgm:cxn modelId="{08CC5908-D314-44E8-A8D1-BE07F7D955B9}" srcId="{22235703-E12B-4B3A-AE28-EC8DEAAC4551}" destId="{8295D9C8-F4EF-4AEF-AD94-933754353740}" srcOrd="0" destOrd="0" parTransId="{C9FD6699-A224-4CC9-B017-3C607CEF194D}" sibTransId="{CD82097D-D72B-4F21-A477-1D8BF510DC15}"/>
    <dgm:cxn modelId="{A99BD416-9DC9-4387-AA87-2B62C2BC8CD4}" type="presOf" srcId="{451E0141-18C8-4E0D-8A96-F90EEDC03D1F}" destId="{1D0F9321-829C-435A-97D9-AD37A15B3BB5}" srcOrd="0" destOrd="0" presId="urn:microsoft.com/office/officeart/2024/3/layout/hArchList1"/>
    <dgm:cxn modelId="{3E719422-3432-4952-B5F7-A62D070379AA}" type="presOf" srcId="{11571620-7B95-4123-A887-6DAEFAB83280}" destId="{AB7C20C5-A8AD-4088-BA0F-2C908D66B227}" srcOrd="0" destOrd="0" presId="urn:microsoft.com/office/officeart/2024/3/layout/hArchList1"/>
    <dgm:cxn modelId="{80210032-D21D-4A6D-8C73-7745ACBDDBA3}" type="presOf" srcId="{58E1271F-68F4-438A-9A80-00CA49999AF5}" destId="{394DE02A-C2E6-4D44-8B4A-23FCA971596F}" srcOrd="0" destOrd="0" presId="urn:microsoft.com/office/officeart/2024/3/layout/hArchList1"/>
    <dgm:cxn modelId="{D902B53C-1108-4342-8630-9421EB91D618}" type="presOf" srcId="{2B4B1B91-5D24-4B5C-8E8D-289595296051}" destId="{EDD4255D-0E8B-4042-B22A-61782756807E}" srcOrd="0" destOrd="0" presId="urn:microsoft.com/office/officeart/2024/3/layout/hArchList1"/>
    <dgm:cxn modelId="{04A85663-75B9-4241-8289-DDAF5F27E29D}" srcId="{11571620-7B95-4123-A887-6DAEFAB83280}" destId="{23FE08CA-12CE-4E8C-9CDA-693AAEDF4C00}" srcOrd="0" destOrd="0" parTransId="{F7BCD780-FAA1-411E-B8CD-B21AA1082AA5}" sibTransId="{DAD2B148-0489-434D-B17A-51CB9D3F6907}"/>
    <dgm:cxn modelId="{907C266C-9CD4-4E84-986A-9F48813FAA43}" srcId="{71306568-C94E-402B-BDF9-EC350ACCEEF9}" destId="{22235703-E12B-4B3A-AE28-EC8DEAAC4551}" srcOrd="0" destOrd="0" parTransId="{F7E2AA04-3907-42C3-BCD3-1778710AE60C}" sibTransId="{CAA1B377-FDA3-4FB7-B616-4D31B26E372D}"/>
    <dgm:cxn modelId="{98F88C4E-1B32-4B79-96E2-152E48F25ACE}" type="presOf" srcId="{8B8CD177-11C9-4222-9B5C-9CF74E28D115}" destId="{8A51AC20-EADE-4A0F-9EAE-FF3A0E6DF7AE}" srcOrd="0" destOrd="0" presId="urn:microsoft.com/office/officeart/2024/3/layout/hArchList1"/>
    <dgm:cxn modelId="{C2ADD455-59F7-4DDC-B620-3EA8403AE85C}" type="presOf" srcId="{6CE6177B-44F2-448C-B0EC-B0C047C9A44E}" destId="{EF48DD8A-B6F8-415D-9C9D-9B9ED7F95D4F}" srcOrd="0" destOrd="0" presId="urn:microsoft.com/office/officeart/2024/3/layout/hArchList1"/>
    <dgm:cxn modelId="{0C5BA280-646B-436D-B913-EC389D505EB8}" srcId="{71306568-C94E-402B-BDF9-EC350ACCEEF9}" destId="{451E0141-18C8-4E0D-8A96-F90EEDC03D1F}" srcOrd="3" destOrd="0" parTransId="{5CFB60F1-EAF7-4CAF-8D91-D704725E8E28}" sibTransId="{CB38E293-96AC-4F8B-9580-09D6B95D7EF7}"/>
    <dgm:cxn modelId="{412ADE87-467B-48F5-977E-1DFCB856B31C}" srcId="{58E1271F-68F4-438A-9A80-00CA49999AF5}" destId="{6CE6177B-44F2-448C-B0EC-B0C047C9A44E}" srcOrd="0" destOrd="0" parTransId="{62DCF358-982A-4F3F-9B8A-2D858F97AF75}" sibTransId="{4569F8DD-22AD-4E13-9699-533EB2FA1493}"/>
    <dgm:cxn modelId="{00BDAF88-AB66-4538-834A-3AA060DCCCB9}" srcId="{71306568-C94E-402B-BDF9-EC350ACCEEF9}" destId="{11571620-7B95-4123-A887-6DAEFAB83280}" srcOrd="2" destOrd="0" parTransId="{87B224B6-48C3-46B7-BD0A-CA4CEF1D3E50}" sibTransId="{78139537-4F49-4A7C-8C79-4647C78A9220}"/>
    <dgm:cxn modelId="{88F9528C-9063-4F6B-8459-C7ABBF43FB5B}" srcId="{451E0141-18C8-4E0D-8A96-F90EEDC03D1F}" destId="{2B4B1B91-5D24-4B5C-8E8D-289595296051}" srcOrd="0" destOrd="0" parTransId="{66058DDD-7F1E-4FE4-B5D0-E87526515116}" sibTransId="{0302BF81-2B97-4200-A869-6B6196C36FCB}"/>
    <dgm:cxn modelId="{99A9C392-E66F-4691-BF02-76A742A2B97B}" type="presOf" srcId="{23FE08CA-12CE-4E8C-9CDA-693AAEDF4C00}" destId="{24C4B303-052B-46EF-B87B-F487E442AE1C}" srcOrd="0" destOrd="0" presId="urn:microsoft.com/office/officeart/2024/3/layout/hArchList1"/>
    <dgm:cxn modelId="{DF71DB9B-9882-4B77-A4A1-498E44882615}" srcId="{71306568-C94E-402B-BDF9-EC350ACCEEF9}" destId="{58E1271F-68F4-438A-9A80-00CA49999AF5}" srcOrd="1" destOrd="0" parTransId="{25F3CEF0-A858-4C17-BEAB-C424096478D8}" sibTransId="{8B8CD177-11C9-4222-9B5C-9CF74E28D115}"/>
    <dgm:cxn modelId="{158C0AA3-B0AD-4DA5-B2CC-3ED9CB142CCE}" type="presOf" srcId="{22235703-E12B-4B3A-AE28-EC8DEAAC4551}" destId="{D4319369-5E48-4540-8F08-A01D17827E0A}" srcOrd="0" destOrd="0" presId="urn:microsoft.com/office/officeart/2024/3/layout/hArchList1"/>
    <dgm:cxn modelId="{BF8420CD-F0A6-4A50-9AFE-8D918EC2FF92}" type="presOf" srcId="{71306568-C94E-402B-BDF9-EC350ACCEEF9}" destId="{245F9DE3-8A62-4495-8A0E-4D91AE3C70EF}" srcOrd="0" destOrd="0" presId="urn:microsoft.com/office/officeart/2024/3/layout/hArchList1"/>
    <dgm:cxn modelId="{9B833ADA-DF94-4E25-8C79-1F1396931E12}" type="presOf" srcId="{8295D9C8-F4EF-4AEF-AD94-933754353740}" destId="{4B40EE3D-9CB0-4AB9-8C8D-38018684E5D1}" srcOrd="0" destOrd="0" presId="urn:microsoft.com/office/officeart/2024/3/layout/hArchList1"/>
    <dgm:cxn modelId="{96760FDF-4BB3-493F-9DB6-A5C2711F93C5}" type="presOf" srcId="{78139537-4F49-4A7C-8C79-4647C78A9220}" destId="{A5F82F0E-11D6-4B47-9960-EAE253743B06}" srcOrd="0" destOrd="0" presId="urn:microsoft.com/office/officeart/2024/3/layout/hArchList1"/>
    <dgm:cxn modelId="{8A2A3123-9BD1-4B88-9A59-E84389C2726D}" type="presParOf" srcId="{245F9DE3-8A62-4495-8A0E-4D91AE3C70EF}" destId="{EA7821B2-8B0C-4FC3-9750-732F64221D5C}" srcOrd="0" destOrd="0" presId="urn:microsoft.com/office/officeart/2024/3/layout/hArchList1"/>
    <dgm:cxn modelId="{8E8C1793-A157-4130-AF9D-ED1A42F9E9B1}" type="presParOf" srcId="{EA7821B2-8B0C-4FC3-9750-732F64221D5C}" destId="{D4319369-5E48-4540-8F08-A01D17827E0A}" srcOrd="0" destOrd="0" presId="urn:microsoft.com/office/officeart/2024/3/layout/hArchList1"/>
    <dgm:cxn modelId="{B8561E48-57E6-4FB9-883B-03123F632F07}" type="presParOf" srcId="{EA7821B2-8B0C-4FC3-9750-732F64221D5C}" destId="{4B40EE3D-9CB0-4AB9-8C8D-38018684E5D1}" srcOrd="1" destOrd="0" presId="urn:microsoft.com/office/officeart/2024/3/layout/hArchList1"/>
    <dgm:cxn modelId="{EFBF4C33-FD32-4E7A-BB90-7D269F4EDE42}" type="presParOf" srcId="{245F9DE3-8A62-4495-8A0E-4D91AE3C70EF}" destId="{C4825519-A987-4DA8-969E-FDA841C3C9E5}" srcOrd="1" destOrd="0" presId="urn:microsoft.com/office/officeart/2024/3/layout/hArchList1"/>
    <dgm:cxn modelId="{63FDD96B-5B01-4452-B65D-3BCB552D630E}" type="presParOf" srcId="{245F9DE3-8A62-4495-8A0E-4D91AE3C70EF}" destId="{ADEE2131-9446-4181-9EBC-4BFD8F006184}" srcOrd="2" destOrd="0" presId="urn:microsoft.com/office/officeart/2024/3/layout/hArchList1"/>
    <dgm:cxn modelId="{B5BC065F-82BA-4645-8F7B-95092C31F0EF}" type="presParOf" srcId="{ADEE2131-9446-4181-9EBC-4BFD8F006184}" destId="{394DE02A-C2E6-4D44-8B4A-23FCA971596F}" srcOrd="0" destOrd="0" presId="urn:microsoft.com/office/officeart/2024/3/layout/hArchList1"/>
    <dgm:cxn modelId="{7C5CB505-2FCE-42F4-87C8-A5675F6399EE}" type="presParOf" srcId="{ADEE2131-9446-4181-9EBC-4BFD8F006184}" destId="{EF48DD8A-B6F8-415D-9C9D-9B9ED7F95D4F}" srcOrd="1" destOrd="0" presId="urn:microsoft.com/office/officeart/2024/3/layout/hArchList1"/>
    <dgm:cxn modelId="{F41986E7-AA0A-4DF8-9493-9A93DF6196D1}" type="presParOf" srcId="{245F9DE3-8A62-4495-8A0E-4D91AE3C70EF}" destId="{8A51AC20-EADE-4A0F-9EAE-FF3A0E6DF7AE}" srcOrd="3" destOrd="0" presId="urn:microsoft.com/office/officeart/2024/3/layout/hArchList1"/>
    <dgm:cxn modelId="{09D17404-8BAC-48CE-BA70-9750CDEF7948}" type="presParOf" srcId="{245F9DE3-8A62-4495-8A0E-4D91AE3C70EF}" destId="{597649CE-8565-4BF0-B6FE-FE132DD59051}" srcOrd="4" destOrd="0" presId="urn:microsoft.com/office/officeart/2024/3/layout/hArchList1"/>
    <dgm:cxn modelId="{B1A691C6-C6C8-4C6B-A94E-ABFB4E3942BF}" type="presParOf" srcId="{597649CE-8565-4BF0-B6FE-FE132DD59051}" destId="{AB7C20C5-A8AD-4088-BA0F-2C908D66B227}" srcOrd="0" destOrd="0" presId="urn:microsoft.com/office/officeart/2024/3/layout/hArchList1"/>
    <dgm:cxn modelId="{4D605656-6372-4574-8F98-A5E2CE3F13F0}" type="presParOf" srcId="{597649CE-8565-4BF0-B6FE-FE132DD59051}" destId="{24C4B303-052B-46EF-B87B-F487E442AE1C}" srcOrd="1" destOrd="0" presId="urn:microsoft.com/office/officeart/2024/3/layout/hArchList1"/>
    <dgm:cxn modelId="{3A1F21A5-087F-4BB5-B74E-4EA22C33061A}" type="presParOf" srcId="{245F9DE3-8A62-4495-8A0E-4D91AE3C70EF}" destId="{A5F82F0E-11D6-4B47-9960-EAE253743B06}" srcOrd="5" destOrd="0" presId="urn:microsoft.com/office/officeart/2024/3/layout/hArchList1"/>
    <dgm:cxn modelId="{D42246C5-EF1A-4802-AEDB-F6DC290C0F1A}" type="presParOf" srcId="{245F9DE3-8A62-4495-8A0E-4D91AE3C70EF}" destId="{47734E57-F497-45DC-B8C0-0F4B9366A05C}" srcOrd="6" destOrd="0" presId="urn:microsoft.com/office/officeart/2024/3/layout/hArchList1"/>
    <dgm:cxn modelId="{D04DB246-8A13-4BBD-B28F-703526CBEC5E}" type="presParOf" srcId="{47734E57-F497-45DC-B8C0-0F4B9366A05C}" destId="{1D0F9321-829C-435A-97D9-AD37A15B3BB5}" srcOrd="0" destOrd="0" presId="urn:microsoft.com/office/officeart/2024/3/layout/hArchList1"/>
    <dgm:cxn modelId="{87E0FB34-C22F-408A-A539-A48662FE7A74}" type="presParOf" srcId="{47734E57-F497-45DC-B8C0-0F4B9366A05C}" destId="{EDD4255D-0E8B-4042-B22A-61782756807E}"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07CFC2-9212-4322-805A-A3B749BF2728}"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BFE106BC-A18F-4A3E-8554-C843E1F21438}">
      <dgm:prSet/>
      <dgm:spPr/>
      <dgm:t>
        <a:bodyPr/>
        <a:lstStyle/>
        <a:p>
          <a:pPr>
            <a:lnSpc>
              <a:spcPct val="100000"/>
            </a:lnSpc>
            <a:defRPr b="1"/>
          </a:pPr>
          <a:r>
            <a:rPr lang="en-US"/>
            <a:t>Hata Kontrolü</a:t>
          </a:r>
        </a:p>
      </dgm:t>
    </dgm:pt>
    <dgm:pt modelId="{151CD375-9AE8-4FDA-AB3D-261A25CED3FB}" type="parTrans" cxnId="{4E0C4E51-74D5-4425-83CC-128793D0607A}">
      <dgm:prSet/>
      <dgm:spPr/>
      <dgm:t>
        <a:bodyPr/>
        <a:lstStyle/>
        <a:p>
          <a:endParaRPr lang="en-US"/>
        </a:p>
      </dgm:t>
    </dgm:pt>
    <dgm:pt modelId="{5D774DF4-26F5-4AB5-9015-4CF62F84BE24}" type="sibTrans" cxnId="{4E0C4E51-74D5-4425-83CC-128793D0607A}">
      <dgm:prSet/>
      <dgm:spPr/>
      <dgm:t>
        <a:bodyPr/>
        <a:lstStyle/>
        <a:p>
          <a:pPr>
            <a:lnSpc>
              <a:spcPct val="100000"/>
            </a:lnSpc>
            <a:defRPr b="1"/>
          </a:pPr>
          <a:endParaRPr lang="en-US"/>
        </a:p>
      </dgm:t>
    </dgm:pt>
    <dgm:pt modelId="{A20232F3-C7C9-4AD9-964B-B4524EEBBA54}">
      <dgm:prSet/>
      <dgm:spPr/>
      <dgm:t>
        <a:bodyPr/>
        <a:lstStyle/>
        <a:p>
          <a:pPr>
            <a:lnSpc>
              <a:spcPct val="100000"/>
            </a:lnSpc>
          </a:pPr>
          <a:r>
            <a:rPr lang="en-US"/>
            <a:t>Check butonu ile veri kaynakları ve ilişkilerdeki hatalar hızlıca tespit edilir ve düzeltilir.</a:t>
          </a:r>
        </a:p>
      </dgm:t>
    </dgm:pt>
    <dgm:pt modelId="{79B97FC1-0699-4A32-8A0B-D39016185775}" type="parTrans" cxnId="{BA82B19B-20A9-4E56-84B4-A77594BB178D}">
      <dgm:prSet/>
      <dgm:spPr/>
      <dgm:t>
        <a:bodyPr/>
        <a:lstStyle/>
        <a:p>
          <a:endParaRPr lang="en-US"/>
        </a:p>
      </dgm:t>
    </dgm:pt>
    <dgm:pt modelId="{09AD006E-2F25-4C18-B2DC-D2806A114744}" type="sibTrans" cxnId="{BA82B19B-20A9-4E56-84B4-A77594BB178D}">
      <dgm:prSet/>
      <dgm:spPr/>
      <dgm:t>
        <a:bodyPr/>
        <a:lstStyle/>
        <a:p>
          <a:endParaRPr lang="en-US"/>
        </a:p>
      </dgm:t>
    </dgm:pt>
    <dgm:pt modelId="{3623043A-27BF-421B-9B2C-CE565AF760E7}">
      <dgm:prSet/>
      <dgm:spPr/>
      <dgm:t>
        <a:bodyPr/>
        <a:lstStyle/>
        <a:p>
          <a:pPr>
            <a:lnSpc>
              <a:spcPct val="100000"/>
            </a:lnSpc>
            <a:defRPr b="1"/>
          </a:pPr>
          <a:r>
            <a:rPr lang="en-US"/>
            <a:t>Veri Önizlemesi</a:t>
          </a:r>
        </a:p>
      </dgm:t>
    </dgm:pt>
    <dgm:pt modelId="{9C259B99-482D-476D-A0B4-B54B18039C55}" type="parTrans" cxnId="{38C52700-B63A-49F7-B803-AB028C53D131}">
      <dgm:prSet/>
      <dgm:spPr/>
      <dgm:t>
        <a:bodyPr/>
        <a:lstStyle/>
        <a:p>
          <a:endParaRPr lang="en-US"/>
        </a:p>
      </dgm:t>
    </dgm:pt>
    <dgm:pt modelId="{1BD8C0DC-9A15-49A3-8D56-8ADAB60532F4}" type="sibTrans" cxnId="{38C52700-B63A-49F7-B803-AB028C53D131}">
      <dgm:prSet/>
      <dgm:spPr/>
      <dgm:t>
        <a:bodyPr/>
        <a:lstStyle/>
        <a:p>
          <a:pPr>
            <a:lnSpc>
              <a:spcPct val="100000"/>
            </a:lnSpc>
            <a:defRPr b="1"/>
          </a:pPr>
          <a:endParaRPr lang="en-US"/>
        </a:p>
      </dgm:t>
    </dgm:pt>
    <dgm:pt modelId="{DF990D9E-282A-4546-82B6-7F0648BEC537}">
      <dgm:prSet/>
      <dgm:spPr/>
      <dgm:t>
        <a:bodyPr/>
        <a:lstStyle/>
        <a:p>
          <a:pPr>
            <a:lnSpc>
              <a:spcPct val="100000"/>
            </a:lnSpc>
          </a:pPr>
          <a:r>
            <a:rPr lang="en-US"/>
            <a:t>Preview Data seçeneği ile raporun beklenen şekilde çalışıp çalışmadığı doğrulanır.</a:t>
          </a:r>
        </a:p>
      </dgm:t>
    </dgm:pt>
    <dgm:pt modelId="{F3651BA0-830A-49D2-96FE-73F0BA388557}" type="parTrans" cxnId="{8B4290BA-693D-4476-B851-FCF72B180341}">
      <dgm:prSet/>
      <dgm:spPr/>
      <dgm:t>
        <a:bodyPr/>
        <a:lstStyle/>
        <a:p>
          <a:endParaRPr lang="en-US"/>
        </a:p>
      </dgm:t>
    </dgm:pt>
    <dgm:pt modelId="{F09DDFA7-78DB-4719-8E96-1E44847E7BFB}" type="sibTrans" cxnId="{8B4290BA-693D-4476-B851-FCF72B180341}">
      <dgm:prSet/>
      <dgm:spPr/>
      <dgm:t>
        <a:bodyPr/>
        <a:lstStyle/>
        <a:p>
          <a:endParaRPr lang="en-US"/>
        </a:p>
      </dgm:t>
    </dgm:pt>
    <dgm:pt modelId="{4E04D159-0521-4933-9047-E1637CA68DD3}">
      <dgm:prSet/>
      <dgm:spPr/>
      <dgm:t>
        <a:bodyPr/>
        <a:lstStyle/>
        <a:p>
          <a:pPr>
            <a:lnSpc>
              <a:spcPct val="100000"/>
            </a:lnSpc>
            <a:defRPr b="1"/>
          </a:pPr>
          <a:r>
            <a:rPr lang="en-US"/>
            <a:t>Yayınlama İşlemi</a:t>
          </a:r>
        </a:p>
      </dgm:t>
    </dgm:pt>
    <dgm:pt modelId="{23254265-9AD3-4963-B534-7889FB2542BA}" type="parTrans" cxnId="{D0484BCF-3C69-4C2B-AB92-65B83B81DFEF}">
      <dgm:prSet/>
      <dgm:spPr/>
      <dgm:t>
        <a:bodyPr/>
        <a:lstStyle/>
        <a:p>
          <a:endParaRPr lang="en-US"/>
        </a:p>
      </dgm:t>
    </dgm:pt>
    <dgm:pt modelId="{280D8F6A-19BA-4227-BDA2-F5A8BAE2DE22}" type="sibTrans" cxnId="{D0484BCF-3C69-4C2B-AB92-65B83B81DFEF}">
      <dgm:prSet/>
      <dgm:spPr/>
      <dgm:t>
        <a:bodyPr/>
        <a:lstStyle/>
        <a:p>
          <a:endParaRPr lang="en-US"/>
        </a:p>
      </dgm:t>
    </dgm:pt>
    <dgm:pt modelId="{477779E0-C100-43B6-958E-3A689952BBF6}">
      <dgm:prSet/>
      <dgm:spPr/>
      <dgm:t>
        <a:bodyPr/>
        <a:lstStyle/>
        <a:p>
          <a:pPr>
            <a:lnSpc>
              <a:spcPct val="100000"/>
            </a:lnSpc>
          </a:pPr>
          <a:r>
            <a:rPr lang="en-US"/>
            <a:t>Publish butonu ile CDS View yayınlanır ve rapor diğer araçlarda kullanılabilir hale gelir.</a:t>
          </a:r>
        </a:p>
      </dgm:t>
    </dgm:pt>
    <dgm:pt modelId="{FB4F17A5-4698-40A3-8EB3-1999E5083C5A}" type="parTrans" cxnId="{1EF5EC96-EBED-46C5-9B86-E976BEA6EEB5}">
      <dgm:prSet/>
      <dgm:spPr/>
      <dgm:t>
        <a:bodyPr/>
        <a:lstStyle/>
        <a:p>
          <a:endParaRPr lang="en-US"/>
        </a:p>
      </dgm:t>
    </dgm:pt>
    <dgm:pt modelId="{7B2790F8-1E67-48BC-B0CF-F37B942AB1A2}" type="sibTrans" cxnId="{1EF5EC96-EBED-46C5-9B86-E976BEA6EEB5}">
      <dgm:prSet/>
      <dgm:spPr/>
      <dgm:t>
        <a:bodyPr/>
        <a:lstStyle/>
        <a:p>
          <a:endParaRPr lang="en-US"/>
        </a:p>
      </dgm:t>
    </dgm:pt>
    <dgm:pt modelId="{A7284501-0946-409F-B626-D42763CF545D}" type="pres">
      <dgm:prSet presAssocID="{7907CFC2-9212-4322-805A-A3B749BF2728}" presName="Name0" presStyleCnt="0">
        <dgm:presLayoutVars>
          <dgm:dir/>
          <dgm:resizeHandles val="exact"/>
        </dgm:presLayoutVars>
      </dgm:prSet>
      <dgm:spPr/>
    </dgm:pt>
    <dgm:pt modelId="{E2B725C6-CAFB-4703-9536-B4AA7EB0981C}" type="pres">
      <dgm:prSet presAssocID="{BFE106BC-A18F-4A3E-8554-C843E1F21438}" presName="compNode" presStyleCnt="0"/>
      <dgm:spPr/>
    </dgm:pt>
    <dgm:pt modelId="{E1F100A3-52B9-4DF5-B00C-8C6506DD91A2}" type="pres">
      <dgm:prSet presAssocID="{BFE106BC-A18F-4A3E-8554-C843E1F21438}" presName="pictRect" presStyleLbl="revTx" presStyleIdx="0" presStyleCnt="6">
        <dgm:presLayoutVars>
          <dgm:chMax val="0"/>
          <dgm:bulletEnabled/>
        </dgm:presLayoutVars>
      </dgm:prSet>
      <dgm:spPr/>
    </dgm:pt>
    <dgm:pt modelId="{F88245E9-97C4-4165-8B13-4981BFA17A31}" type="pres">
      <dgm:prSet presAssocID="{BFE106BC-A18F-4A3E-8554-C843E1F21438}" presName="textRect" presStyleLbl="revTx" presStyleIdx="1" presStyleCnt="6">
        <dgm:presLayoutVars>
          <dgm:bulletEnabled/>
        </dgm:presLayoutVars>
      </dgm:prSet>
      <dgm:spPr/>
    </dgm:pt>
    <dgm:pt modelId="{CE27C0EC-D4F8-4FFE-917D-9096D36B0CCB}" type="pres">
      <dgm:prSet presAssocID="{5D774DF4-26F5-4AB5-9015-4CF62F84BE24}" presName="sibTrans" presStyleLbl="sibTrans2D1" presStyleIdx="0" presStyleCnt="0"/>
      <dgm:spPr/>
    </dgm:pt>
    <dgm:pt modelId="{59047834-6AAD-48A9-A65B-3796B4412708}" type="pres">
      <dgm:prSet presAssocID="{3623043A-27BF-421B-9B2C-CE565AF760E7}" presName="compNode" presStyleCnt="0"/>
      <dgm:spPr/>
    </dgm:pt>
    <dgm:pt modelId="{6D9E3EA7-7691-4789-A3DA-24E090BD2970}" type="pres">
      <dgm:prSet presAssocID="{3623043A-27BF-421B-9B2C-CE565AF760E7}" presName="pictRect" presStyleLbl="revTx" presStyleIdx="2" presStyleCnt="6">
        <dgm:presLayoutVars>
          <dgm:chMax val="0"/>
          <dgm:bulletEnabled/>
        </dgm:presLayoutVars>
      </dgm:prSet>
      <dgm:spPr/>
    </dgm:pt>
    <dgm:pt modelId="{C988BA0E-9A6A-48CE-854A-528F5E8BDADA}" type="pres">
      <dgm:prSet presAssocID="{3623043A-27BF-421B-9B2C-CE565AF760E7}" presName="textRect" presStyleLbl="revTx" presStyleIdx="3" presStyleCnt="6">
        <dgm:presLayoutVars>
          <dgm:bulletEnabled/>
        </dgm:presLayoutVars>
      </dgm:prSet>
      <dgm:spPr/>
    </dgm:pt>
    <dgm:pt modelId="{CE571902-581F-4EAF-8102-B91C4877FDF6}" type="pres">
      <dgm:prSet presAssocID="{1BD8C0DC-9A15-49A3-8D56-8ADAB60532F4}" presName="sibTrans" presStyleLbl="sibTrans2D1" presStyleIdx="0" presStyleCnt="0"/>
      <dgm:spPr/>
    </dgm:pt>
    <dgm:pt modelId="{DAC517CA-DB44-42AE-9D55-E5633E048C5F}" type="pres">
      <dgm:prSet presAssocID="{4E04D159-0521-4933-9047-E1637CA68DD3}" presName="compNode" presStyleCnt="0"/>
      <dgm:spPr/>
    </dgm:pt>
    <dgm:pt modelId="{1DC88EAF-9157-410C-9A9B-52808C9C9B8B}" type="pres">
      <dgm:prSet presAssocID="{4E04D159-0521-4933-9047-E1637CA68DD3}" presName="pictRect" presStyleLbl="revTx" presStyleIdx="4" presStyleCnt="6">
        <dgm:presLayoutVars>
          <dgm:chMax val="0"/>
          <dgm:bulletEnabled/>
        </dgm:presLayoutVars>
      </dgm:prSet>
      <dgm:spPr/>
    </dgm:pt>
    <dgm:pt modelId="{52B56261-FFA7-4DE5-ADC4-CE010B90A822}" type="pres">
      <dgm:prSet presAssocID="{4E04D159-0521-4933-9047-E1637CA68DD3}" presName="textRect" presStyleLbl="revTx" presStyleIdx="5" presStyleCnt="6">
        <dgm:presLayoutVars>
          <dgm:bulletEnabled/>
        </dgm:presLayoutVars>
      </dgm:prSet>
      <dgm:spPr/>
    </dgm:pt>
  </dgm:ptLst>
  <dgm:cxnLst>
    <dgm:cxn modelId="{38C52700-B63A-49F7-B803-AB028C53D131}" srcId="{7907CFC2-9212-4322-805A-A3B749BF2728}" destId="{3623043A-27BF-421B-9B2C-CE565AF760E7}" srcOrd="1" destOrd="0" parTransId="{9C259B99-482D-476D-A0B4-B54B18039C55}" sibTransId="{1BD8C0DC-9A15-49A3-8D56-8ADAB60532F4}"/>
    <dgm:cxn modelId="{D9D45E14-74F5-40A1-9A5C-8DF5DEEAF4B5}" type="presOf" srcId="{5D774DF4-26F5-4AB5-9015-4CF62F84BE24}" destId="{CE27C0EC-D4F8-4FFE-917D-9096D36B0CCB}" srcOrd="0" destOrd="0" presId="urn:microsoft.com/office/officeart/2024/3/layout/hArchList1"/>
    <dgm:cxn modelId="{4E0C4E51-74D5-4425-83CC-128793D0607A}" srcId="{7907CFC2-9212-4322-805A-A3B749BF2728}" destId="{BFE106BC-A18F-4A3E-8554-C843E1F21438}" srcOrd="0" destOrd="0" parTransId="{151CD375-9AE8-4FDA-AB3D-261A25CED3FB}" sibTransId="{5D774DF4-26F5-4AB5-9015-4CF62F84BE24}"/>
    <dgm:cxn modelId="{B3EEE98E-F9ED-4B47-B57E-791B99C8310D}" type="presOf" srcId="{4E04D159-0521-4933-9047-E1637CA68DD3}" destId="{1DC88EAF-9157-410C-9A9B-52808C9C9B8B}" srcOrd="0" destOrd="0" presId="urn:microsoft.com/office/officeart/2024/3/layout/hArchList1"/>
    <dgm:cxn modelId="{FE1AF494-43FB-4C5A-A24D-A57DA438115A}" type="presOf" srcId="{1BD8C0DC-9A15-49A3-8D56-8ADAB60532F4}" destId="{CE571902-581F-4EAF-8102-B91C4877FDF6}" srcOrd="0" destOrd="0" presId="urn:microsoft.com/office/officeart/2024/3/layout/hArchList1"/>
    <dgm:cxn modelId="{1EF5EC96-EBED-46C5-9B86-E976BEA6EEB5}" srcId="{4E04D159-0521-4933-9047-E1637CA68DD3}" destId="{477779E0-C100-43B6-958E-3A689952BBF6}" srcOrd="0" destOrd="0" parTransId="{FB4F17A5-4698-40A3-8EB3-1999E5083C5A}" sibTransId="{7B2790F8-1E67-48BC-B0CF-F37B942AB1A2}"/>
    <dgm:cxn modelId="{BA82B19B-20A9-4E56-84B4-A77594BB178D}" srcId="{BFE106BC-A18F-4A3E-8554-C843E1F21438}" destId="{A20232F3-C7C9-4AD9-964B-B4524EEBBA54}" srcOrd="0" destOrd="0" parTransId="{79B97FC1-0699-4A32-8A0B-D39016185775}" sibTransId="{09AD006E-2F25-4C18-B2DC-D2806A114744}"/>
    <dgm:cxn modelId="{8B4290BA-693D-4476-B851-FCF72B180341}" srcId="{3623043A-27BF-421B-9B2C-CE565AF760E7}" destId="{DF990D9E-282A-4546-82B6-7F0648BEC537}" srcOrd="0" destOrd="0" parTransId="{F3651BA0-830A-49D2-96FE-73F0BA388557}" sibTransId="{F09DDFA7-78DB-4719-8E96-1E44847E7BFB}"/>
    <dgm:cxn modelId="{D0484BCF-3C69-4C2B-AB92-65B83B81DFEF}" srcId="{7907CFC2-9212-4322-805A-A3B749BF2728}" destId="{4E04D159-0521-4933-9047-E1637CA68DD3}" srcOrd="2" destOrd="0" parTransId="{23254265-9AD3-4963-B534-7889FB2542BA}" sibTransId="{280D8F6A-19BA-4227-BDA2-F5A8BAE2DE22}"/>
    <dgm:cxn modelId="{6E766FD1-E068-4735-9C17-C3742C9EE369}" type="presOf" srcId="{477779E0-C100-43B6-958E-3A689952BBF6}" destId="{52B56261-FFA7-4DE5-ADC4-CE010B90A822}" srcOrd="0" destOrd="0" presId="urn:microsoft.com/office/officeart/2024/3/layout/hArchList1"/>
    <dgm:cxn modelId="{0B172FD8-58B7-446A-9313-55E47ED1B58E}" type="presOf" srcId="{DF990D9E-282A-4546-82B6-7F0648BEC537}" destId="{C988BA0E-9A6A-48CE-854A-528F5E8BDADA}" srcOrd="0" destOrd="0" presId="urn:microsoft.com/office/officeart/2024/3/layout/hArchList1"/>
    <dgm:cxn modelId="{3FC28FDF-02B5-4EFE-B48E-C56929CC91D5}" type="presOf" srcId="{3623043A-27BF-421B-9B2C-CE565AF760E7}" destId="{6D9E3EA7-7691-4789-A3DA-24E090BD2970}" srcOrd="0" destOrd="0" presId="urn:microsoft.com/office/officeart/2024/3/layout/hArchList1"/>
    <dgm:cxn modelId="{A9E040E8-A070-47FD-ACF1-F6288A8BD999}" type="presOf" srcId="{BFE106BC-A18F-4A3E-8554-C843E1F21438}" destId="{E1F100A3-52B9-4DF5-B00C-8C6506DD91A2}" srcOrd="0" destOrd="0" presId="urn:microsoft.com/office/officeart/2024/3/layout/hArchList1"/>
    <dgm:cxn modelId="{3A3885EC-C9C3-47D4-8A8A-100D642876EF}" type="presOf" srcId="{7907CFC2-9212-4322-805A-A3B749BF2728}" destId="{A7284501-0946-409F-B626-D42763CF545D}" srcOrd="0" destOrd="0" presId="urn:microsoft.com/office/officeart/2024/3/layout/hArchList1"/>
    <dgm:cxn modelId="{8FC3FDF0-9631-4DFB-B8B7-DB774C8B1838}" type="presOf" srcId="{A20232F3-C7C9-4AD9-964B-B4524EEBBA54}" destId="{F88245E9-97C4-4165-8B13-4981BFA17A31}" srcOrd="0" destOrd="0" presId="urn:microsoft.com/office/officeart/2024/3/layout/hArchList1"/>
    <dgm:cxn modelId="{A4D61FEF-C7E4-4732-B060-4C107C8B4730}" type="presParOf" srcId="{A7284501-0946-409F-B626-D42763CF545D}" destId="{E2B725C6-CAFB-4703-9536-B4AA7EB0981C}" srcOrd="0" destOrd="0" presId="urn:microsoft.com/office/officeart/2024/3/layout/hArchList1"/>
    <dgm:cxn modelId="{0F5153DA-A7EC-4F49-BC51-3B614611423C}" type="presParOf" srcId="{E2B725C6-CAFB-4703-9536-B4AA7EB0981C}" destId="{E1F100A3-52B9-4DF5-B00C-8C6506DD91A2}" srcOrd="0" destOrd="0" presId="urn:microsoft.com/office/officeart/2024/3/layout/hArchList1"/>
    <dgm:cxn modelId="{3B13EF47-C02E-45E5-9E60-FEC8788DB3D0}" type="presParOf" srcId="{E2B725C6-CAFB-4703-9536-B4AA7EB0981C}" destId="{F88245E9-97C4-4165-8B13-4981BFA17A31}" srcOrd="1" destOrd="0" presId="urn:microsoft.com/office/officeart/2024/3/layout/hArchList1"/>
    <dgm:cxn modelId="{98EC69FD-EF4D-4C85-A682-3213E6FEACAA}" type="presParOf" srcId="{A7284501-0946-409F-B626-D42763CF545D}" destId="{CE27C0EC-D4F8-4FFE-917D-9096D36B0CCB}" srcOrd="1" destOrd="0" presId="urn:microsoft.com/office/officeart/2024/3/layout/hArchList1"/>
    <dgm:cxn modelId="{183AEC1A-659E-4C01-A79F-C40D644CA121}" type="presParOf" srcId="{A7284501-0946-409F-B626-D42763CF545D}" destId="{59047834-6AAD-48A9-A65B-3796B4412708}" srcOrd="2" destOrd="0" presId="urn:microsoft.com/office/officeart/2024/3/layout/hArchList1"/>
    <dgm:cxn modelId="{7AFA916C-9EA6-4AEF-ADB2-CDA4E9BDB013}" type="presParOf" srcId="{59047834-6AAD-48A9-A65B-3796B4412708}" destId="{6D9E3EA7-7691-4789-A3DA-24E090BD2970}" srcOrd="0" destOrd="0" presId="urn:microsoft.com/office/officeart/2024/3/layout/hArchList1"/>
    <dgm:cxn modelId="{15C6393F-D672-4AD8-A0C8-848620CC8642}" type="presParOf" srcId="{59047834-6AAD-48A9-A65B-3796B4412708}" destId="{C988BA0E-9A6A-48CE-854A-528F5E8BDADA}" srcOrd="1" destOrd="0" presId="urn:microsoft.com/office/officeart/2024/3/layout/hArchList1"/>
    <dgm:cxn modelId="{3F5EE70F-D762-42A1-AC9E-1946B7B212DE}" type="presParOf" srcId="{A7284501-0946-409F-B626-D42763CF545D}" destId="{CE571902-581F-4EAF-8102-B91C4877FDF6}" srcOrd="3" destOrd="0" presId="urn:microsoft.com/office/officeart/2024/3/layout/hArchList1"/>
    <dgm:cxn modelId="{C2754D0B-53E4-4689-9978-77CF10A45DA6}" type="presParOf" srcId="{A7284501-0946-409F-B626-D42763CF545D}" destId="{DAC517CA-DB44-42AE-9D55-E5633E048C5F}" srcOrd="4" destOrd="0" presId="urn:microsoft.com/office/officeart/2024/3/layout/hArchList1"/>
    <dgm:cxn modelId="{9EE86753-BAFD-4BA5-BB70-991C31B59482}" type="presParOf" srcId="{DAC517CA-DB44-42AE-9D55-E5633E048C5F}" destId="{1DC88EAF-9157-410C-9A9B-52808C9C9B8B}" srcOrd="0" destOrd="0" presId="urn:microsoft.com/office/officeart/2024/3/layout/hArchList1"/>
    <dgm:cxn modelId="{8048B130-4640-4772-B03F-E21B3B2BC5BA}" type="presParOf" srcId="{DAC517CA-DB44-42AE-9D55-E5633E048C5F}" destId="{52B56261-FFA7-4DE5-ADC4-CE010B90A822}"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318F3AD-D47A-4AD0-BDC5-44555F53D4CC}"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ACC88FE9-7467-485F-9F96-29FF835BEDF5}">
      <dgm:prSet/>
      <dgm:spPr/>
      <dgm:t>
        <a:bodyPr/>
        <a:lstStyle/>
        <a:p>
          <a:pPr>
            <a:lnSpc>
              <a:spcPct val="100000"/>
            </a:lnSpc>
            <a:defRPr b="1"/>
          </a:pPr>
          <a:r>
            <a:rPr lang="en-US"/>
            <a:t>Custom CDS View Süreci</a:t>
          </a:r>
        </a:p>
      </dgm:t>
    </dgm:pt>
    <dgm:pt modelId="{27FD8C3A-C9A5-4F81-A34F-CB21479DA359}" type="parTrans" cxnId="{571B8D1E-DBC1-44FF-86D8-61CC465AFD0B}">
      <dgm:prSet/>
      <dgm:spPr/>
      <dgm:t>
        <a:bodyPr/>
        <a:lstStyle/>
        <a:p>
          <a:endParaRPr lang="en-US"/>
        </a:p>
      </dgm:t>
    </dgm:pt>
    <dgm:pt modelId="{45A661A1-297B-48D0-AB57-FE60807A7285}" type="sibTrans" cxnId="{571B8D1E-DBC1-44FF-86D8-61CC465AFD0B}">
      <dgm:prSet/>
      <dgm:spPr/>
      <dgm:t>
        <a:bodyPr/>
        <a:lstStyle/>
        <a:p>
          <a:pPr>
            <a:lnSpc>
              <a:spcPct val="100000"/>
            </a:lnSpc>
            <a:defRPr b="1"/>
          </a:pPr>
          <a:endParaRPr lang="en-US"/>
        </a:p>
      </dgm:t>
    </dgm:pt>
    <dgm:pt modelId="{9D73D478-A465-4E0F-BCC6-43568264DB4F}">
      <dgm:prSet/>
      <dgm:spPr/>
      <dgm:t>
        <a:bodyPr/>
        <a:lstStyle/>
        <a:p>
          <a:pPr>
            <a:lnSpc>
              <a:spcPct val="100000"/>
            </a:lnSpc>
          </a:pPr>
          <a:r>
            <a:rPr lang="en-US"/>
            <a:t>Adım adım CDS View oluşturma, veri kaynakları ekleme ve parametrelerle güçlü raporlar oluşturma süreci anlatıldı.</a:t>
          </a:r>
        </a:p>
      </dgm:t>
    </dgm:pt>
    <dgm:pt modelId="{7E66224B-D619-4D96-82A6-5FCABFF23F32}" type="parTrans" cxnId="{BEBB64C8-23CD-4496-9F81-1747362DA79E}">
      <dgm:prSet/>
      <dgm:spPr/>
      <dgm:t>
        <a:bodyPr/>
        <a:lstStyle/>
        <a:p>
          <a:endParaRPr lang="en-US"/>
        </a:p>
      </dgm:t>
    </dgm:pt>
    <dgm:pt modelId="{5A8B09BB-1A6D-4600-8758-521DEBD6E2DF}" type="sibTrans" cxnId="{BEBB64C8-23CD-4496-9F81-1747362DA79E}">
      <dgm:prSet/>
      <dgm:spPr/>
      <dgm:t>
        <a:bodyPr/>
        <a:lstStyle/>
        <a:p>
          <a:endParaRPr lang="en-US"/>
        </a:p>
      </dgm:t>
    </dgm:pt>
    <dgm:pt modelId="{654341EC-4EF6-4B10-BE21-174CCFCE1775}">
      <dgm:prSet/>
      <dgm:spPr/>
      <dgm:t>
        <a:bodyPr/>
        <a:lstStyle/>
        <a:p>
          <a:pPr>
            <a:lnSpc>
              <a:spcPct val="100000"/>
            </a:lnSpc>
            <a:defRPr b="1"/>
          </a:pPr>
          <a:r>
            <a:rPr lang="en-US"/>
            <a:t>Kontrol ve Yayınlama</a:t>
          </a:r>
        </a:p>
      </dgm:t>
    </dgm:pt>
    <dgm:pt modelId="{7D3852B3-5CFE-46A7-93E8-0A7864E1CC86}" type="parTrans" cxnId="{E711D05D-2551-4495-B4B6-4D6733B5059B}">
      <dgm:prSet/>
      <dgm:spPr/>
      <dgm:t>
        <a:bodyPr/>
        <a:lstStyle/>
        <a:p>
          <a:endParaRPr lang="en-US"/>
        </a:p>
      </dgm:t>
    </dgm:pt>
    <dgm:pt modelId="{00F5B251-4219-474D-8FEF-40A0A0938BB6}" type="sibTrans" cxnId="{E711D05D-2551-4495-B4B6-4D6733B5059B}">
      <dgm:prSet/>
      <dgm:spPr/>
      <dgm:t>
        <a:bodyPr/>
        <a:lstStyle/>
        <a:p>
          <a:pPr>
            <a:lnSpc>
              <a:spcPct val="100000"/>
            </a:lnSpc>
            <a:defRPr b="1"/>
          </a:pPr>
          <a:endParaRPr lang="en-US"/>
        </a:p>
      </dgm:t>
    </dgm:pt>
    <dgm:pt modelId="{C3A5E177-6D0D-46C0-901F-996A31BBC6C6}">
      <dgm:prSet/>
      <dgm:spPr/>
      <dgm:t>
        <a:bodyPr/>
        <a:lstStyle/>
        <a:p>
          <a:pPr>
            <a:lnSpc>
              <a:spcPct val="100000"/>
            </a:lnSpc>
          </a:pPr>
          <a:r>
            <a:rPr lang="en-US"/>
            <a:t>Oluşturulan görünüm önizlendi, kontrol edildi ve yayınlanarak SAP sistemlerine entegre edildi.</a:t>
          </a:r>
        </a:p>
      </dgm:t>
    </dgm:pt>
    <dgm:pt modelId="{1B1FE895-2361-4A98-BF11-F6A861420E80}" type="parTrans" cxnId="{E8F3CC6B-50A9-4F0F-BDD2-53A394EC9D74}">
      <dgm:prSet/>
      <dgm:spPr/>
      <dgm:t>
        <a:bodyPr/>
        <a:lstStyle/>
        <a:p>
          <a:endParaRPr lang="en-US"/>
        </a:p>
      </dgm:t>
    </dgm:pt>
    <dgm:pt modelId="{350693E7-3913-44CA-B1B4-5D3FD6FBBD56}" type="sibTrans" cxnId="{E8F3CC6B-50A9-4F0F-BDD2-53A394EC9D74}">
      <dgm:prSet/>
      <dgm:spPr/>
      <dgm:t>
        <a:bodyPr/>
        <a:lstStyle/>
        <a:p>
          <a:endParaRPr lang="en-US"/>
        </a:p>
      </dgm:t>
    </dgm:pt>
    <dgm:pt modelId="{93FFDB2F-8333-4E53-87B1-38E931798922}">
      <dgm:prSet/>
      <dgm:spPr/>
      <dgm:t>
        <a:bodyPr/>
        <a:lstStyle/>
        <a:p>
          <a:pPr>
            <a:lnSpc>
              <a:spcPct val="100000"/>
            </a:lnSpc>
            <a:defRPr b="1"/>
          </a:pPr>
          <a:r>
            <a:rPr lang="en-US"/>
            <a:t>Sonraki Adımlar</a:t>
          </a:r>
        </a:p>
      </dgm:t>
    </dgm:pt>
    <dgm:pt modelId="{E2C6AA46-B8DF-4A16-9FBF-BC931EC10E85}" type="parTrans" cxnId="{34B0019D-345D-474C-B742-CC25A66BCD2A}">
      <dgm:prSet/>
      <dgm:spPr/>
      <dgm:t>
        <a:bodyPr/>
        <a:lstStyle/>
        <a:p>
          <a:endParaRPr lang="en-US"/>
        </a:p>
      </dgm:t>
    </dgm:pt>
    <dgm:pt modelId="{8067F4EC-E275-4567-B87B-45B56E20E888}" type="sibTrans" cxnId="{34B0019D-345D-474C-B742-CC25A66BCD2A}">
      <dgm:prSet/>
      <dgm:spPr/>
      <dgm:t>
        <a:bodyPr/>
        <a:lstStyle/>
        <a:p>
          <a:pPr>
            <a:lnSpc>
              <a:spcPct val="100000"/>
            </a:lnSpc>
            <a:defRPr b="1"/>
          </a:pPr>
          <a:endParaRPr lang="en-US"/>
        </a:p>
      </dgm:t>
    </dgm:pt>
    <dgm:pt modelId="{DA6667E3-3D39-462F-9C6F-7D9FB2169847}">
      <dgm:prSet/>
      <dgm:spPr/>
      <dgm:t>
        <a:bodyPr/>
        <a:lstStyle/>
        <a:p>
          <a:pPr>
            <a:lnSpc>
              <a:spcPct val="100000"/>
            </a:lnSpc>
          </a:pPr>
          <a:r>
            <a:rPr lang="en-US"/>
            <a:t>CDS View’ler iş süreçlerinde kullanılacak ve SAP Analytics Cloud ile entegre edilerek analizler geliştirilecek.</a:t>
          </a:r>
        </a:p>
      </dgm:t>
    </dgm:pt>
    <dgm:pt modelId="{6BA89B95-97F1-47AB-A012-20596F582504}" type="parTrans" cxnId="{C782F3F6-7D0E-4018-908F-B0CDBA10D9F3}">
      <dgm:prSet/>
      <dgm:spPr/>
      <dgm:t>
        <a:bodyPr/>
        <a:lstStyle/>
        <a:p>
          <a:endParaRPr lang="en-US"/>
        </a:p>
      </dgm:t>
    </dgm:pt>
    <dgm:pt modelId="{668B66E0-0523-4568-8860-F683CCDB3540}" type="sibTrans" cxnId="{C782F3F6-7D0E-4018-908F-B0CDBA10D9F3}">
      <dgm:prSet/>
      <dgm:spPr/>
      <dgm:t>
        <a:bodyPr/>
        <a:lstStyle/>
        <a:p>
          <a:endParaRPr lang="en-US"/>
        </a:p>
      </dgm:t>
    </dgm:pt>
    <dgm:pt modelId="{8A028836-9F59-4404-9274-9B4EAC46CACA}">
      <dgm:prSet/>
      <dgm:spPr/>
      <dgm:t>
        <a:bodyPr/>
        <a:lstStyle/>
        <a:p>
          <a:pPr>
            <a:lnSpc>
              <a:spcPct val="100000"/>
            </a:lnSpc>
            <a:defRPr b="1"/>
          </a:pPr>
          <a:r>
            <a:rPr lang="en-US"/>
            <a:t>İş Zekası ve Performans</a:t>
          </a:r>
        </a:p>
      </dgm:t>
    </dgm:pt>
    <dgm:pt modelId="{3B6EC026-48B4-428D-AE76-F56EA9631B14}" type="parTrans" cxnId="{C3527A08-F781-4FFB-A535-9F62B23E8B9A}">
      <dgm:prSet/>
      <dgm:spPr/>
      <dgm:t>
        <a:bodyPr/>
        <a:lstStyle/>
        <a:p>
          <a:endParaRPr lang="en-US"/>
        </a:p>
      </dgm:t>
    </dgm:pt>
    <dgm:pt modelId="{A2129289-0D26-461B-BD93-02D6C70A0B25}" type="sibTrans" cxnId="{C3527A08-F781-4FFB-A535-9F62B23E8B9A}">
      <dgm:prSet/>
      <dgm:spPr/>
      <dgm:t>
        <a:bodyPr/>
        <a:lstStyle/>
        <a:p>
          <a:endParaRPr lang="en-US"/>
        </a:p>
      </dgm:t>
    </dgm:pt>
    <dgm:pt modelId="{A618146B-B8B7-4DCF-8F77-53D4EC7B4E9C}">
      <dgm:prSet/>
      <dgm:spPr/>
      <dgm:t>
        <a:bodyPr/>
        <a:lstStyle/>
        <a:p>
          <a:pPr>
            <a:lnSpc>
              <a:spcPct val="100000"/>
            </a:lnSpc>
          </a:pPr>
          <a:r>
            <a:rPr lang="en-US"/>
            <a:t>Farklı veri kaynakları birleştirilerek daha karmaşık raporlar ve gelişmiş iş zekası süreçleri oluşturulur.</a:t>
          </a:r>
        </a:p>
      </dgm:t>
    </dgm:pt>
    <dgm:pt modelId="{C42F7678-FC1D-42E8-B8FC-FA9DEE57000C}" type="parTrans" cxnId="{1501F66A-CC59-4D12-AC49-7A96EC6EEF4F}">
      <dgm:prSet/>
      <dgm:spPr/>
      <dgm:t>
        <a:bodyPr/>
        <a:lstStyle/>
        <a:p>
          <a:endParaRPr lang="en-US"/>
        </a:p>
      </dgm:t>
    </dgm:pt>
    <dgm:pt modelId="{920260F8-1CBB-407A-8DB5-FCD40B24AE3D}" type="sibTrans" cxnId="{1501F66A-CC59-4D12-AC49-7A96EC6EEF4F}">
      <dgm:prSet/>
      <dgm:spPr/>
      <dgm:t>
        <a:bodyPr/>
        <a:lstStyle/>
        <a:p>
          <a:endParaRPr lang="en-US"/>
        </a:p>
      </dgm:t>
    </dgm:pt>
    <dgm:pt modelId="{B200BF96-B6FE-4E77-84BE-04C8AFF06208}" type="pres">
      <dgm:prSet presAssocID="{1318F3AD-D47A-4AD0-BDC5-44555F53D4CC}" presName="Name0" presStyleCnt="0">
        <dgm:presLayoutVars>
          <dgm:dir/>
          <dgm:resizeHandles val="exact"/>
        </dgm:presLayoutVars>
      </dgm:prSet>
      <dgm:spPr/>
    </dgm:pt>
    <dgm:pt modelId="{9FC8AD25-5234-4358-BE1B-A299C3C5BB2F}" type="pres">
      <dgm:prSet presAssocID="{ACC88FE9-7467-485F-9F96-29FF835BEDF5}" presName="compNode" presStyleCnt="0"/>
      <dgm:spPr/>
    </dgm:pt>
    <dgm:pt modelId="{835A7287-ED46-4FCD-9575-1AE653A5CBC0}" type="pres">
      <dgm:prSet presAssocID="{ACC88FE9-7467-485F-9F96-29FF835BEDF5}" presName="pictRect" presStyleLbl="revTx" presStyleIdx="0" presStyleCnt="8">
        <dgm:presLayoutVars>
          <dgm:chMax val="0"/>
          <dgm:bulletEnabled/>
        </dgm:presLayoutVars>
      </dgm:prSet>
      <dgm:spPr/>
    </dgm:pt>
    <dgm:pt modelId="{8AF0DCF5-5B74-472E-994A-8B2AF52A6665}" type="pres">
      <dgm:prSet presAssocID="{ACC88FE9-7467-485F-9F96-29FF835BEDF5}" presName="textRect" presStyleLbl="revTx" presStyleIdx="1" presStyleCnt="8">
        <dgm:presLayoutVars>
          <dgm:bulletEnabled/>
        </dgm:presLayoutVars>
      </dgm:prSet>
      <dgm:spPr/>
    </dgm:pt>
    <dgm:pt modelId="{9EA2810F-BD4B-4B15-A3A8-70256EEBEE14}" type="pres">
      <dgm:prSet presAssocID="{45A661A1-297B-48D0-AB57-FE60807A7285}" presName="sibTrans" presStyleLbl="sibTrans2D1" presStyleIdx="0" presStyleCnt="0"/>
      <dgm:spPr/>
    </dgm:pt>
    <dgm:pt modelId="{908ADEA2-EBAC-4975-B5F1-91027D0FF4E5}" type="pres">
      <dgm:prSet presAssocID="{654341EC-4EF6-4B10-BE21-174CCFCE1775}" presName="compNode" presStyleCnt="0"/>
      <dgm:spPr/>
    </dgm:pt>
    <dgm:pt modelId="{77F9B688-427D-46A8-84FE-836497516BB7}" type="pres">
      <dgm:prSet presAssocID="{654341EC-4EF6-4B10-BE21-174CCFCE1775}" presName="pictRect" presStyleLbl="revTx" presStyleIdx="2" presStyleCnt="8">
        <dgm:presLayoutVars>
          <dgm:chMax val="0"/>
          <dgm:bulletEnabled/>
        </dgm:presLayoutVars>
      </dgm:prSet>
      <dgm:spPr/>
    </dgm:pt>
    <dgm:pt modelId="{7C5DF554-2F0E-4848-A27A-346689096E19}" type="pres">
      <dgm:prSet presAssocID="{654341EC-4EF6-4B10-BE21-174CCFCE1775}" presName="textRect" presStyleLbl="revTx" presStyleIdx="3" presStyleCnt="8">
        <dgm:presLayoutVars>
          <dgm:bulletEnabled/>
        </dgm:presLayoutVars>
      </dgm:prSet>
      <dgm:spPr/>
    </dgm:pt>
    <dgm:pt modelId="{031B34A0-7309-4335-A5D6-4A8D99DC82A4}" type="pres">
      <dgm:prSet presAssocID="{00F5B251-4219-474D-8FEF-40A0A0938BB6}" presName="sibTrans" presStyleLbl="sibTrans2D1" presStyleIdx="0" presStyleCnt="0"/>
      <dgm:spPr/>
    </dgm:pt>
    <dgm:pt modelId="{969474AF-DEA5-419A-B574-D2F987EA4F36}" type="pres">
      <dgm:prSet presAssocID="{93FFDB2F-8333-4E53-87B1-38E931798922}" presName="compNode" presStyleCnt="0"/>
      <dgm:spPr/>
    </dgm:pt>
    <dgm:pt modelId="{689D0B10-381F-487E-8C6C-4192711B2F5B}" type="pres">
      <dgm:prSet presAssocID="{93FFDB2F-8333-4E53-87B1-38E931798922}" presName="pictRect" presStyleLbl="revTx" presStyleIdx="4" presStyleCnt="8">
        <dgm:presLayoutVars>
          <dgm:chMax val="0"/>
          <dgm:bulletEnabled/>
        </dgm:presLayoutVars>
      </dgm:prSet>
      <dgm:spPr/>
    </dgm:pt>
    <dgm:pt modelId="{5FA316D9-2659-426D-A9D4-D877F8340916}" type="pres">
      <dgm:prSet presAssocID="{93FFDB2F-8333-4E53-87B1-38E931798922}" presName="textRect" presStyleLbl="revTx" presStyleIdx="5" presStyleCnt="8">
        <dgm:presLayoutVars>
          <dgm:bulletEnabled/>
        </dgm:presLayoutVars>
      </dgm:prSet>
      <dgm:spPr/>
    </dgm:pt>
    <dgm:pt modelId="{62068508-8304-4C4D-85AA-F79D984E6595}" type="pres">
      <dgm:prSet presAssocID="{8067F4EC-E275-4567-B87B-45B56E20E888}" presName="sibTrans" presStyleLbl="sibTrans2D1" presStyleIdx="0" presStyleCnt="0"/>
      <dgm:spPr/>
    </dgm:pt>
    <dgm:pt modelId="{671890CB-78D7-4E26-B87C-CFCDE1CF8660}" type="pres">
      <dgm:prSet presAssocID="{8A028836-9F59-4404-9274-9B4EAC46CACA}" presName="compNode" presStyleCnt="0"/>
      <dgm:spPr/>
    </dgm:pt>
    <dgm:pt modelId="{E03B2B69-5DC2-4D6A-850D-87F5D092C647}" type="pres">
      <dgm:prSet presAssocID="{8A028836-9F59-4404-9274-9B4EAC46CACA}" presName="pictRect" presStyleLbl="revTx" presStyleIdx="6" presStyleCnt="8">
        <dgm:presLayoutVars>
          <dgm:chMax val="0"/>
          <dgm:bulletEnabled/>
        </dgm:presLayoutVars>
      </dgm:prSet>
      <dgm:spPr/>
    </dgm:pt>
    <dgm:pt modelId="{86C78387-4D10-44A3-AACF-86D0C7D5A455}" type="pres">
      <dgm:prSet presAssocID="{8A028836-9F59-4404-9274-9B4EAC46CACA}" presName="textRect" presStyleLbl="revTx" presStyleIdx="7" presStyleCnt="8">
        <dgm:presLayoutVars>
          <dgm:bulletEnabled/>
        </dgm:presLayoutVars>
      </dgm:prSet>
      <dgm:spPr/>
    </dgm:pt>
  </dgm:ptLst>
  <dgm:cxnLst>
    <dgm:cxn modelId="{C3527A08-F781-4FFB-A535-9F62B23E8B9A}" srcId="{1318F3AD-D47A-4AD0-BDC5-44555F53D4CC}" destId="{8A028836-9F59-4404-9274-9B4EAC46CACA}" srcOrd="3" destOrd="0" parTransId="{3B6EC026-48B4-428D-AE76-F56EA9631B14}" sibTransId="{A2129289-0D26-461B-BD93-02D6C70A0B25}"/>
    <dgm:cxn modelId="{6F3F0518-C1C2-47C7-8D9C-F59E0163146B}" type="presOf" srcId="{C3A5E177-6D0D-46C0-901F-996A31BBC6C6}" destId="{7C5DF554-2F0E-4848-A27A-346689096E19}" srcOrd="0" destOrd="0" presId="urn:microsoft.com/office/officeart/2024/3/layout/hArchList1"/>
    <dgm:cxn modelId="{571B8D1E-DBC1-44FF-86D8-61CC465AFD0B}" srcId="{1318F3AD-D47A-4AD0-BDC5-44555F53D4CC}" destId="{ACC88FE9-7467-485F-9F96-29FF835BEDF5}" srcOrd="0" destOrd="0" parTransId="{27FD8C3A-C9A5-4F81-A34F-CB21479DA359}" sibTransId="{45A661A1-297B-48D0-AB57-FE60807A7285}"/>
    <dgm:cxn modelId="{0D836520-D2ED-477D-A768-CE14BACE816E}" type="presOf" srcId="{8A028836-9F59-4404-9274-9B4EAC46CACA}" destId="{E03B2B69-5DC2-4D6A-850D-87F5D092C647}" srcOrd="0" destOrd="0" presId="urn:microsoft.com/office/officeart/2024/3/layout/hArchList1"/>
    <dgm:cxn modelId="{515EC820-3848-41A7-8829-CC45493E0A20}" type="presOf" srcId="{654341EC-4EF6-4B10-BE21-174CCFCE1775}" destId="{77F9B688-427D-46A8-84FE-836497516BB7}" srcOrd="0" destOrd="0" presId="urn:microsoft.com/office/officeart/2024/3/layout/hArchList1"/>
    <dgm:cxn modelId="{E711D05D-2551-4495-B4B6-4D6733B5059B}" srcId="{1318F3AD-D47A-4AD0-BDC5-44555F53D4CC}" destId="{654341EC-4EF6-4B10-BE21-174CCFCE1775}" srcOrd="1" destOrd="0" parTransId="{7D3852B3-5CFE-46A7-93E8-0A7864E1CC86}" sibTransId="{00F5B251-4219-474D-8FEF-40A0A0938BB6}"/>
    <dgm:cxn modelId="{9532BE41-223D-4B02-B442-B781826235D6}" type="presOf" srcId="{1318F3AD-D47A-4AD0-BDC5-44555F53D4CC}" destId="{B200BF96-B6FE-4E77-84BE-04C8AFF06208}" srcOrd="0" destOrd="0" presId="urn:microsoft.com/office/officeart/2024/3/layout/hArchList1"/>
    <dgm:cxn modelId="{C7A20F48-E96E-441B-B699-1BD551A4CA3B}" type="presOf" srcId="{9D73D478-A465-4E0F-BCC6-43568264DB4F}" destId="{8AF0DCF5-5B74-472E-994A-8B2AF52A6665}" srcOrd="0" destOrd="0" presId="urn:microsoft.com/office/officeart/2024/3/layout/hArchList1"/>
    <dgm:cxn modelId="{1501F66A-CC59-4D12-AC49-7A96EC6EEF4F}" srcId="{8A028836-9F59-4404-9274-9B4EAC46CACA}" destId="{A618146B-B8B7-4DCF-8F77-53D4EC7B4E9C}" srcOrd="0" destOrd="0" parTransId="{C42F7678-FC1D-42E8-B8FC-FA9DEE57000C}" sibTransId="{920260F8-1CBB-407A-8DB5-FCD40B24AE3D}"/>
    <dgm:cxn modelId="{E8F3CC6B-50A9-4F0F-BDD2-53A394EC9D74}" srcId="{654341EC-4EF6-4B10-BE21-174CCFCE1775}" destId="{C3A5E177-6D0D-46C0-901F-996A31BBC6C6}" srcOrd="0" destOrd="0" parTransId="{1B1FE895-2361-4A98-BF11-F6A861420E80}" sibTransId="{350693E7-3913-44CA-B1B4-5D3FD6FBBD56}"/>
    <dgm:cxn modelId="{EDFD016C-2E3D-42D8-B7B8-1B44B51A40C0}" type="presOf" srcId="{ACC88FE9-7467-485F-9F96-29FF835BEDF5}" destId="{835A7287-ED46-4FCD-9575-1AE653A5CBC0}" srcOrd="0" destOrd="0" presId="urn:microsoft.com/office/officeart/2024/3/layout/hArchList1"/>
    <dgm:cxn modelId="{E2C6D04D-09D0-49C6-85F0-09BA81BBF1E5}" type="presOf" srcId="{8067F4EC-E275-4567-B87B-45B56E20E888}" destId="{62068508-8304-4C4D-85AA-F79D984E6595}" srcOrd="0" destOrd="0" presId="urn:microsoft.com/office/officeart/2024/3/layout/hArchList1"/>
    <dgm:cxn modelId="{F6C4E45A-18B2-4DE8-8CEB-140C604EC0B3}" type="presOf" srcId="{00F5B251-4219-474D-8FEF-40A0A0938BB6}" destId="{031B34A0-7309-4335-A5D6-4A8D99DC82A4}" srcOrd="0" destOrd="0" presId="urn:microsoft.com/office/officeart/2024/3/layout/hArchList1"/>
    <dgm:cxn modelId="{05DF5283-EE45-4DEF-AA4A-CD0E8C078C0B}" type="presOf" srcId="{45A661A1-297B-48D0-AB57-FE60807A7285}" destId="{9EA2810F-BD4B-4B15-A3A8-70256EEBEE14}" srcOrd="0" destOrd="0" presId="urn:microsoft.com/office/officeart/2024/3/layout/hArchList1"/>
    <dgm:cxn modelId="{D879FC8A-E099-4B76-A342-A1AE3D2A4E32}" type="presOf" srcId="{DA6667E3-3D39-462F-9C6F-7D9FB2169847}" destId="{5FA316D9-2659-426D-A9D4-D877F8340916}" srcOrd="0" destOrd="0" presId="urn:microsoft.com/office/officeart/2024/3/layout/hArchList1"/>
    <dgm:cxn modelId="{34B0019D-345D-474C-B742-CC25A66BCD2A}" srcId="{1318F3AD-D47A-4AD0-BDC5-44555F53D4CC}" destId="{93FFDB2F-8333-4E53-87B1-38E931798922}" srcOrd="2" destOrd="0" parTransId="{E2C6AA46-B8DF-4A16-9FBF-BC931EC10E85}" sibTransId="{8067F4EC-E275-4567-B87B-45B56E20E888}"/>
    <dgm:cxn modelId="{3BE969A4-F9C9-4D6A-A4B3-472BEF19D1A3}" type="presOf" srcId="{93FFDB2F-8333-4E53-87B1-38E931798922}" destId="{689D0B10-381F-487E-8C6C-4192711B2F5B}" srcOrd="0" destOrd="0" presId="urn:microsoft.com/office/officeart/2024/3/layout/hArchList1"/>
    <dgm:cxn modelId="{B1970EA5-B242-414B-8A92-C253ED41EB6D}" type="presOf" srcId="{A618146B-B8B7-4DCF-8F77-53D4EC7B4E9C}" destId="{86C78387-4D10-44A3-AACF-86D0C7D5A455}" srcOrd="0" destOrd="0" presId="urn:microsoft.com/office/officeart/2024/3/layout/hArchList1"/>
    <dgm:cxn modelId="{BEBB64C8-23CD-4496-9F81-1747362DA79E}" srcId="{ACC88FE9-7467-485F-9F96-29FF835BEDF5}" destId="{9D73D478-A465-4E0F-BCC6-43568264DB4F}" srcOrd="0" destOrd="0" parTransId="{7E66224B-D619-4D96-82A6-5FCABFF23F32}" sibTransId="{5A8B09BB-1A6D-4600-8758-521DEBD6E2DF}"/>
    <dgm:cxn modelId="{C782F3F6-7D0E-4018-908F-B0CDBA10D9F3}" srcId="{93FFDB2F-8333-4E53-87B1-38E931798922}" destId="{DA6667E3-3D39-462F-9C6F-7D9FB2169847}" srcOrd="0" destOrd="0" parTransId="{6BA89B95-97F1-47AB-A012-20596F582504}" sibTransId="{668B66E0-0523-4568-8860-F683CCDB3540}"/>
    <dgm:cxn modelId="{394DD778-D916-4235-98E5-CDF642231008}" type="presParOf" srcId="{B200BF96-B6FE-4E77-84BE-04C8AFF06208}" destId="{9FC8AD25-5234-4358-BE1B-A299C3C5BB2F}" srcOrd="0" destOrd="0" presId="urn:microsoft.com/office/officeart/2024/3/layout/hArchList1"/>
    <dgm:cxn modelId="{B5792BA3-CB79-42C3-B169-84712EE11C9B}" type="presParOf" srcId="{9FC8AD25-5234-4358-BE1B-A299C3C5BB2F}" destId="{835A7287-ED46-4FCD-9575-1AE653A5CBC0}" srcOrd="0" destOrd="0" presId="urn:microsoft.com/office/officeart/2024/3/layout/hArchList1"/>
    <dgm:cxn modelId="{33F98A7D-7D8B-4985-A474-077171C82D63}" type="presParOf" srcId="{9FC8AD25-5234-4358-BE1B-A299C3C5BB2F}" destId="{8AF0DCF5-5B74-472E-994A-8B2AF52A6665}" srcOrd="1" destOrd="0" presId="urn:microsoft.com/office/officeart/2024/3/layout/hArchList1"/>
    <dgm:cxn modelId="{C7E93D0F-F493-406F-8815-226DC410AD35}" type="presParOf" srcId="{B200BF96-B6FE-4E77-84BE-04C8AFF06208}" destId="{9EA2810F-BD4B-4B15-A3A8-70256EEBEE14}" srcOrd="1" destOrd="0" presId="urn:microsoft.com/office/officeart/2024/3/layout/hArchList1"/>
    <dgm:cxn modelId="{DDA2B84A-7F0C-4CF5-9163-CA85901191D1}" type="presParOf" srcId="{B200BF96-B6FE-4E77-84BE-04C8AFF06208}" destId="{908ADEA2-EBAC-4975-B5F1-91027D0FF4E5}" srcOrd="2" destOrd="0" presId="urn:microsoft.com/office/officeart/2024/3/layout/hArchList1"/>
    <dgm:cxn modelId="{730E7BCE-6F6A-461A-80E8-E1FB359B480F}" type="presParOf" srcId="{908ADEA2-EBAC-4975-B5F1-91027D0FF4E5}" destId="{77F9B688-427D-46A8-84FE-836497516BB7}" srcOrd="0" destOrd="0" presId="urn:microsoft.com/office/officeart/2024/3/layout/hArchList1"/>
    <dgm:cxn modelId="{9C4998DB-CCFB-4C0D-97F0-1598022EAB13}" type="presParOf" srcId="{908ADEA2-EBAC-4975-B5F1-91027D0FF4E5}" destId="{7C5DF554-2F0E-4848-A27A-346689096E19}" srcOrd="1" destOrd="0" presId="urn:microsoft.com/office/officeart/2024/3/layout/hArchList1"/>
    <dgm:cxn modelId="{98CE89FA-B09D-4571-815D-51B27A785748}" type="presParOf" srcId="{B200BF96-B6FE-4E77-84BE-04C8AFF06208}" destId="{031B34A0-7309-4335-A5D6-4A8D99DC82A4}" srcOrd="3" destOrd="0" presId="urn:microsoft.com/office/officeart/2024/3/layout/hArchList1"/>
    <dgm:cxn modelId="{548F4B10-7D67-4225-BA0A-11FF1E538516}" type="presParOf" srcId="{B200BF96-B6FE-4E77-84BE-04C8AFF06208}" destId="{969474AF-DEA5-419A-B574-D2F987EA4F36}" srcOrd="4" destOrd="0" presId="urn:microsoft.com/office/officeart/2024/3/layout/hArchList1"/>
    <dgm:cxn modelId="{BF3FE1C4-69DA-4C00-80E1-1CAE5C6C06F2}" type="presParOf" srcId="{969474AF-DEA5-419A-B574-D2F987EA4F36}" destId="{689D0B10-381F-487E-8C6C-4192711B2F5B}" srcOrd="0" destOrd="0" presId="urn:microsoft.com/office/officeart/2024/3/layout/hArchList1"/>
    <dgm:cxn modelId="{1828A984-7D77-49ED-A96A-3352BDF337AB}" type="presParOf" srcId="{969474AF-DEA5-419A-B574-D2F987EA4F36}" destId="{5FA316D9-2659-426D-A9D4-D877F8340916}" srcOrd="1" destOrd="0" presId="urn:microsoft.com/office/officeart/2024/3/layout/hArchList1"/>
    <dgm:cxn modelId="{F75D6812-FC30-4BDA-8FC7-829BDD6CC4E0}" type="presParOf" srcId="{B200BF96-B6FE-4E77-84BE-04C8AFF06208}" destId="{62068508-8304-4C4D-85AA-F79D984E6595}" srcOrd="5" destOrd="0" presId="urn:microsoft.com/office/officeart/2024/3/layout/hArchList1"/>
    <dgm:cxn modelId="{137924B0-B3F7-467C-BCA5-DFE6F113731A}" type="presParOf" srcId="{B200BF96-B6FE-4E77-84BE-04C8AFF06208}" destId="{671890CB-78D7-4E26-B87C-CFCDE1CF8660}" srcOrd="6" destOrd="0" presId="urn:microsoft.com/office/officeart/2024/3/layout/hArchList1"/>
    <dgm:cxn modelId="{7A874E02-4B1E-4CC0-877C-9BB7A0DFBA6A}" type="presParOf" srcId="{671890CB-78D7-4E26-B87C-CFCDE1CF8660}" destId="{E03B2B69-5DC2-4D6A-850D-87F5D092C647}" srcOrd="0" destOrd="0" presId="urn:microsoft.com/office/officeart/2024/3/layout/hArchList1"/>
    <dgm:cxn modelId="{77B4C36E-3C1A-408B-89C8-0E4725EF9558}" type="presParOf" srcId="{671890CB-78D7-4E26-B87C-CFCDE1CF8660}" destId="{86C78387-4D10-44A3-AACF-86D0C7D5A455}"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319369-5E48-4540-8F08-A01D17827E0A}">
      <dsp:nvSpPr>
        <dsp:cNvPr id="0" name=""/>
        <dsp:cNvSpPr/>
      </dsp:nvSpPr>
      <dsp:spPr>
        <a:xfrm>
          <a:off x="0" y="0"/>
          <a:ext cx="2075853" cy="585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SAP Fiori Platformu</a:t>
          </a:r>
        </a:p>
      </dsp:txBody>
      <dsp:txXfrm>
        <a:off x="0" y="0"/>
        <a:ext cx="2075853" cy="585248"/>
      </dsp:txXfrm>
    </dsp:sp>
    <dsp:sp modelId="{4B40EE3D-9CB0-4AB9-8C8D-38018684E5D1}">
      <dsp:nvSpPr>
        <dsp:cNvPr id="0" name=""/>
        <dsp:cNvSpPr/>
      </dsp:nvSpPr>
      <dsp:spPr>
        <a:xfrm>
          <a:off x="0" y="585248"/>
          <a:ext cx="2075853" cy="3104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SAP Fiori, kullanıcı dostu arayüzler ve modern tasarım ile SAP uygulamalarına kolay erişim sağlar.</a:t>
          </a:r>
        </a:p>
      </dsp:txBody>
      <dsp:txXfrm>
        <a:off x="0" y="585248"/>
        <a:ext cx="2075853" cy="3104660"/>
      </dsp:txXfrm>
    </dsp:sp>
    <dsp:sp modelId="{394DE02A-C2E6-4D44-8B4A-23FCA971596F}">
      <dsp:nvSpPr>
        <dsp:cNvPr id="0" name=""/>
        <dsp:cNvSpPr/>
      </dsp:nvSpPr>
      <dsp:spPr>
        <a:xfrm>
          <a:off x="2283438" y="0"/>
          <a:ext cx="2075853" cy="585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Custom CDS View Tanımı</a:t>
          </a:r>
        </a:p>
      </dsp:txBody>
      <dsp:txXfrm>
        <a:off x="2283438" y="0"/>
        <a:ext cx="2075853" cy="585248"/>
      </dsp:txXfrm>
    </dsp:sp>
    <dsp:sp modelId="{EF48DD8A-B6F8-415D-9C9D-9B9ED7F95D4F}">
      <dsp:nvSpPr>
        <dsp:cNvPr id="0" name=""/>
        <dsp:cNvSpPr/>
      </dsp:nvSpPr>
      <dsp:spPr>
        <a:xfrm>
          <a:off x="2283438" y="585248"/>
          <a:ext cx="2075853" cy="3104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Custom CDS View, veri modeli oluşturmak için güçlü ve performans odaklı bir araçtır.</a:t>
          </a:r>
        </a:p>
      </dsp:txBody>
      <dsp:txXfrm>
        <a:off x="2283438" y="585248"/>
        <a:ext cx="2075853" cy="3104660"/>
      </dsp:txXfrm>
    </dsp:sp>
    <dsp:sp modelId="{AB7C20C5-A8AD-4088-BA0F-2C908D66B227}">
      <dsp:nvSpPr>
        <dsp:cNvPr id="0" name=""/>
        <dsp:cNvSpPr/>
      </dsp:nvSpPr>
      <dsp:spPr>
        <a:xfrm>
          <a:off x="4566877" y="0"/>
          <a:ext cx="2075853" cy="585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Oluşturma Süreci</a:t>
          </a:r>
        </a:p>
      </dsp:txBody>
      <dsp:txXfrm>
        <a:off x="4566877" y="0"/>
        <a:ext cx="2075853" cy="585248"/>
      </dsp:txXfrm>
    </dsp:sp>
    <dsp:sp modelId="{24C4B303-052B-46EF-B87B-F487E442AE1C}">
      <dsp:nvSpPr>
        <dsp:cNvPr id="0" name=""/>
        <dsp:cNvSpPr/>
      </dsp:nvSpPr>
      <dsp:spPr>
        <a:xfrm>
          <a:off x="4566877" y="585248"/>
          <a:ext cx="2075853" cy="3104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Veri kaynaklarının seçimi, ilişkilerin tanımlanması ve filtrelerin uygulanması adımlarıyla CDS View oluşturulur.</a:t>
          </a:r>
        </a:p>
      </dsp:txBody>
      <dsp:txXfrm>
        <a:off x="4566877" y="585248"/>
        <a:ext cx="2075853" cy="3104660"/>
      </dsp:txXfrm>
    </dsp:sp>
    <dsp:sp modelId="{1D0F9321-829C-435A-97D9-AD37A15B3BB5}">
      <dsp:nvSpPr>
        <dsp:cNvPr id="0" name=""/>
        <dsp:cNvSpPr/>
      </dsp:nvSpPr>
      <dsp:spPr>
        <a:xfrm>
          <a:off x="6850316" y="0"/>
          <a:ext cx="2075853" cy="585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Entegrasyon ve Kullanım</a:t>
          </a:r>
        </a:p>
      </dsp:txBody>
      <dsp:txXfrm>
        <a:off x="6850316" y="0"/>
        <a:ext cx="2075853" cy="585248"/>
      </dsp:txXfrm>
    </dsp:sp>
    <dsp:sp modelId="{EDD4255D-0E8B-4042-B22A-61782756807E}">
      <dsp:nvSpPr>
        <dsp:cNvPr id="0" name=""/>
        <dsp:cNvSpPr/>
      </dsp:nvSpPr>
      <dsp:spPr>
        <a:xfrm>
          <a:off x="6850316" y="585248"/>
          <a:ext cx="2075853" cy="3104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Oluşturulan CDS View’ler SAP Analytics Cloud gibi araçlarla entegre edilerek iş zekâsını geliştirir.</a:t>
          </a:r>
        </a:p>
      </dsp:txBody>
      <dsp:txXfrm>
        <a:off x="6850316" y="585248"/>
        <a:ext cx="2075853" cy="31046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F100A3-52B9-4DF5-B00C-8C6506DD91A2}">
      <dsp:nvSpPr>
        <dsp:cNvPr id="0" name=""/>
        <dsp:cNvSpPr/>
      </dsp:nvSpPr>
      <dsp:spPr>
        <a:xfrm>
          <a:off x="0" y="0"/>
          <a:ext cx="2001321" cy="592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Hata Kontrolü</a:t>
          </a:r>
        </a:p>
      </dsp:txBody>
      <dsp:txXfrm>
        <a:off x="0" y="0"/>
        <a:ext cx="2001321" cy="592389"/>
      </dsp:txXfrm>
    </dsp:sp>
    <dsp:sp modelId="{F88245E9-97C4-4165-8B13-4981BFA17A31}">
      <dsp:nvSpPr>
        <dsp:cNvPr id="0" name=""/>
        <dsp:cNvSpPr/>
      </dsp:nvSpPr>
      <dsp:spPr>
        <a:xfrm>
          <a:off x="0" y="592389"/>
          <a:ext cx="2001321" cy="349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Check butonu ile veri kaynakları ve ilişkilerdeki hatalar hızlıca tespit edilir ve düzeltilir.</a:t>
          </a:r>
        </a:p>
      </dsp:txBody>
      <dsp:txXfrm>
        <a:off x="0" y="592389"/>
        <a:ext cx="2001321" cy="3494978"/>
      </dsp:txXfrm>
    </dsp:sp>
    <dsp:sp modelId="{6D9E3EA7-7691-4789-A3DA-24E090BD2970}">
      <dsp:nvSpPr>
        <dsp:cNvPr id="0" name=""/>
        <dsp:cNvSpPr/>
      </dsp:nvSpPr>
      <dsp:spPr>
        <a:xfrm>
          <a:off x="2201453" y="0"/>
          <a:ext cx="2001321" cy="592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Veri Önizlemesi</a:t>
          </a:r>
        </a:p>
      </dsp:txBody>
      <dsp:txXfrm>
        <a:off x="2201453" y="0"/>
        <a:ext cx="2001321" cy="592389"/>
      </dsp:txXfrm>
    </dsp:sp>
    <dsp:sp modelId="{C988BA0E-9A6A-48CE-854A-528F5E8BDADA}">
      <dsp:nvSpPr>
        <dsp:cNvPr id="0" name=""/>
        <dsp:cNvSpPr/>
      </dsp:nvSpPr>
      <dsp:spPr>
        <a:xfrm>
          <a:off x="2201453" y="592389"/>
          <a:ext cx="2001321" cy="349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Preview Data seçeneği ile raporun beklenen şekilde çalışıp çalışmadığı doğrulanır.</a:t>
          </a:r>
        </a:p>
      </dsp:txBody>
      <dsp:txXfrm>
        <a:off x="2201453" y="592389"/>
        <a:ext cx="2001321" cy="3494978"/>
      </dsp:txXfrm>
    </dsp:sp>
    <dsp:sp modelId="{1DC88EAF-9157-410C-9A9B-52808C9C9B8B}">
      <dsp:nvSpPr>
        <dsp:cNvPr id="0" name=""/>
        <dsp:cNvSpPr/>
      </dsp:nvSpPr>
      <dsp:spPr>
        <a:xfrm>
          <a:off x="4402907" y="0"/>
          <a:ext cx="2001321" cy="592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Yayınlama İşlemi</a:t>
          </a:r>
        </a:p>
      </dsp:txBody>
      <dsp:txXfrm>
        <a:off x="4402907" y="0"/>
        <a:ext cx="2001321" cy="592389"/>
      </dsp:txXfrm>
    </dsp:sp>
    <dsp:sp modelId="{52B56261-FFA7-4DE5-ADC4-CE010B90A822}">
      <dsp:nvSpPr>
        <dsp:cNvPr id="0" name=""/>
        <dsp:cNvSpPr/>
      </dsp:nvSpPr>
      <dsp:spPr>
        <a:xfrm>
          <a:off x="4402907" y="592389"/>
          <a:ext cx="2001321" cy="349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Publish butonu ile CDS View yayınlanır ve rapor diğer araçlarda kullanılabilir hale gelir.</a:t>
          </a:r>
        </a:p>
      </dsp:txBody>
      <dsp:txXfrm>
        <a:off x="4402907" y="592389"/>
        <a:ext cx="2001321" cy="34949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5A7287-ED46-4FCD-9575-1AE653A5CBC0}">
      <dsp:nvSpPr>
        <dsp:cNvPr id="0" name=""/>
        <dsp:cNvSpPr/>
      </dsp:nvSpPr>
      <dsp:spPr>
        <a:xfrm>
          <a:off x="0" y="0"/>
          <a:ext cx="2075853" cy="585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Custom CDS View Süreci</a:t>
          </a:r>
        </a:p>
      </dsp:txBody>
      <dsp:txXfrm>
        <a:off x="0" y="0"/>
        <a:ext cx="2075853" cy="585248"/>
      </dsp:txXfrm>
    </dsp:sp>
    <dsp:sp modelId="{8AF0DCF5-5B74-472E-994A-8B2AF52A6665}">
      <dsp:nvSpPr>
        <dsp:cNvPr id="0" name=""/>
        <dsp:cNvSpPr/>
      </dsp:nvSpPr>
      <dsp:spPr>
        <a:xfrm>
          <a:off x="0" y="585248"/>
          <a:ext cx="2075853" cy="3104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Adım adım CDS View oluşturma, veri kaynakları ekleme ve parametrelerle güçlü raporlar oluşturma süreci anlatıldı.</a:t>
          </a:r>
        </a:p>
      </dsp:txBody>
      <dsp:txXfrm>
        <a:off x="0" y="585248"/>
        <a:ext cx="2075853" cy="3104660"/>
      </dsp:txXfrm>
    </dsp:sp>
    <dsp:sp modelId="{77F9B688-427D-46A8-84FE-836497516BB7}">
      <dsp:nvSpPr>
        <dsp:cNvPr id="0" name=""/>
        <dsp:cNvSpPr/>
      </dsp:nvSpPr>
      <dsp:spPr>
        <a:xfrm>
          <a:off x="2283438" y="0"/>
          <a:ext cx="2075853" cy="585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Kontrol ve Yayınlama</a:t>
          </a:r>
        </a:p>
      </dsp:txBody>
      <dsp:txXfrm>
        <a:off x="2283438" y="0"/>
        <a:ext cx="2075853" cy="585248"/>
      </dsp:txXfrm>
    </dsp:sp>
    <dsp:sp modelId="{7C5DF554-2F0E-4848-A27A-346689096E19}">
      <dsp:nvSpPr>
        <dsp:cNvPr id="0" name=""/>
        <dsp:cNvSpPr/>
      </dsp:nvSpPr>
      <dsp:spPr>
        <a:xfrm>
          <a:off x="2283438" y="585248"/>
          <a:ext cx="2075853" cy="3104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Oluşturulan görünüm önizlendi, kontrol edildi ve yayınlanarak SAP sistemlerine entegre edildi.</a:t>
          </a:r>
        </a:p>
      </dsp:txBody>
      <dsp:txXfrm>
        <a:off x="2283438" y="585248"/>
        <a:ext cx="2075853" cy="3104660"/>
      </dsp:txXfrm>
    </dsp:sp>
    <dsp:sp modelId="{689D0B10-381F-487E-8C6C-4192711B2F5B}">
      <dsp:nvSpPr>
        <dsp:cNvPr id="0" name=""/>
        <dsp:cNvSpPr/>
      </dsp:nvSpPr>
      <dsp:spPr>
        <a:xfrm>
          <a:off x="4566877" y="0"/>
          <a:ext cx="2075853" cy="585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Sonraki Adımlar</a:t>
          </a:r>
        </a:p>
      </dsp:txBody>
      <dsp:txXfrm>
        <a:off x="4566877" y="0"/>
        <a:ext cx="2075853" cy="585248"/>
      </dsp:txXfrm>
    </dsp:sp>
    <dsp:sp modelId="{5FA316D9-2659-426D-A9D4-D877F8340916}">
      <dsp:nvSpPr>
        <dsp:cNvPr id="0" name=""/>
        <dsp:cNvSpPr/>
      </dsp:nvSpPr>
      <dsp:spPr>
        <a:xfrm>
          <a:off x="4566877" y="585248"/>
          <a:ext cx="2075853" cy="3104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CDS View’ler iş süreçlerinde kullanılacak ve SAP Analytics Cloud ile entegre edilerek analizler geliştirilecek.</a:t>
          </a:r>
        </a:p>
      </dsp:txBody>
      <dsp:txXfrm>
        <a:off x="4566877" y="585248"/>
        <a:ext cx="2075853" cy="3104660"/>
      </dsp:txXfrm>
    </dsp:sp>
    <dsp:sp modelId="{E03B2B69-5DC2-4D6A-850D-87F5D092C647}">
      <dsp:nvSpPr>
        <dsp:cNvPr id="0" name=""/>
        <dsp:cNvSpPr/>
      </dsp:nvSpPr>
      <dsp:spPr>
        <a:xfrm>
          <a:off x="6850316" y="0"/>
          <a:ext cx="2075853" cy="585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İş Zekası ve Performans</a:t>
          </a:r>
        </a:p>
      </dsp:txBody>
      <dsp:txXfrm>
        <a:off x="6850316" y="0"/>
        <a:ext cx="2075853" cy="585248"/>
      </dsp:txXfrm>
    </dsp:sp>
    <dsp:sp modelId="{86C78387-4D10-44A3-AACF-86D0C7D5A455}">
      <dsp:nvSpPr>
        <dsp:cNvPr id="0" name=""/>
        <dsp:cNvSpPr/>
      </dsp:nvSpPr>
      <dsp:spPr>
        <a:xfrm>
          <a:off x="6850316" y="585248"/>
          <a:ext cx="2075853" cy="3104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Farklı veri kaynakları birleştirilerek daha karmaşık raporlar ve gelişmiş iş zekası süreçleri oluşturulur.</a:t>
          </a:r>
        </a:p>
      </dsp:txBody>
      <dsp:txXfrm>
        <a:off x="6850316" y="585248"/>
        <a:ext cx="2075853" cy="3104660"/>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Tarih Yer Tutucusu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5D1EC30-5B0B-48D0-A1A8-66A96720DF24}" type="datetimeFigureOut">
              <a:rPr lang="en-US" smtClean="0"/>
              <a:t>12/18/2025</a:t>
            </a:fld>
            <a:endParaRPr lang="en-US"/>
          </a:p>
        </p:txBody>
      </p:sp>
      <p:sp>
        <p:nvSpPr>
          <p:cNvPr id="4" name="Alt Bilgi Yer Tutucusu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Slayt Numarası Yer Tutucusu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9F68A4D-42A7-45F7-9930-00E8DCB48D7E}" type="datetimeFigureOut">
              <a:rPr lang="en-US" smtClean="0"/>
              <a:t>12/18/2025</a:t>
            </a:fld>
            <a:endParaRPr lang="en-US"/>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Yapay zeka tarafından oluşturulmuş içerik yanlış olabilir.
---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a:t>
            </a:fld>
            <a:endParaRPr lang="en-US"/>
          </a:p>
        </p:txBody>
      </p:sp>
    </p:spTree>
    <p:extLst>
      <p:ext uri="{BB962C8B-B14F-4D97-AF65-F5344CB8AC3E}">
        <p14:creationId xmlns:p14="http://schemas.microsoft.com/office/powerpoint/2010/main" val="3536778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SAP Fiori ve Custom CDS View Nedir?</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2</a:t>
            </a:fld>
            <a:endParaRPr lang="en-US"/>
          </a:p>
        </p:txBody>
      </p:sp>
    </p:spTree>
    <p:extLst>
      <p:ext uri="{BB962C8B-B14F-4D97-AF65-F5344CB8AC3E}">
        <p14:creationId xmlns:p14="http://schemas.microsoft.com/office/powerpoint/2010/main" val="1000605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SAP Fiori, kullanıcı dostu arayüzleri ve modern tasarım anlayışı ile SAP uygulamalarına erişimi kolaylaştıran bir platformdur. Custom CDS View ise SAP sistemlerinde veri modelleme için kullanılan güçlü bir araçtır. Bu özellik, kullanıcıların standart veri kaynaklarını birleştirerek kendi özel raporlarını ve analizlerini oluşturmasına olanak tanır. CDS (Core Data Services) View, veri tabanı seviyesinde tanımlanan ve performans açısından optimize edilmiş bir veri görünümüdür. Custom CDS View uygulaması, SAP Fiori Launchpad üzerinden erişilebilir ve kullanıcıların iş ihtiyaçlarına göre veri modelleri tasarlamasını sağlar. Bu süreçte, veri kaynaklarının seçimi, ilişkilerin tanımlanması, parametrelerin eklenmesi ve filtrelerin uygulanması gibi adımlar bulunur. Bu sunumda, SAP Fiori üzerinden Custom CDS View oluşturma sürecini adım adım inceleyeceğiz. Her adımda ekran görüntüleri ve açıklamalar ile süreci detaylandıracağız. Bu yöntem, hem raporlama hem de analitik ihtiyaçlar için esnek ve güçlü bir çözüm sunar. Ayrıca, oluşturulan CDS View’ler SAP Analytics Cloud veya diğer raporlama araçları ile entegre edilebilir, böylece iş zekâsı süreçleri daha verimli hale gelir.
Resim kaynağı: NTT DATA Business Solutions AG marka kitaplığı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3</a:t>
            </a:fld>
            <a:endParaRPr lang="en-US"/>
          </a:p>
        </p:txBody>
      </p:sp>
    </p:spTree>
    <p:extLst>
      <p:ext uri="{BB962C8B-B14F-4D97-AF65-F5344CB8AC3E}">
        <p14:creationId xmlns:p14="http://schemas.microsoft.com/office/powerpoint/2010/main" val="606472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Uygulamayı Bulma ve Roller Atama, Yeni CDS View Oluşturma ve Veri Kaynakları, Parametreler, Elemanlar ve Filtreler, Kontrol, Önizleme ve Yayınlama</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4</a:t>
            </a:fld>
            <a:endParaRPr lang="en-US"/>
          </a:p>
        </p:txBody>
      </p:sp>
    </p:spTree>
    <p:extLst>
      <p:ext uri="{BB962C8B-B14F-4D97-AF65-F5344CB8AC3E}">
        <p14:creationId xmlns:p14="http://schemas.microsoft.com/office/powerpoint/2010/main" val="2792409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İlk adım olarak, SAP Fiori Library üzerinden Custom CDS View uygulamasını bulmamız gerekir. Bu uygulamanın kodu F1481’dir. Fiori Library’ye giderek arama kutusuna bu kodu yazın ve uygulamanın detaylarını görüntüleyin. Uygulamayı kullanabilmek için gerekli yetkilendirmelerin yapılması önemlidir. Kullanıcıya ilgili rolleri atamak, uygulamanın açılabilmesi ve veri kaynaklarına erişim sağlanabilmesi için gereklidir. Roller, SAP sisteminde yetki yönetimi aracılığıyla atanır. Bu adım, güvenlik ve veri erişim politikaları açısından kritik öneme sahiptir. Roller atandıktan sonra, kullanıcı SAP Fiori Launchpad üzerinden uygulamaya erişebilir. Bu hazırlık aşaması tamamlandığında, Custom CDS View oluşturma sürecine geçebiliriz.
Resim kaynağı: Microsoft 365 içerik kitaplığı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5</a:t>
            </a:fld>
            <a:endParaRPr lang="en-US"/>
          </a:p>
        </p:txBody>
      </p:sp>
    </p:spTree>
    <p:extLst>
      <p:ext uri="{BB962C8B-B14F-4D97-AF65-F5344CB8AC3E}">
        <p14:creationId xmlns:p14="http://schemas.microsoft.com/office/powerpoint/2010/main" val="36702323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Uygulamaya giriş yaptıktan sonra, yeni bir CDS View oluşturmak için ‘Create’ butonuna tıklayın. Bu aşamada, oluşturacağınız görünüm için bir ad ve açıklama girmeniz gerekir. Ardından, veri kaynaklarını belirleme adımı gelir. İlk olarak birincil veri kaynağını seçin. Örneğin, teslimat belgeleri ile ilgili bir rapor oluşturmak istiyorsanız I_DELIVERYDOCUMENT veri kaynağını seçebilirsiniz. Eğer raporunuzda ek bilgiler gerekiyorsa, ilişkili veri kaynaklarını ekleyebilirsiniz. Bu işlem için ‘Add → Associated Data Source’ seçeneğini kullanın. Veri kaynakları arasındaki ilişkileri tanımlamak için Join Condition eklemek gerekir. Bu koşullar, veri setlerinin doğru şekilde birleştirilmesini sağlar. Örneğin, teslimat belgesi ile teslimat kalemi arasında ilişki kurmak için ilgili alanları eşleştirin. Bu adımlar, veri modelinizin temel yapısını oluşturur ve raporlamada kullanılacak alanların belirlenmesini sağlar.
Resim kaynağı: Microsoft 365 içerik kitaplığı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6</a:t>
            </a:fld>
            <a:endParaRPr lang="en-US"/>
          </a:p>
        </p:txBody>
      </p:sp>
    </p:spTree>
    <p:extLst>
      <p:ext uri="{BB962C8B-B14F-4D97-AF65-F5344CB8AC3E}">
        <p14:creationId xmlns:p14="http://schemas.microsoft.com/office/powerpoint/2010/main" val="2979803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Veri kaynakları belirlendikten sonra, raporun dinamik hale gelmesi için parametreler ekleyebilirsiniz. Parametreler, kullanıcıların raporu çalıştırırken belirli değerler girmesine olanak tanır. Örneğin, tarih aralığı veya satış organizasyonu gibi parametreler eklenebilir. Ardından, raporda yer alacak alanları belirlemek için Elements sekmesine gidin ve ‘Add → Elements’ seçeneğini kullanın. Bu alanlar, raporun çıktısında görüntülenecek veri sütunlarını temsil eder. Her bir alan için özellikleri kontrol edin; örneğin, görünürlük, etiket ve veri tipi gibi ayarlar yapılabilir. Filtreler ise raporun belirli koşullara göre daraltılmasını sağlar. Örneğin, sadece belirli bir satış organizasyonuna ait verileri görmek için filtre ekleyebilirsiniz. Bu adımlar, raporun kullanıcı ihtiyaçlarına göre özelleştirilmesini sağlar ve veri analizini daha anlamlı hale getirir.
Resim kaynağı: Microsoft 365 içerik kitaplığı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7</a:t>
            </a:fld>
            <a:endParaRPr lang="en-US"/>
          </a:p>
        </p:txBody>
      </p:sp>
    </p:spTree>
    <p:extLst>
      <p:ext uri="{BB962C8B-B14F-4D97-AF65-F5344CB8AC3E}">
        <p14:creationId xmlns:p14="http://schemas.microsoft.com/office/powerpoint/2010/main" val="933267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Tüm yapılandırmalar tamamlandıktan sonra, oluşturduğunuz CDS View’i kontrol etmek için ‘Check’ butonunu kullanın. Bu işlem, tanımladığınız veri kaynakları, ilişkiler ve alanlarda herhangi bir hata olup olmadığını gösterir. Hatalar varsa düzeltin ve tekrar kontrol edin. Ardından, ‘Preview Data’ seçeneği ile veri görünümünü önizleyin. Bu adım, raporun beklenen şekilde çalışıp çalışmadığını doğrulamanızı sağlar. Son olarak, CDS View’i yayınlamak için ‘Publish’ butonuna tıklayın. Yayınlanan görünüm, diğer raporlama araçları veya SAP Analytics Cloud ile kullanılabilir hale gelir. Bu süreç, veri modelleme ve raporlama ihtiyaçlarını karşılamak için güçlü bir yöntem sunar. Doğru yapılandırma ve test adımları, raporların güvenilir ve performanslı olmasını sağlar.
Resim kaynağı: NTT DATA Business Solutions AG marka kitaplığı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8</a:t>
            </a:fld>
            <a:endParaRPr lang="en-US"/>
          </a:p>
        </p:txBody>
      </p:sp>
    </p:spTree>
    <p:extLst>
      <p:ext uri="{BB962C8B-B14F-4D97-AF65-F5344CB8AC3E}">
        <p14:creationId xmlns:p14="http://schemas.microsoft.com/office/powerpoint/2010/main" val="3611160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Özet ve Sonraki Adımlar</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9</a:t>
            </a:fld>
            <a:endParaRPr lang="en-US"/>
          </a:p>
        </p:txBody>
      </p:sp>
    </p:spTree>
    <p:extLst>
      <p:ext uri="{BB962C8B-B14F-4D97-AF65-F5344CB8AC3E}">
        <p14:creationId xmlns:p14="http://schemas.microsoft.com/office/powerpoint/2010/main" val="712444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Bu sunumda, SAP Fiori üzerinden Custom CDS View oluşturma sürecini adım adım inceledik. Öncelikle uygulamayı bulma ve gerekli rolleri atama işlemlerini gerçekleştirdik. Ardından, yeni bir CDS View oluşturma, veri kaynaklarını ekleme, ilişkileri tanımlama, parametreler ve filtreler ekleme gibi adımları detaylandırdık. Son olarak, oluşturulan görünümü kontrol etme, önizleme ve yayınlama işlemlerini tamamladık. Bu yöntem, SAP sistemlerinde esnek ve güçlü raporlar oluşturmanıza olanak tanır. Bundan sonraki adım, oluşturduğunuz CDS View’leri iş süreçlerinizde kullanmak ve SAP Analytics Cloud gibi araçlarla entegre ederek daha kapsamlı analizler yapmaktır. Ayrıca, farklı veri kaynaklarını birleştirerek daha karmaşık raporlar oluşturabilir ve iş zekâsı süreçlerinizi geliştirebilirsiniz. Bu yaklaşım, veri odaklı karar alma süreçlerinde önemli bir rol oynar ve işletmenizin performansını artırır.
Resim kaynağı: NTT DATA Business Solutions AG marka kitaplığı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10</a:t>
            </a:fld>
            <a:endParaRPr lang="en-US"/>
          </a:p>
        </p:txBody>
      </p:sp>
    </p:spTree>
    <p:extLst>
      <p:ext uri="{BB962C8B-B14F-4D97-AF65-F5344CB8AC3E}">
        <p14:creationId xmlns:p14="http://schemas.microsoft.com/office/powerpoint/2010/main" val="5998201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imli Başlık">
    <p:spTree>
      <p:nvGrpSpPr>
        <p:cNvPr id="1" name=""/>
        <p:cNvGrpSpPr/>
        <p:nvPr/>
      </p:nvGrpSpPr>
      <p:grpSpPr>
        <a:xfrm>
          <a:off x="0" y="0"/>
          <a:ext cx="0" cy="0"/>
          <a:chOff x="0" y="0"/>
          <a:chExt cx="0" cy="0"/>
        </a:xfrm>
      </p:grpSpPr>
      <p:sp>
        <p:nvSpPr>
          <p:cNvPr id="10" name="Dikdörtgen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Başlık 6">
            <a:extLst>
              <a:ext uri="{FF2B5EF4-FFF2-40B4-BE49-F238E27FC236}">
                <a16:creationId xmlns:a16="http://schemas.microsoft.com/office/drawing/2014/main" id="{61A7C733-6185-B286-B0DA-134F6D3AB879}"/>
              </a:ext>
            </a:extLst>
          </p:cNvPr>
          <p:cNvSpPr>
            <a:spLocks noGrp="1"/>
          </p:cNvSpPr>
          <p:nvPr>
            <p:ph type="title"/>
          </p:nvPr>
        </p:nvSpPr>
        <p:spPr>
          <a:xfrm>
            <a:off x="1475245" y="1362457"/>
            <a:ext cx="5879592" cy="3209544"/>
          </a:xfrm>
        </p:spPr>
        <p:txBody>
          <a:bodyPr rtlCol="0">
            <a:normAutofit/>
          </a:bodyPr>
          <a:lstStyle>
            <a:lvl1pPr>
              <a:defRPr sz="6200"/>
            </a:lvl1pPr>
          </a:lstStyle>
          <a:p>
            <a:pPr rtl="0"/>
            <a:r>
              <a:rPr lang="tr"/>
              <a:t>Asıl başlık stilini düzenlemek için tıklayın</a:t>
            </a:r>
          </a:p>
        </p:txBody>
      </p:sp>
      <p:sp>
        <p:nvSpPr>
          <p:cNvPr id="13" name="Alt Başlık 2">
            <a:extLst>
              <a:ext uri="{FF2B5EF4-FFF2-40B4-BE49-F238E27FC236}">
                <a16:creationId xmlns:a16="http://schemas.microsoft.com/office/drawing/2014/main" id="{C53952BB-0BC0-A2D9-8CC5-18F5090C1D29}"/>
              </a:ext>
            </a:extLst>
          </p:cNvPr>
          <p:cNvSpPr>
            <a:spLocks noGrp="1"/>
          </p:cNvSpPr>
          <p:nvPr>
            <p:ph type="subTitle" idx="1"/>
          </p:nvPr>
        </p:nvSpPr>
        <p:spPr>
          <a:xfrm>
            <a:off x="1475246" y="4731232"/>
            <a:ext cx="5879592" cy="960120"/>
          </a:xfrm>
        </p:spPr>
        <p:txBody>
          <a:bodyPr vert="horz" lIns="91440" tIns="45720" rIns="91440" bIns="45720" rtlCol="0" anchor="b">
            <a:normAutofit/>
          </a:bodyPr>
          <a:lstStyle>
            <a:lvl1pPr marL="0" indent="0">
              <a:buNone/>
              <a:defRPr lang="en-US" sz="1800" dirty="0"/>
            </a:lvl1pPr>
          </a:lstStyle>
          <a:p>
            <a:pPr lvl="0" rtl="0"/>
            <a:r>
              <a:rPr lang="tr"/>
              <a:t>Asıl alt başlık stilini düzenlemek için tıklatın</a:t>
            </a:r>
          </a:p>
        </p:txBody>
      </p:sp>
      <p:sp>
        <p:nvSpPr>
          <p:cNvPr id="11" name="Resim Yer Tutucusu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tr"/>
              <a:t> </a:t>
            </a:r>
          </a:p>
        </p:txBody>
      </p:sp>
      <p:sp>
        <p:nvSpPr>
          <p:cNvPr id="5" name="Dikdörtgen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0"/>
            <a:endParaRPr lang="en-US"/>
          </a:p>
        </p:txBody>
      </p:sp>
      <p:sp>
        <p:nvSpPr>
          <p:cNvPr id="4" name="Tarih Yer Tutucusu 3">
            <a:extLst>
              <a:ext uri="{FF2B5EF4-FFF2-40B4-BE49-F238E27FC236}">
                <a16:creationId xmlns:a16="http://schemas.microsoft.com/office/drawing/2014/main" id="{702BB055-E356-D9DC-D968-F4B6E02320D2}"/>
              </a:ext>
            </a:extLst>
          </p:cNvPr>
          <p:cNvSpPr>
            <a:spLocks noGrp="1"/>
          </p:cNvSpPr>
          <p:nvPr>
            <p:ph type="dt" sz="half" idx="14"/>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A3C1376F-CBCD-234F-6AE2-E91A91B3617E}"/>
              </a:ext>
            </a:extLst>
          </p:cNvPr>
          <p:cNvSpPr>
            <a:spLocks noGrp="1"/>
          </p:cNvSpPr>
          <p:nvPr>
            <p:ph type="ftr" sz="quarter" idx="15"/>
          </p:nvPr>
        </p:nvSpPr>
        <p:spPr/>
        <p:txBody>
          <a:bodyPr rtlCol="0"/>
          <a:lstStyle/>
          <a:p>
            <a:pPr rtl="0"/>
            <a:r>
              <a:rPr lang="tr"/>
              <a:t>Örnek Alt Bilgi Metni</a:t>
            </a:r>
            <a:endParaRPr lang="en-US"/>
          </a:p>
        </p:txBody>
      </p:sp>
      <p:sp>
        <p:nvSpPr>
          <p:cNvPr id="12" name="Slayt Numarası Yer Tutucusu 11">
            <a:extLst>
              <a:ext uri="{FF2B5EF4-FFF2-40B4-BE49-F238E27FC236}">
                <a16:creationId xmlns:a16="http://schemas.microsoft.com/office/drawing/2014/main" id="{38274BBA-97D2-571C-2F9E-05ACFE0301F4}"/>
              </a:ext>
            </a:extLst>
          </p:cNvPr>
          <p:cNvSpPr>
            <a:spLocks noGrp="1"/>
          </p:cNvSpPr>
          <p:nvPr>
            <p:ph type="sldNum" sz="quarter" idx="16"/>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çerik">
    <p:bg>
      <p:bgPr>
        <a:solidFill>
          <a:schemeClr val="accent1"/>
        </a:solidFill>
        <a:effectLst/>
      </p:bgPr>
    </p:bg>
    <p:spTree>
      <p:nvGrpSpPr>
        <p:cNvPr id="1" name=""/>
        <p:cNvGrpSpPr/>
        <p:nvPr/>
      </p:nvGrpSpPr>
      <p:grpSpPr>
        <a:xfrm>
          <a:off x="0" y="0"/>
          <a:ext cx="0" cy="0"/>
          <a:chOff x="0" y="0"/>
          <a:chExt cx="0" cy="0"/>
        </a:xfrm>
      </p:grpSpPr>
      <p:sp>
        <p:nvSpPr>
          <p:cNvPr id="12" name="Başlık 1">
            <a:extLst>
              <a:ext uri="{FF2B5EF4-FFF2-40B4-BE49-F238E27FC236}">
                <a16:creationId xmlns:a16="http://schemas.microsoft.com/office/drawing/2014/main" id="{911C59EC-2984-2AFC-A887-928F090FF1DD}"/>
              </a:ext>
            </a:extLst>
          </p:cNvPr>
          <p:cNvSpPr>
            <a:spLocks noGrp="1"/>
          </p:cNvSpPr>
          <p:nvPr>
            <p:ph type="title"/>
          </p:nvPr>
        </p:nvSpPr>
        <p:spPr>
          <a:xfrm>
            <a:off x="612648" y="612648"/>
            <a:ext cx="10963656" cy="548640"/>
          </a:xfrm>
        </p:spPr>
        <p:txBody>
          <a:bodyPr rtlCol="0"/>
          <a:lstStyle>
            <a:lvl1pPr>
              <a:defRPr sz="3600"/>
            </a:lvl1pPr>
          </a:lstStyle>
          <a:p>
            <a:pPr rtl="0"/>
            <a:r>
              <a:rPr lang="tr"/>
              <a:t>Asıl başlık stilini düzenlemek için tıklayın</a:t>
            </a:r>
          </a:p>
        </p:txBody>
      </p:sp>
      <p:sp>
        <p:nvSpPr>
          <p:cNvPr id="3" name="İçerik Yer Tutucusu 2">
            <a:extLst>
              <a:ext uri="{FF2B5EF4-FFF2-40B4-BE49-F238E27FC236}">
                <a16:creationId xmlns:a16="http://schemas.microsoft.com/office/drawing/2014/main" id="{6C2DD052-3E45-E789-01F8-33250024ECBD}"/>
              </a:ext>
            </a:extLst>
          </p:cNvPr>
          <p:cNvSpPr>
            <a:spLocks noGrp="1"/>
          </p:cNvSpPr>
          <p:nvPr>
            <p:ph idx="1"/>
          </p:nvPr>
        </p:nvSpPr>
        <p:spPr>
          <a:xfrm>
            <a:off x="612648" y="1216152"/>
            <a:ext cx="10963656" cy="4946904"/>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7" name="Dikdörtgen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simli Başlık 2">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vert="horz" lIns="91440" tIns="45720" rIns="91440" bIns="45720" rtlCol="0" anchor="b">
            <a:normAutofit/>
          </a:bodyPr>
          <a:lstStyle>
            <a:lvl1pPr>
              <a:defRPr lang="en-US" sz="5200" dirty="0"/>
            </a:lvl1pPr>
          </a:lstStyle>
          <a:p>
            <a:pPr lvl="0" rtl="0"/>
            <a:r>
              <a:rPr lang="tr"/>
              <a:t>Asıl başlık stilini düzenlemek için tıklayın</a:t>
            </a:r>
          </a:p>
        </p:txBody>
      </p:sp>
      <p:sp>
        <p:nvSpPr>
          <p:cNvPr id="11" name="Alt Başlık 2">
            <a:extLst>
              <a:ext uri="{FF2B5EF4-FFF2-40B4-BE49-F238E27FC236}">
                <a16:creationId xmlns:a16="http://schemas.microsoft.com/office/drawing/2014/main" id="{2E6A680F-1F8E-363D-A844-3A4126F02BCF}"/>
              </a:ext>
            </a:extLst>
          </p:cNvPr>
          <p:cNvSpPr>
            <a:spLocks noGrp="1"/>
          </p:cNvSpPr>
          <p:nvPr>
            <p:ph type="subTitle" idx="1"/>
          </p:nvPr>
        </p:nvSpPr>
        <p:spPr>
          <a:xfrm>
            <a:off x="7199303" y="4726885"/>
            <a:ext cx="4197096" cy="1316736"/>
          </a:xfrm>
        </p:spPr>
        <p:txBody>
          <a:bodyPr vert="horz" lIns="91440" tIns="45720" rIns="91440" bIns="45720" rtlCol="0">
            <a:normAutofit/>
          </a:bodyPr>
          <a:lstStyle>
            <a:lvl1pPr marL="0" indent="0">
              <a:buNone/>
              <a:defRPr lang="en-US" sz="2000" dirty="0"/>
            </a:lvl1pPr>
          </a:lstStyle>
          <a:p>
            <a:pPr lvl="0" rtl="0"/>
            <a:r>
              <a:rPr lang="tr"/>
              <a:t>Asıl alt başlık stilini düzenlemek için tıklatın</a:t>
            </a:r>
          </a:p>
        </p:txBody>
      </p:sp>
      <p:sp>
        <p:nvSpPr>
          <p:cNvPr id="10" name="Resim Yer Tutucusu 10">
            <a:extLst>
              <a:ext uri="{FF2B5EF4-FFF2-40B4-BE49-F238E27FC236}">
                <a16:creationId xmlns:a16="http://schemas.microsoft.com/office/drawing/2014/main" id="{791DC7E0-CBE1-A440-0537-4B3B94635221}"/>
              </a:ext>
            </a:extLst>
          </p:cNvPr>
          <p:cNvSpPr>
            <a:spLocks noGrp="1"/>
          </p:cNvSpPr>
          <p:nvPr>
            <p:ph type="pic" sz="quarter" idx="18" hasCustomPrompt="1"/>
          </p:nvPr>
        </p:nvSpPr>
        <p:spPr>
          <a:xfrm>
            <a:off x="349375" y="361188"/>
            <a:ext cx="6281928" cy="6135624"/>
          </a:xfrm>
          <a:blipFill>
            <a:blip r:embed="rId2">
              <a:alphaModFix amt="5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tr"/>
              <a:t> </a:t>
            </a:r>
          </a:p>
        </p:txBody>
      </p:sp>
      <p:sp>
        <p:nvSpPr>
          <p:cNvPr id="7" name="Dikdörtgen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Dikdörtgen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arih Yer Tutucusu 4">
            <a:extLst>
              <a:ext uri="{FF2B5EF4-FFF2-40B4-BE49-F238E27FC236}">
                <a16:creationId xmlns:a16="http://schemas.microsoft.com/office/drawing/2014/main" id="{7BCC1026-8D94-2081-4610-6490A031C2BE}"/>
              </a:ext>
            </a:extLst>
          </p:cNvPr>
          <p:cNvSpPr>
            <a:spLocks noGrp="1"/>
          </p:cNvSpPr>
          <p:nvPr>
            <p:ph type="dt" sz="half" idx="19"/>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945E5425-2E7D-668E-4A6F-75CB0F0C63B2}"/>
              </a:ext>
            </a:extLst>
          </p:cNvPr>
          <p:cNvSpPr>
            <a:spLocks noGrp="1"/>
          </p:cNvSpPr>
          <p:nvPr>
            <p:ph type="ftr" sz="quarter" idx="20"/>
          </p:nvPr>
        </p:nvSpPr>
        <p:spPr/>
        <p:txBody>
          <a:bodyPr rtlCol="0"/>
          <a:lstStyle/>
          <a:p>
            <a:pPr rtl="0"/>
            <a:r>
              <a:rPr lang="tr"/>
              <a:t>Örnek Alt Bilgi Metni</a:t>
            </a:r>
            <a:endParaRPr lang="en-US"/>
          </a:p>
        </p:txBody>
      </p:sp>
      <p:sp>
        <p:nvSpPr>
          <p:cNvPr id="8" name="Slayt Numarası Yer Tutucusu 7">
            <a:extLst>
              <a:ext uri="{FF2B5EF4-FFF2-40B4-BE49-F238E27FC236}">
                <a16:creationId xmlns:a16="http://schemas.microsoft.com/office/drawing/2014/main" id="{A47A5843-EB2F-247C-B659-DCAD8425691C}"/>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simli Başlık 3">
    <p:bg>
      <p:bgPr>
        <a:solidFill>
          <a:schemeClr val="accent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vert="horz" lIns="91440" tIns="45720" rIns="91440" bIns="45720" rtlCol="0" anchor="t">
            <a:normAutofit/>
          </a:bodyPr>
          <a:lstStyle>
            <a:lvl1pPr>
              <a:defRPr lang="en-US" sz="5200" dirty="0"/>
            </a:lvl1pPr>
          </a:lstStyle>
          <a:p>
            <a:pPr lvl="0" rtl="0"/>
            <a:r>
              <a:rPr lang="tr"/>
              <a:t>Asıl başlık stilini düzenlemek için tıklayın</a:t>
            </a:r>
          </a:p>
        </p:txBody>
      </p:sp>
      <p:sp>
        <p:nvSpPr>
          <p:cNvPr id="11" name="Alt Başlık 2">
            <a:extLst>
              <a:ext uri="{FF2B5EF4-FFF2-40B4-BE49-F238E27FC236}">
                <a16:creationId xmlns:a16="http://schemas.microsoft.com/office/drawing/2014/main" id="{D46B27E7-8459-6E53-8FBA-85BE66AB87BA}"/>
              </a:ext>
            </a:extLst>
          </p:cNvPr>
          <p:cNvSpPr>
            <a:spLocks noGrp="1"/>
          </p:cNvSpPr>
          <p:nvPr>
            <p:ph type="subTitle" idx="1"/>
          </p:nvPr>
        </p:nvSpPr>
        <p:spPr>
          <a:xfrm>
            <a:off x="822452" y="4668118"/>
            <a:ext cx="4334256" cy="1380744"/>
          </a:xfrm>
        </p:spPr>
        <p:txBody>
          <a:bodyPr vert="horz" lIns="91440" tIns="45720" rIns="91440" bIns="45720" rtlCol="0" anchor="b">
            <a:normAutofit/>
          </a:bodyPr>
          <a:lstStyle>
            <a:lvl1pPr marL="0" indent="0">
              <a:buNone/>
              <a:defRPr lang="en-US" sz="2000" dirty="0"/>
            </a:lvl1pPr>
          </a:lstStyle>
          <a:p>
            <a:pPr lvl="0" rtl="0"/>
            <a:r>
              <a:rPr lang="tr"/>
              <a:t>Asıl alt başlık stilini düzenlemek için tıklatın</a:t>
            </a:r>
          </a:p>
        </p:txBody>
      </p:sp>
      <p:sp>
        <p:nvSpPr>
          <p:cNvPr id="5" name="Resim Yer Tutucusu 10">
            <a:extLst>
              <a:ext uri="{FF2B5EF4-FFF2-40B4-BE49-F238E27FC236}">
                <a16:creationId xmlns:a16="http://schemas.microsoft.com/office/drawing/2014/main" id="{710F4B22-F5AC-7D33-7A84-7B2436EFDEFA}"/>
              </a:ext>
            </a:extLst>
          </p:cNvPr>
          <p:cNvSpPr>
            <a:spLocks noGrp="1"/>
          </p:cNvSpPr>
          <p:nvPr>
            <p:ph type="pic" sz="quarter" idx="18" hasCustomPrompt="1"/>
          </p:nvPr>
        </p:nvSpPr>
        <p:spPr>
          <a:xfrm>
            <a:off x="5752063" y="361188"/>
            <a:ext cx="6089904" cy="6135624"/>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tr"/>
              <a:t> </a:t>
            </a:r>
          </a:p>
        </p:txBody>
      </p:sp>
      <p:sp>
        <p:nvSpPr>
          <p:cNvPr id="8" name="Dikdörtgen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Dikdörtgen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Tarih Yer Tutucusu 3">
            <a:extLst>
              <a:ext uri="{FF2B5EF4-FFF2-40B4-BE49-F238E27FC236}">
                <a16:creationId xmlns:a16="http://schemas.microsoft.com/office/drawing/2014/main" id="{9E7CE726-49FC-55E2-26A1-1FE3520D3F1B}"/>
              </a:ext>
            </a:extLst>
          </p:cNvPr>
          <p:cNvSpPr>
            <a:spLocks noGrp="1"/>
          </p:cNvSpPr>
          <p:nvPr>
            <p:ph type="dt" sz="half" idx="19"/>
          </p:nvPr>
        </p:nvSpPr>
        <p:spPr/>
        <p:txBody>
          <a:bodyPr rtlCol="0"/>
          <a:lstStyle/>
          <a:p>
            <a:pPr rtl="0"/>
            <a:r>
              <a:rPr lang="en-US"/>
              <a:t>8/10/2025</a:t>
            </a:r>
          </a:p>
        </p:txBody>
      </p:sp>
      <p:sp>
        <p:nvSpPr>
          <p:cNvPr id="7" name="Alt Bilgi Yer Tutucusu 6">
            <a:extLst>
              <a:ext uri="{FF2B5EF4-FFF2-40B4-BE49-F238E27FC236}">
                <a16:creationId xmlns:a16="http://schemas.microsoft.com/office/drawing/2014/main" id="{23D8F946-DB8C-1435-46BE-F233D3CF260C}"/>
              </a:ext>
            </a:extLst>
          </p:cNvPr>
          <p:cNvSpPr>
            <a:spLocks noGrp="1"/>
          </p:cNvSpPr>
          <p:nvPr>
            <p:ph type="ftr" sz="quarter" idx="20"/>
          </p:nvPr>
        </p:nvSpPr>
        <p:spPr/>
        <p:txBody>
          <a:bodyPr rtlCol="0"/>
          <a:lstStyle/>
          <a:p>
            <a:pPr rtl="0"/>
            <a:r>
              <a:rPr lang="tr"/>
              <a:t>Örnek Alt Bilgi Metni</a:t>
            </a:r>
            <a:endParaRPr lang="en-US"/>
          </a:p>
        </p:txBody>
      </p:sp>
      <p:sp>
        <p:nvSpPr>
          <p:cNvPr id="9" name="Slayt Numarası Yer Tutucusu 8">
            <a:extLst>
              <a:ext uri="{FF2B5EF4-FFF2-40B4-BE49-F238E27FC236}">
                <a16:creationId xmlns:a16="http://schemas.microsoft.com/office/drawing/2014/main" id="{A69D42A5-49C9-5DBA-3729-79C2527CA4FD}"/>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simli Başlık 4">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584DA87C-26CA-F62F-296C-4D55C078EB06}"/>
              </a:ext>
            </a:extLst>
          </p:cNvPr>
          <p:cNvSpPr>
            <a:spLocks noGrp="1"/>
          </p:cNvSpPr>
          <p:nvPr>
            <p:ph type="title"/>
          </p:nvPr>
        </p:nvSpPr>
        <p:spPr>
          <a:xfrm>
            <a:off x="680960" y="4952600"/>
            <a:ext cx="10835640" cy="786385"/>
          </a:xfrm>
        </p:spPr>
        <p:txBody>
          <a:bodyPr rtlCol="0" anchor="b"/>
          <a:lstStyle/>
          <a:p>
            <a:pPr rtl="0"/>
            <a:r>
              <a:rPr lang="tr"/>
              <a:t>Asıl başlık stilini düzenlemek için tıklayın</a:t>
            </a:r>
          </a:p>
        </p:txBody>
      </p:sp>
      <p:sp>
        <p:nvSpPr>
          <p:cNvPr id="12" name="Alt Başlık 2">
            <a:extLst>
              <a:ext uri="{FF2B5EF4-FFF2-40B4-BE49-F238E27FC236}">
                <a16:creationId xmlns:a16="http://schemas.microsoft.com/office/drawing/2014/main" id="{384394C4-6C3C-55A5-F559-609ED8D6D38D}"/>
              </a:ext>
            </a:extLst>
          </p:cNvPr>
          <p:cNvSpPr>
            <a:spLocks noGrp="1"/>
          </p:cNvSpPr>
          <p:nvPr>
            <p:ph type="subTitle" idx="1"/>
          </p:nvPr>
        </p:nvSpPr>
        <p:spPr>
          <a:xfrm>
            <a:off x="675400" y="5738982"/>
            <a:ext cx="10835640" cy="484633"/>
          </a:xfrm>
        </p:spPr>
        <p:txBody>
          <a:bodyPr vert="horz" lIns="91440" tIns="45720" rIns="91440" bIns="45720" rtlCol="0">
            <a:normAutofit/>
          </a:bodyPr>
          <a:lstStyle>
            <a:lvl1pPr marL="0" indent="0">
              <a:buNone/>
              <a:defRPr lang="en-US" sz="1800" dirty="0"/>
            </a:lvl1pPr>
          </a:lstStyle>
          <a:p>
            <a:pPr lvl="0" rtl="0"/>
            <a:r>
              <a:rPr lang="tr"/>
              <a:t>Asıl alt başlık stilini düzenlemek için tıklatın</a:t>
            </a:r>
          </a:p>
        </p:txBody>
      </p:sp>
      <p:sp>
        <p:nvSpPr>
          <p:cNvPr id="15" name="Resim Yer Tutucusu 10">
            <a:extLst>
              <a:ext uri="{FF2B5EF4-FFF2-40B4-BE49-F238E27FC236}">
                <a16:creationId xmlns:a16="http://schemas.microsoft.com/office/drawing/2014/main" id="{845630E0-3E81-3871-9E2F-2BE123E89866}"/>
              </a:ext>
            </a:extLst>
          </p:cNvPr>
          <p:cNvSpPr>
            <a:spLocks noGrp="1"/>
          </p:cNvSpPr>
          <p:nvPr>
            <p:ph type="pic" sz="quarter" idx="17" hasCustomPrompt="1"/>
          </p:nvPr>
        </p:nvSpPr>
        <p:spPr>
          <a:xfrm>
            <a:off x="348996" y="359053"/>
            <a:ext cx="11494008" cy="420624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tr"/>
              <a:t> </a:t>
            </a:r>
          </a:p>
        </p:txBody>
      </p:sp>
      <p:sp>
        <p:nvSpPr>
          <p:cNvPr id="5" name="Dikdörtgen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Dikdörtgen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Tarih Yer Tutucusu 8">
            <a:extLst>
              <a:ext uri="{FF2B5EF4-FFF2-40B4-BE49-F238E27FC236}">
                <a16:creationId xmlns:a16="http://schemas.microsoft.com/office/drawing/2014/main" id="{CF5C3FE8-0DDB-A431-4FEB-7A68056C262F}"/>
              </a:ext>
            </a:extLst>
          </p:cNvPr>
          <p:cNvSpPr>
            <a:spLocks noGrp="1"/>
          </p:cNvSpPr>
          <p:nvPr>
            <p:ph type="dt" sz="half" idx="18"/>
          </p:nvPr>
        </p:nvSpPr>
        <p:spPr/>
        <p:txBody>
          <a:bodyPr rtlCol="0"/>
          <a:lstStyle/>
          <a:p>
            <a:pPr rtl="0"/>
            <a:r>
              <a:rPr lang="en-US"/>
              <a:t>8/10/2025</a:t>
            </a:r>
          </a:p>
        </p:txBody>
      </p:sp>
      <p:sp>
        <p:nvSpPr>
          <p:cNvPr id="10" name="Alt Bilgi Yer Tutucusu 9">
            <a:extLst>
              <a:ext uri="{FF2B5EF4-FFF2-40B4-BE49-F238E27FC236}">
                <a16:creationId xmlns:a16="http://schemas.microsoft.com/office/drawing/2014/main" id="{274D131E-594B-1FB1-8E49-0B78695F0A87}"/>
              </a:ext>
            </a:extLst>
          </p:cNvPr>
          <p:cNvSpPr>
            <a:spLocks noGrp="1"/>
          </p:cNvSpPr>
          <p:nvPr>
            <p:ph type="ftr" sz="quarter" idx="19"/>
          </p:nvPr>
        </p:nvSpPr>
        <p:spPr/>
        <p:txBody>
          <a:bodyPr rtlCol="0"/>
          <a:lstStyle/>
          <a:p>
            <a:pPr rtl="0"/>
            <a:r>
              <a:rPr lang="tr"/>
              <a:t>Örnek Alt Bilgi Metni</a:t>
            </a:r>
            <a:endParaRPr lang="en-US"/>
          </a:p>
        </p:txBody>
      </p:sp>
      <p:sp>
        <p:nvSpPr>
          <p:cNvPr id="11" name="Slayt Numarası Yer Tutucusu 10">
            <a:extLst>
              <a:ext uri="{FF2B5EF4-FFF2-40B4-BE49-F238E27FC236}">
                <a16:creationId xmlns:a16="http://schemas.microsoft.com/office/drawing/2014/main" id="{D24C9504-D631-2C97-8DB1-12F8201AAF49}"/>
              </a:ext>
            </a:extLst>
          </p:cNvPr>
          <p:cNvSpPr>
            <a:spLocks noGrp="1"/>
          </p:cNvSpPr>
          <p:nvPr>
            <p:ph type="sldNum" sz="quarter" idx="20"/>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şlık">
    <p:spTree>
      <p:nvGrpSpPr>
        <p:cNvPr id="1" name=""/>
        <p:cNvGrpSpPr/>
        <p:nvPr/>
      </p:nvGrpSpPr>
      <p:grpSpPr>
        <a:xfrm>
          <a:off x="0" y="0"/>
          <a:ext cx="0" cy="0"/>
          <a:chOff x="0" y="0"/>
          <a:chExt cx="0" cy="0"/>
        </a:xfrm>
      </p:grpSpPr>
      <p:sp>
        <p:nvSpPr>
          <p:cNvPr id="8" name="Başlık 7">
            <a:extLst>
              <a:ext uri="{FF2B5EF4-FFF2-40B4-BE49-F238E27FC236}">
                <a16:creationId xmlns:a16="http://schemas.microsoft.com/office/drawing/2014/main" id="{CE1799C1-C337-0DE1-3234-4D0362D02774}"/>
              </a:ext>
            </a:extLst>
          </p:cNvPr>
          <p:cNvSpPr>
            <a:spLocks noGrp="1"/>
          </p:cNvSpPr>
          <p:nvPr>
            <p:ph type="title"/>
          </p:nvPr>
        </p:nvSpPr>
        <p:spPr>
          <a:xfrm>
            <a:off x="793236" y="837735"/>
            <a:ext cx="10643616" cy="3346704"/>
          </a:xfrm>
        </p:spPr>
        <p:txBody>
          <a:bodyPr rtlCol="0">
            <a:normAutofit/>
          </a:bodyPr>
          <a:lstStyle>
            <a:lvl1pPr>
              <a:defRPr sz="7000"/>
            </a:lvl1pPr>
          </a:lstStyle>
          <a:p>
            <a:pPr rtl="0"/>
            <a:r>
              <a:rPr lang="tr"/>
              <a:t>Asıl başlık stilini düzenlemek için tıklayın</a:t>
            </a:r>
          </a:p>
        </p:txBody>
      </p:sp>
      <p:sp>
        <p:nvSpPr>
          <p:cNvPr id="12" name="Alt Başlık 2">
            <a:extLst>
              <a:ext uri="{FF2B5EF4-FFF2-40B4-BE49-F238E27FC236}">
                <a16:creationId xmlns:a16="http://schemas.microsoft.com/office/drawing/2014/main" id="{9E4A3D71-157A-047C-16D0-5D3FDA49C24B}"/>
              </a:ext>
            </a:extLst>
          </p:cNvPr>
          <p:cNvSpPr>
            <a:spLocks noGrp="1"/>
          </p:cNvSpPr>
          <p:nvPr>
            <p:ph type="subTitle" idx="1"/>
          </p:nvPr>
        </p:nvSpPr>
        <p:spPr>
          <a:xfrm>
            <a:off x="795528" y="4824760"/>
            <a:ext cx="10641324" cy="1194128"/>
          </a:xfrm>
        </p:spPr>
        <p:txBody>
          <a:bodyPr vert="horz" lIns="91440" tIns="45720" rIns="91440" bIns="45720" rtlCol="0" anchor="b">
            <a:normAutofit/>
          </a:bodyPr>
          <a:lstStyle>
            <a:lvl1pPr marL="0" indent="0">
              <a:buNone/>
              <a:defRPr lang="en-US" sz="2200" dirty="0"/>
            </a:lvl1pPr>
          </a:lstStyle>
          <a:p>
            <a:pPr lvl="0" rtl="0"/>
            <a:r>
              <a:rPr lang="tr"/>
              <a:t>Asıl alt başlık stilini düzenlemek için tıklatın</a:t>
            </a:r>
          </a:p>
        </p:txBody>
      </p:sp>
      <p:sp>
        <p:nvSpPr>
          <p:cNvPr id="4" name="Tarih Yer Tutucusu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7" name="Dikdörtgen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aşlık 2">
    <p:bg>
      <p:bgPr>
        <a:solidFill>
          <a:schemeClr val="accent1"/>
        </a:solidFill>
        <a:effectLst/>
      </p:bgPr>
    </p:bg>
    <p:spTree>
      <p:nvGrpSpPr>
        <p:cNvPr id="1" name=""/>
        <p:cNvGrpSpPr/>
        <p:nvPr/>
      </p:nvGrpSpPr>
      <p:grpSpPr>
        <a:xfrm>
          <a:off x="0" y="0"/>
          <a:ext cx="0" cy="0"/>
          <a:chOff x="0" y="0"/>
          <a:chExt cx="0" cy="0"/>
        </a:xfrm>
      </p:grpSpPr>
      <p:sp>
        <p:nvSpPr>
          <p:cNvPr id="8" name="Başlık 7">
            <a:extLst>
              <a:ext uri="{FF2B5EF4-FFF2-40B4-BE49-F238E27FC236}">
                <a16:creationId xmlns:a16="http://schemas.microsoft.com/office/drawing/2014/main" id="{43B7DDF3-035D-63C7-AB51-6046391B6250}"/>
              </a:ext>
            </a:extLst>
          </p:cNvPr>
          <p:cNvSpPr>
            <a:spLocks noGrp="1"/>
          </p:cNvSpPr>
          <p:nvPr>
            <p:ph type="title"/>
          </p:nvPr>
        </p:nvSpPr>
        <p:spPr>
          <a:xfrm>
            <a:off x="793235" y="840285"/>
            <a:ext cx="10643616" cy="3593592"/>
          </a:xfrm>
        </p:spPr>
        <p:txBody>
          <a:bodyPr rtlCol="0" anchor="b">
            <a:normAutofit/>
          </a:bodyPr>
          <a:lstStyle>
            <a:lvl1pPr>
              <a:defRPr sz="7200"/>
            </a:lvl1pPr>
          </a:lstStyle>
          <a:p>
            <a:pPr rtl="0"/>
            <a:r>
              <a:rPr lang="tr"/>
              <a:t>Asıl başlık stilini düzenlemek için tıklayın</a:t>
            </a:r>
          </a:p>
        </p:txBody>
      </p:sp>
      <p:sp>
        <p:nvSpPr>
          <p:cNvPr id="15" name="Alt Başlık 2">
            <a:extLst>
              <a:ext uri="{FF2B5EF4-FFF2-40B4-BE49-F238E27FC236}">
                <a16:creationId xmlns:a16="http://schemas.microsoft.com/office/drawing/2014/main" id="{7D73ECB8-129C-F6DD-9829-B61FF23C403C}"/>
              </a:ext>
            </a:extLst>
          </p:cNvPr>
          <p:cNvSpPr>
            <a:spLocks noGrp="1"/>
          </p:cNvSpPr>
          <p:nvPr>
            <p:ph type="subTitle" idx="1"/>
          </p:nvPr>
        </p:nvSpPr>
        <p:spPr>
          <a:xfrm>
            <a:off x="795528" y="4598850"/>
            <a:ext cx="10641323" cy="1033272"/>
          </a:xfrm>
        </p:spPr>
        <p:txBody>
          <a:bodyPr vert="horz" lIns="91440" tIns="45720" rIns="91440" bIns="45720" rtlCol="0">
            <a:normAutofit/>
          </a:bodyPr>
          <a:lstStyle>
            <a:lvl1pPr marL="0" indent="0">
              <a:buNone/>
              <a:defRPr lang="en-US" sz="2000" dirty="0"/>
            </a:lvl1pPr>
          </a:lstStyle>
          <a:p>
            <a:pPr lvl="0" rtl="0"/>
            <a:r>
              <a:rPr lang="tr"/>
              <a:t>Asıl alt başlık stilini düzenlemek için tıklatın</a:t>
            </a:r>
          </a:p>
        </p:txBody>
      </p:sp>
      <p:sp>
        <p:nvSpPr>
          <p:cNvPr id="4" name="Tarih Yer Tutucusu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7" name="Dikdörtgen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aşlık 3">
    <p:bg>
      <p:bgPr>
        <a:solidFill>
          <a:schemeClr val="accent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336E9A-8E96-CD8C-7598-F87632CD81CF}"/>
              </a:ext>
            </a:extLst>
          </p:cNvPr>
          <p:cNvSpPr>
            <a:spLocks noGrp="1"/>
          </p:cNvSpPr>
          <p:nvPr>
            <p:ph type="ctrTitle"/>
          </p:nvPr>
        </p:nvSpPr>
        <p:spPr>
          <a:xfrm>
            <a:off x="1981200" y="1566152"/>
            <a:ext cx="8229600" cy="2373303"/>
          </a:xfrm>
        </p:spPr>
        <p:txBody>
          <a:bodyPr rtlCol="0" anchor="b">
            <a:normAutofit/>
          </a:bodyPr>
          <a:lstStyle>
            <a:lvl1pPr algn="ctr">
              <a:defRPr sz="6000"/>
            </a:lvl1pPr>
          </a:lstStyle>
          <a:p>
            <a:pPr rtl="0"/>
            <a:r>
              <a:rPr lang="tr"/>
              <a:t>Asıl başlık stilini düzenlemek için tıklayın</a:t>
            </a:r>
          </a:p>
        </p:txBody>
      </p:sp>
      <p:sp>
        <p:nvSpPr>
          <p:cNvPr id="3" name="Alt Başlık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033272"/>
          </a:xfrm>
        </p:spPr>
        <p:txBody>
          <a:bodyPr rtlCol="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
              <a:t>Asıl alt başlık stilini düzenlemek için tıklatın</a:t>
            </a:r>
          </a:p>
        </p:txBody>
      </p:sp>
      <p:sp>
        <p:nvSpPr>
          <p:cNvPr id="4" name="Tarih Yer Tutucusu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7" name="Dikdörtgen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ölüm Üst Bilgisi">
    <p:bg>
      <p:bgPr>
        <a:solidFill>
          <a:schemeClr val="accent1"/>
        </a:solidFill>
        <a:effectLst/>
      </p:bgPr>
    </p:bg>
    <p:spTree>
      <p:nvGrpSpPr>
        <p:cNvPr id="1" name=""/>
        <p:cNvGrpSpPr/>
        <p:nvPr/>
      </p:nvGrpSpPr>
      <p:grpSpPr>
        <a:xfrm>
          <a:off x="0" y="0"/>
          <a:ext cx="0" cy="0"/>
          <a:chOff x="0" y="0"/>
          <a:chExt cx="0" cy="0"/>
        </a:xfrm>
      </p:grpSpPr>
      <p:sp>
        <p:nvSpPr>
          <p:cNvPr id="8" name="Dikdörtgen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Tarih Yer Tutucusu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2" name="Başlık 1">
            <a:extLst>
              <a:ext uri="{FF2B5EF4-FFF2-40B4-BE49-F238E27FC236}">
                <a16:creationId xmlns:a16="http://schemas.microsoft.com/office/drawing/2014/main" id="{5FB1752B-CF4C-EEF0-36CC-58B27E1CB9EF}"/>
              </a:ext>
            </a:extLst>
          </p:cNvPr>
          <p:cNvSpPr>
            <a:spLocks noGrp="1"/>
          </p:cNvSpPr>
          <p:nvPr>
            <p:ph type="title"/>
          </p:nvPr>
        </p:nvSpPr>
        <p:spPr>
          <a:xfrm>
            <a:off x="1474076" y="1359775"/>
            <a:ext cx="7909560" cy="4334256"/>
          </a:xfrm>
        </p:spPr>
        <p:txBody>
          <a:bodyPr rtlCol="0" anchor="b">
            <a:normAutofit/>
          </a:bodyPr>
          <a:lstStyle>
            <a:lvl1pPr>
              <a:defRPr sz="6200"/>
            </a:lvl1pPr>
          </a:lstStyle>
          <a:p>
            <a:pPr rtl="0"/>
            <a:r>
              <a:rPr lang="tr"/>
              <a:t>Asıl başlık stilini düzenlemek için tıklayın</a:t>
            </a:r>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jand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E4019F8-742E-9EEF-F591-C9666AC32AF1}"/>
              </a:ext>
            </a:extLst>
          </p:cNvPr>
          <p:cNvSpPr>
            <a:spLocks noGrp="1"/>
          </p:cNvSpPr>
          <p:nvPr>
            <p:ph type="title"/>
          </p:nvPr>
        </p:nvSpPr>
        <p:spPr>
          <a:xfrm>
            <a:off x="809383" y="841248"/>
            <a:ext cx="8931403" cy="1380744"/>
          </a:xfrm>
        </p:spPr>
        <p:txBody>
          <a:bodyPr rtlCol="0" anchor="b">
            <a:normAutofit/>
          </a:bodyPr>
          <a:lstStyle>
            <a:lvl1pPr>
              <a:defRPr sz="4400"/>
            </a:lvl1pPr>
          </a:lstStyle>
          <a:p>
            <a:pPr rtl="0"/>
            <a:r>
              <a:rPr lang="tr"/>
              <a:t>Asıl başlık stilini düzenlemek için tıklayın</a:t>
            </a:r>
          </a:p>
        </p:txBody>
      </p:sp>
      <p:sp>
        <p:nvSpPr>
          <p:cNvPr id="7" name="İçerik Yer Tutucusu 6">
            <a:extLst>
              <a:ext uri="{FF2B5EF4-FFF2-40B4-BE49-F238E27FC236}">
                <a16:creationId xmlns:a16="http://schemas.microsoft.com/office/drawing/2014/main" id="{28C8B19A-6FC1-2B71-0BFB-9274CBF396B9}"/>
              </a:ext>
            </a:extLst>
          </p:cNvPr>
          <p:cNvSpPr>
            <a:spLocks noGrp="1"/>
          </p:cNvSpPr>
          <p:nvPr>
            <p:ph sz="quarter" idx="13"/>
          </p:nvPr>
        </p:nvSpPr>
        <p:spPr>
          <a:xfrm>
            <a:off x="809383" y="2333860"/>
            <a:ext cx="8931403" cy="3689909"/>
          </a:xfrm>
        </p:spPr>
        <p:txBody>
          <a:bodyPr rtlCol="0">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6" name="Dikdörtgen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357459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simli Ajanda">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E4019F8-742E-9EEF-F591-C9666AC32AF1}"/>
              </a:ext>
            </a:extLst>
          </p:cNvPr>
          <p:cNvSpPr>
            <a:spLocks noGrp="1"/>
          </p:cNvSpPr>
          <p:nvPr>
            <p:ph type="title"/>
          </p:nvPr>
        </p:nvSpPr>
        <p:spPr>
          <a:xfrm>
            <a:off x="5196940" y="829577"/>
            <a:ext cx="6199461" cy="1693992"/>
          </a:xfrm>
        </p:spPr>
        <p:txBody>
          <a:bodyPr rtlCol="0" anchor="b">
            <a:normAutofit/>
          </a:bodyPr>
          <a:lstStyle>
            <a:lvl1pPr>
              <a:defRPr sz="4000"/>
            </a:lvl1pPr>
          </a:lstStyle>
          <a:p>
            <a:pPr rtl="0"/>
            <a:r>
              <a:rPr lang="tr"/>
              <a:t>Asıl başlık stilini düzenlemek için tıklayın</a:t>
            </a:r>
          </a:p>
        </p:txBody>
      </p:sp>
      <p:sp>
        <p:nvSpPr>
          <p:cNvPr id="3" name="Resim Yer Tutucusu 10">
            <a:extLst>
              <a:ext uri="{FF2B5EF4-FFF2-40B4-BE49-F238E27FC236}">
                <a16:creationId xmlns:a16="http://schemas.microsoft.com/office/drawing/2014/main" id="{D9C05904-FD8A-9AED-FEBF-07D02323D6FF}"/>
              </a:ext>
            </a:extLst>
          </p:cNvPr>
          <p:cNvSpPr>
            <a:spLocks noGrp="1"/>
          </p:cNvSpPr>
          <p:nvPr>
            <p:ph type="pic" sz="quarter" idx="18" hasCustomPrompt="1"/>
          </p:nvPr>
        </p:nvSpPr>
        <p:spPr>
          <a:xfrm>
            <a:off x="349376" y="366631"/>
            <a:ext cx="4250069" cy="6135624"/>
          </a:xfrm>
          <a:blipFill>
            <a:blip r:embed="rId2">
              <a:alphaModFix amt="70000"/>
              <a:extLst>
                <a:ext uri="{28A0092B-C50C-407E-A947-70E740481C1C}">
                  <a14:useLocalDpi xmlns:a14="http://schemas.microsoft.com/office/drawing/2010/main" val="0"/>
                </a:ext>
              </a:extLst>
            </a:blip>
            <a:stretch>
              <a:fillRect l="1" r="-47809"/>
            </a:stretch>
          </a:blipFill>
          <a:ln w="19050">
            <a:noFill/>
            <a:miter lim="800000"/>
          </a:ln>
        </p:spPr>
        <p:txBody>
          <a:bodyPr rtlCol="0"/>
          <a:lstStyle>
            <a:lvl1pPr marL="0" indent="0">
              <a:buNone/>
              <a:defRPr/>
            </a:lvl1pPr>
          </a:lstStyle>
          <a:p>
            <a:pPr rtl="0"/>
            <a:r>
              <a:rPr lang="tr"/>
              <a:t> </a:t>
            </a:r>
          </a:p>
        </p:txBody>
      </p:sp>
      <p:sp>
        <p:nvSpPr>
          <p:cNvPr id="7" name="İçerik Yer Tutucusu 6">
            <a:extLst>
              <a:ext uri="{FF2B5EF4-FFF2-40B4-BE49-F238E27FC236}">
                <a16:creationId xmlns:a16="http://schemas.microsoft.com/office/drawing/2014/main" id="{28C8B19A-6FC1-2B71-0BFB-9274CBF396B9}"/>
              </a:ext>
            </a:extLst>
          </p:cNvPr>
          <p:cNvSpPr>
            <a:spLocks noGrp="1"/>
          </p:cNvSpPr>
          <p:nvPr>
            <p:ph sz="quarter" idx="13"/>
          </p:nvPr>
        </p:nvSpPr>
        <p:spPr>
          <a:xfrm>
            <a:off x="5196940" y="2637762"/>
            <a:ext cx="6199461" cy="3411099"/>
          </a:xfrm>
        </p:spPr>
        <p:txBody>
          <a:bodyPr rtlCol="0">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10" name="Dikdörtgen 9">
            <a:extLst>
              <a:ext uri="{FF2B5EF4-FFF2-40B4-BE49-F238E27FC236}">
                <a16:creationId xmlns:a16="http://schemas.microsoft.com/office/drawing/2014/main" id="{5CF087BA-BF9C-B6FF-3993-B14EFC993249}"/>
              </a:ext>
            </a:extLst>
          </p:cNvPr>
          <p:cNvSpPr/>
          <p:nvPr userDrawn="1"/>
        </p:nvSpPr>
        <p:spPr>
          <a:xfrm>
            <a:off x="4765158" y="351065"/>
            <a:ext cx="7084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Dikdörtgen 3">
            <a:extLst>
              <a:ext uri="{FF2B5EF4-FFF2-40B4-BE49-F238E27FC236}">
                <a16:creationId xmlns:a16="http://schemas.microsoft.com/office/drawing/2014/main" id="{2205EF98-C9B4-FDE5-FF49-3AC91EBF7C80}"/>
              </a:ext>
            </a:extLst>
          </p:cNvPr>
          <p:cNvSpPr/>
          <p:nvPr userDrawn="1"/>
        </p:nvSpPr>
        <p:spPr>
          <a:xfrm>
            <a:off x="334788" y="353022"/>
            <a:ext cx="4279392"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arih Yer Tutucusu 4">
            <a:extLst>
              <a:ext uri="{FF2B5EF4-FFF2-40B4-BE49-F238E27FC236}">
                <a16:creationId xmlns:a16="http://schemas.microsoft.com/office/drawing/2014/main" id="{3955E63F-831B-1E75-A3D2-7916C30870FC}"/>
              </a:ext>
            </a:extLst>
          </p:cNvPr>
          <p:cNvSpPr>
            <a:spLocks noGrp="1"/>
          </p:cNvSpPr>
          <p:nvPr>
            <p:ph type="dt" sz="half" idx="19"/>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AA36642A-4BF1-3042-3D1E-3F9A6461A021}"/>
              </a:ext>
            </a:extLst>
          </p:cNvPr>
          <p:cNvSpPr>
            <a:spLocks noGrp="1"/>
          </p:cNvSpPr>
          <p:nvPr>
            <p:ph type="ftr" sz="quarter" idx="20"/>
          </p:nvPr>
        </p:nvSpPr>
        <p:spPr/>
        <p:txBody>
          <a:bodyPr rtlCol="0"/>
          <a:lstStyle/>
          <a:p>
            <a:pPr rtl="0"/>
            <a:r>
              <a:rPr lang="tr"/>
              <a:t>Örnek Alt Bilgi Metni</a:t>
            </a:r>
            <a:endParaRPr lang="en-US"/>
          </a:p>
        </p:txBody>
      </p:sp>
      <p:sp>
        <p:nvSpPr>
          <p:cNvPr id="8" name="Slayt Numarası Yer Tutucusu 7">
            <a:extLst>
              <a:ext uri="{FF2B5EF4-FFF2-40B4-BE49-F238E27FC236}">
                <a16:creationId xmlns:a16="http://schemas.microsoft.com/office/drawing/2014/main" id="{AACA4F36-7122-9562-2451-1594B9399AFD}"/>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2610962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çerik 2">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2785872" y="2130552"/>
            <a:ext cx="6620256" cy="1069848"/>
          </a:xfrm>
        </p:spPr>
        <p:txBody>
          <a:bodyPr rtlCol="0" anchor="b" anchorCtr="0">
            <a:normAutofit/>
          </a:bodyPr>
          <a:lstStyle>
            <a:lvl1pPr algn="ctr">
              <a:defRPr sz="36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7D633F00-464B-3088-812A-40496FD1021A}"/>
              </a:ext>
            </a:extLst>
          </p:cNvPr>
          <p:cNvSpPr>
            <a:spLocks noGrp="1"/>
          </p:cNvSpPr>
          <p:nvPr>
            <p:ph sz="quarter" idx="13"/>
          </p:nvPr>
        </p:nvSpPr>
        <p:spPr>
          <a:xfrm>
            <a:off x="3764280" y="3337560"/>
            <a:ext cx="4663440" cy="1645920"/>
          </a:xfrm>
        </p:spPr>
        <p:txBody>
          <a:bodyPr rtlCol="0"/>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37895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çerik 3">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832104" y="2258568"/>
            <a:ext cx="3493008" cy="3465576"/>
          </a:xfrm>
        </p:spPr>
        <p:txBody>
          <a:bodyPr rtlCol="0">
            <a:normAutofit/>
          </a:bodyPr>
          <a:lstStyle>
            <a:lvl1pPr>
              <a:defRPr sz="36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465576"/>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890771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İçerik 4">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833582" y="1537853"/>
            <a:ext cx="3922776" cy="4087368"/>
          </a:xfrm>
        </p:spPr>
        <p:txBody>
          <a:bodyPr rtlCol="0">
            <a:normAutofit/>
          </a:bodyPr>
          <a:lstStyle>
            <a:lvl1pPr>
              <a:defRPr sz="36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FFB4667A-FE47-8556-FD3A-55FDBA801D76}"/>
              </a:ext>
            </a:extLst>
          </p:cNvPr>
          <p:cNvSpPr>
            <a:spLocks noGrp="1"/>
          </p:cNvSpPr>
          <p:nvPr>
            <p:ph sz="quarter" idx="13"/>
          </p:nvPr>
        </p:nvSpPr>
        <p:spPr>
          <a:xfrm>
            <a:off x="4943475" y="1538288"/>
            <a:ext cx="6404229" cy="4087368"/>
          </a:xfrm>
        </p:spPr>
        <p:txBody>
          <a:bodyPr rtlCol="0"/>
          <a:lstStyle>
            <a:lvl1pPr>
              <a:defRPr sz="1400"/>
            </a:lvl1pPr>
            <a:lvl2pPr>
              <a:defRPr sz="1400"/>
            </a:lvl2pPr>
            <a:lvl3pPr>
              <a:defRPr sz="1400"/>
            </a:lvl3pPr>
            <a:lvl4pPr>
              <a:defRPr sz="1400"/>
            </a:lvl4pPr>
            <a:lvl5pPr>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621719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çerik 5">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3493008" cy="4940661"/>
          </a:xfrm>
        </p:spPr>
        <p:txBody>
          <a:bodyPr rtlCol="0">
            <a:normAutofit/>
          </a:bodyPr>
          <a:lstStyle>
            <a:lvl1pPr>
              <a:defRPr sz="36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C6F072A2-EBC7-B7EA-DA98-BAC0AA46E7A4}"/>
              </a:ext>
            </a:extLst>
          </p:cNvPr>
          <p:cNvSpPr>
            <a:spLocks noGrp="1"/>
          </p:cNvSpPr>
          <p:nvPr>
            <p:ph sz="quarter" idx="13"/>
          </p:nvPr>
        </p:nvSpPr>
        <p:spPr>
          <a:xfrm>
            <a:off x="4572000" y="832104"/>
            <a:ext cx="6775704" cy="4937760"/>
          </a:xfrm>
        </p:spPr>
        <p:txBody>
          <a:bodyPr rtlCol="0"/>
          <a:lstStyle>
            <a:lvl1pPr>
              <a:defRPr sz="1400"/>
            </a:lvl1pPr>
            <a:lvl2pPr>
              <a:defRPr sz="1400"/>
            </a:lvl2pPr>
            <a:lvl3pPr>
              <a:defRPr sz="1400"/>
            </a:lvl3pPr>
            <a:lvl4pPr>
              <a:defRPr sz="1400"/>
            </a:lvl4pPr>
            <a:lvl5pPr>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256472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İçerik 6">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2834640" cy="5120640"/>
          </a:xfrm>
        </p:spPr>
        <p:txBody>
          <a:bodyPr rtlCol="0">
            <a:normAutofit/>
          </a:bodyPr>
          <a:lstStyle>
            <a:lvl1pPr>
              <a:defRPr sz="36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8C71126E-AEFA-B45A-CD39-AC1315E03339}"/>
              </a:ext>
            </a:extLst>
          </p:cNvPr>
          <p:cNvSpPr>
            <a:spLocks noGrp="1"/>
          </p:cNvSpPr>
          <p:nvPr>
            <p:ph sz="quarter" idx="13"/>
          </p:nvPr>
        </p:nvSpPr>
        <p:spPr>
          <a:xfrm>
            <a:off x="3957638" y="832104"/>
            <a:ext cx="7362634" cy="5513832"/>
          </a:xfrm>
        </p:spPr>
        <p:txBody>
          <a:bodyPr rtlCol="0"/>
          <a:lstStyle>
            <a:lvl1pPr>
              <a:defRPr sz="1400"/>
            </a:lvl1pPr>
            <a:lvl2pPr>
              <a:defRPr sz="1400"/>
            </a:lvl2pPr>
            <a:lvl3pPr>
              <a:defRPr sz="1400"/>
            </a:lvl3pPr>
            <a:lvl4pPr>
              <a:defRPr sz="1400"/>
            </a:lvl4pPr>
            <a:lvl5pPr>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510414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çerik 7">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614172" y="615287"/>
            <a:ext cx="10963656" cy="640080"/>
          </a:xfrm>
        </p:spPr>
        <p:txBody>
          <a:bodyPr rtlCol="0">
            <a:normAutofit/>
          </a:bodyPr>
          <a:lstStyle>
            <a:lvl1pPr>
              <a:defRPr sz="36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8C71126E-AEFA-B45A-CD39-AC1315E03339}"/>
              </a:ext>
            </a:extLst>
          </p:cNvPr>
          <p:cNvSpPr>
            <a:spLocks noGrp="1"/>
          </p:cNvSpPr>
          <p:nvPr>
            <p:ph sz="quarter" idx="13"/>
          </p:nvPr>
        </p:nvSpPr>
        <p:spPr>
          <a:xfrm>
            <a:off x="614172" y="1255367"/>
            <a:ext cx="10963656" cy="4946904"/>
          </a:xfrm>
        </p:spPr>
        <p:txBody>
          <a:bodyPr rtlCol="0"/>
          <a:lstStyle>
            <a:lvl1pPr>
              <a:defRPr sz="1400"/>
            </a:lvl1pPr>
            <a:lvl2pPr>
              <a:defRPr sz="1400"/>
            </a:lvl2pPr>
            <a:lvl3pPr>
              <a:defRPr sz="1400"/>
            </a:lvl3pPr>
            <a:lvl4pPr>
              <a:defRPr sz="1400"/>
            </a:lvl4pPr>
            <a:lvl5pPr>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Dikdörtgen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Tarih Yer Tutucusu 6">
            <a:extLst>
              <a:ext uri="{FF2B5EF4-FFF2-40B4-BE49-F238E27FC236}">
                <a16:creationId xmlns:a16="http://schemas.microsoft.com/office/drawing/2014/main" id="{253C0EE3-FE78-FEE2-1C03-69EF2436C5E6}"/>
              </a:ext>
            </a:extLst>
          </p:cNvPr>
          <p:cNvSpPr>
            <a:spLocks noGrp="1"/>
          </p:cNvSpPr>
          <p:nvPr>
            <p:ph type="dt" sz="half" idx="14"/>
          </p:nvPr>
        </p:nvSpPr>
        <p:spPr/>
        <p:txBody>
          <a:bodyPr rtlCol="0"/>
          <a:lstStyle/>
          <a:p>
            <a:pPr rtl="0"/>
            <a:r>
              <a:rPr lang="en-US"/>
              <a:t>8/10/2025</a:t>
            </a:r>
          </a:p>
        </p:txBody>
      </p:sp>
      <p:sp>
        <p:nvSpPr>
          <p:cNvPr id="9" name="Alt Bilgi Yer Tutucusu 8">
            <a:extLst>
              <a:ext uri="{FF2B5EF4-FFF2-40B4-BE49-F238E27FC236}">
                <a16:creationId xmlns:a16="http://schemas.microsoft.com/office/drawing/2014/main" id="{0681E699-A9DC-6ADB-B033-12F132D21DFE}"/>
              </a:ext>
            </a:extLst>
          </p:cNvPr>
          <p:cNvSpPr>
            <a:spLocks noGrp="1"/>
          </p:cNvSpPr>
          <p:nvPr>
            <p:ph type="ftr" sz="quarter" idx="15"/>
          </p:nvPr>
        </p:nvSpPr>
        <p:spPr/>
        <p:txBody>
          <a:bodyPr rtlCol="0"/>
          <a:lstStyle/>
          <a:p>
            <a:pPr rtl="0"/>
            <a:r>
              <a:rPr lang="tr"/>
              <a:t>Örnek Alt Bilgi Metni</a:t>
            </a:r>
            <a:endParaRPr lang="en-US"/>
          </a:p>
        </p:txBody>
      </p:sp>
      <p:sp>
        <p:nvSpPr>
          <p:cNvPr id="10" name="Slayt Numarası Yer Tutucusu 9">
            <a:extLst>
              <a:ext uri="{FF2B5EF4-FFF2-40B4-BE49-F238E27FC236}">
                <a16:creationId xmlns:a16="http://schemas.microsoft.com/office/drawing/2014/main" id="{043B6FDC-9009-70D8-0C26-1572C9670082}"/>
              </a:ext>
            </a:extLst>
          </p:cNvPr>
          <p:cNvSpPr>
            <a:spLocks noGrp="1"/>
          </p:cNvSpPr>
          <p:nvPr>
            <p:ph type="sldNum" sz="quarter" idx="16"/>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4168374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esimli İçerik">
    <p:spTree>
      <p:nvGrpSpPr>
        <p:cNvPr id="1" name=""/>
        <p:cNvGrpSpPr/>
        <p:nvPr/>
      </p:nvGrpSpPr>
      <p:grpSpPr>
        <a:xfrm>
          <a:off x="0" y="0"/>
          <a:ext cx="0" cy="0"/>
          <a:chOff x="0" y="0"/>
          <a:chExt cx="0" cy="0"/>
        </a:xfrm>
      </p:grpSpPr>
      <p:sp>
        <p:nvSpPr>
          <p:cNvPr id="19" name="Başlık 1">
            <a:extLst>
              <a:ext uri="{FF2B5EF4-FFF2-40B4-BE49-F238E27FC236}">
                <a16:creationId xmlns:a16="http://schemas.microsoft.com/office/drawing/2014/main" id="{ADE08559-D5C4-B55F-FEE7-A549DCB41B2C}"/>
              </a:ext>
            </a:extLst>
          </p:cNvPr>
          <p:cNvSpPr>
            <a:spLocks noGrp="1"/>
          </p:cNvSpPr>
          <p:nvPr>
            <p:ph type="title"/>
          </p:nvPr>
        </p:nvSpPr>
        <p:spPr>
          <a:xfrm>
            <a:off x="795528" y="839871"/>
            <a:ext cx="3063240" cy="1527048"/>
          </a:xfrm>
        </p:spPr>
        <p:txBody>
          <a:bodyPr rtlCol="0" anchor="b">
            <a:normAutofit/>
          </a:bodyPr>
          <a:lstStyle>
            <a:lvl1pPr>
              <a:defRPr sz="3200"/>
            </a:lvl1pPr>
          </a:lstStyle>
          <a:p>
            <a:pPr rtl="0"/>
            <a:r>
              <a:rPr lang="tr"/>
              <a:t>Asıl başlık stilini düzenlemek için tıklayın</a:t>
            </a:r>
          </a:p>
        </p:txBody>
      </p:sp>
      <p:sp>
        <p:nvSpPr>
          <p:cNvPr id="4" name="Dikdörtgen 3">
            <a:extLst>
              <a:ext uri="{FF2B5EF4-FFF2-40B4-BE49-F238E27FC236}">
                <a16:creationId xmlns:a16="http://schemas.microsoft.com/office/drawing/2014/main" id="{F4B5FEEF-AA1C-DF09-81DC-C263DDF653CF}"/>
              </a:ext>
            </a:extLst>
          </p:cNvPr>
          <p:cNvSpPr/>
          <p:nvPr userDrawn="1"/>
        </p:nvSpPr>
        <p:spPr>
          <a:xfrm>
            <a:off x="337457" y="351065"/>
            <a:ext cx="3941064"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8" name="İçerik Yer Tutucusu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063240" cy="3377753"/>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2" name="Resim Yer Tutucusu 10">
            <a:extLst>
              <a:ext uri="{FF2B5EF4-FFF2-40B4-BE49-F238E27FC236}">
                <a16:creationId xmlns:a16="http://schemas.microsoft.com/office/drawing/2014/main" id="{AE6DCEAB-84EB-B279-E311-AD2445A96CBF}"/>
              </a:ext>
            </a:extLst>
          </p:cNvPr>
          <p:cNvSpPr>
            <a:spLocks noGrp="1"/>
          </p:cNvSpPr>
          <p:nvPr>
            <p:ph type="pic" sz="quarter" idx="18" hasCustomPrompt="1"/>
          </p:nvPr>
        </p:nvSpPr>
        <p:spPr>
          <a:xfrm>
            <a:off x="4408575" y="365760"/>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tr"/>
              <a:t> </a:t>
            </a:r>
          </a:p>
        </p:txBody>
      </p:sp>
      <p:sp>
        <p:nvSpPr>
          <p:cNvPr id="6" name="Dikdörtgen 5">
            <a:extLst>
              <a:ext uri="{FF2B5EF4-FFF2-40B4-BE49-F238E27FC236}">
                <a16:creationId xmlns:a16="http://schemas.microsoft.com/office/drawing/2014/main" id="{85239BDE-DD79-5CB8-2F90-0AED70B4C2F7}"/>
              </a:ext>
            </a:extLst>
          </p:cNvPr>
          <p:cNvSpPr/>
          <p:nvPr userDrawn="1"/>
        </p:nvSpPr>
        <p:spPr>
          <a:xfrm>
            <a:off x="4408575" y="351065"/>
            <a:ext cx="7440673"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Tarih Yer Tutucusu 2">
            <a:extLst>
              <a:ext uri="{FF2B5EF4-FFF2-40B4-BE49-F238E27FC236}">
                <a16:creationId xmlns:a16="http://schemas.microsoft.com/office/drawing/2014/main" id="{7C1037C4-D7CB-E822-E47E-57790F243FD1}"/>
              </a:ext>
            </a:extLst>
          </p:cNvPr>
          <p:cNvSpPr>
            <a:spLocks noGrp="1"/>
          </p:cNvSpPr>
          <p:nvPr>
            <p:ph type="dt" sz="half" idx="19"/>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8135CE1D-F6D3-A8A3-782F-E5E88CCE35F5}"/>
              </a:ext>
            </a:extLst>
          </p:cNvPr>
          <p:cNvSpPr>
            <a:spLocks noGrp="1"/>
          </p:cNvSpPr>
          <p:nvPr>
            <p:ph type="ftr" sz="quarter" idx="20"/>
          </p:nvPr>
        </p:nvSpPr>
        <p:spPr/>
        <p:txBody>
          <a:bodyPr rtlCol="0"/>
          <a:lstStyle/>
          <a:p>
            <a:pPr rtl="0"/>
            <a:r>
              <a:rPr lang="tr"/>
              <a:t>Örnek Alt Bilgi Metni</a:t>
            </a:r>
            <a:endParaRPr lang="en-US"/>
          </a:p>
        </p:txBody>
      </p:sp>
      <p:sp>
        <p:nvSpPr>
          <p:cNvPr id="7" name="Slayt Numarası Yer Tutucusu 6">
            <a:extLst>
              <a:ext uri="{FF2B5EF4-FFF2-40B4-BE49-F238E27FC236}">
                <a16:creationId xmlns:a16="http://schemas.microsoft.com/office/drawing/2014/main" id="{9646B925-EE67-154D-EB15-4D346059F95B}"/>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1290542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simli İçerik 2">
    <p:spTree>
      <p:nvGrpSpPr>
        <p:cNvPr id="1" name=""/>
        <p:cNvGrpSpPr/>
        <p:nvPr/>
      </p:nvGrpSpPr>
      <p:grpSpPr>
        <a:xfrm>
          <a:off x="0" y="0"/>
          <a:ext cx="0" cy="0"/>
          <a:chOff x="0" y="0"/>
          <a:chExt cx="0" cy="0"/>
        </a:xfrm>
      </p:grpSpPr>
      <p:sp>
        <p:nvSpPr>
          <p:cNvPr id="28" name="Başlık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rtlCol="0" anchor="b">
            <a:normAutofit/>
          </a:bodyPr>
          <a:lstStyle>
            <a:lvl1pPr>
              <a:defRPr sz="3200"/>
            </a:lvl1pPr>
          </a:lstStyle>
          <a:p>
            <a:pPr rtl="0"/>
            <a:r>
              <a:rPr lang="tr"/>
              <a:t>Asıl başlık stilini düzenlemek için tıklayın</a:t>
            </a:r>
          </a:p>
        </p:txBody>
      </p:sp>
      <p:sp>
        <p:nvSpPr>
          <p:cNvPr id="7" name="Resim Yer Tutucusu 10">
            <a:extLst>
              <a:ext uri="{FF2B5EF4-FFF2-40B4-BE49-F238E27FC236}">
                <a16:creationId xmlns:a16="http://schemas.microsoft.com/office/drawing/2014/main" id="{9EDFF69E-D657-B8DE-43CD-6A0AA98FBA6E}"/>
              </a:ext>
            </a:extLst>
          </p:cNvPr>
          <p:cNvSpPr>
            <a:spLocks noGrp="1"/>
          </p:cNvSpPr>
          <p:nvPr>
            <p:ph type="pic" sz="quarter" idx="18" hasCustomPrompt="1"/>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tr"/>
              <a:t> </a:t>
            </a:r>
          </a:p>
        </p:txBody>
      </p:sp>
      <p:sp>
        <p:nvSpPr>
          <p:cNvPr id="5" name="Dikdörtgen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7" name="İçerik Yer Tutucusu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2" name="Dikdörtgen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Tarih Yer Tutucusu 2">
            <a:extLst>
              <a:ext uri="{FF2B5EF4-FFF2-40B4-BE49-F238E27FC236}">
                <a16:creationId xmlns:a16="http://schemas.microsoft.com/office/drawing/2014/main" id="{93B77D22-A82C-44F7-6BC2-B414E8E7914D}"/>
              </a:ext>
            </a:extLst>
          </p:cNvPr>
          <p:cNvSpPr>
            <a:spLocks noGrp="1"/>
          </p:cNvSpPr>
          <p:nvPr>
            <p:ph type="dt" sz="half" idx="19"/>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42ED6638-8710-3EEF-9CFC-179C59D52F51}"/>
              </a:ext>
            </a:extLst>
          </p:cNvPr>
          <p:cNvSpPr>
            <a:spLocks noGrp="1"/>
          </p:cNvSpPr>
          <p:nvPr>
            <p:ph type="ftr" sz="quarter" idx="20"/>
          </p:nvPr>
        </p:nvSpPr>
        <p:spPr/>
        <p:txBody>
          <a:bodyPr rtlCol="0"/>
          <a:lstStyle/>
          <a:p>
            <a:pPr rtl="0"/>
            <a:r>
              <a:rPr lang="tr"/>
              <a:t>Örnek Alt Bilgi Metni</a:t>
            </a:r>
            <a:endParaRPr lang="en-US"/>
          </a:p>
        </p:txBody>
      </p:sp>
      <p:sp>
        <p:nvSpPr>
          <p:cNvPr id="6" name="Slayt Numarası Yer Tutucusu 5">
            <a:extLst>
              <a:ext uri="{FF2B5EF4-FFF2-40B4-BE49-F238E27FC236}">
                <a16:creationId xmlns:a16="http://schemas.microsoft.com/office/drawing/2014/main" id="{0ADBAD3B-23C1-82B0-757B-7CE2813B42D8}"/>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4119748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esimli İçerik 3">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rtlCol="0" anchor="ctr">
            <a:normAutofit/>
          </a:bodyPr>
          <a:lstStyle>
            <a:lvl1pPr>
              <a:defRPr sz="3200"/>
            </a:lvl1pPr>
          </a:lstStyle>
          <a:p>
            <a:pPr rtl="0"/>
            <a:r>
              <a:rPr lang="tr"/>
              <a:t>Asıl başlık stilini düzenlemek için tıklayın</a:t>
            </a:r>
          </a:p>
        </p:txBody>
      </p:sp>
      <p:sp>
        <p:nvSpPr>
          <p:cNvPr id="15" name="Resim Yer Tutucusu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7974"/>
            <a:ext cx="11494008" cy="4270248"/>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tr"/>
              <a:t> </a:t>
            </a:r>
          </a:p>
        </p:txBody>
      </p:sp>
      <p:sp>
        <p:nvSpPr>
          <p:cNvPr id="8" name="İçerik Yer Tutucusu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rtlCol="0" anchor="ct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16" name="Dikdörtgen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Dikdörtgen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349776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simli İçerik 4">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rtlCol="0" anchor="b"/>
          <a:lstStyle>
            <a:lvl1pPr>
              <a:defRPr sz="3600"/>
            </a:lvl1pPr>
          </a:lstStyle>
          <a:p>
            <a:pPr rtl="0"/>
            <a:r>
              <a:rPr lang="tr"/>
              <a:t>Asıl başlık stilini düzenlemek için tıklayın</a:t>
            </a:r>
          </a:p>
        </p:txBody>
      </p:sp>
      <p:sp>
        <p:nvSpPr>
          <p:cNvPr id="9" name="Resim Yer Tutucusu 10">
            <a:extLst>
              <a:ext uri="{FF2B5EF4-FFF2-40B4-BE49-F238E27FC236}">
                <a16:creationId xmlns:a16="http://schemas.microsoft.com/office/drawing/2014/main" id="{442F0537-AA35-B27C-CAD5-3F9A4EAC9204}"/>
              </a:ext>
            </a:extLst>
          </p:cNvPr>
          <p:cNvSpPr>
            <a:spLocks noGrp="1"/>
          </p:cNvSpPr>
          <p:nvPr>
            <p:ph type="pic" sz="quarter" idx="18" hasCustomPrompt="1"/>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tr"/>
              <a:t> </a:t>
            </a:r>
          </a:p>
        </p:txBody>
      </p:sp>
      <p:sp>
        <p:nvSpPr>
          <p:cNvPr id="4" name="Dikdörtgen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İçerik Yer Tutucusu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rtlCol="0"/>
          <a:lstStyle>
            <a:lvl1pPr>
              <a:defRPr sz="1400"/>
            </a:lvl1pPr>
            <a:lvl2pPr>
              <a:defRPr sz="1400"/>
            </a:lvl2pPr>
            <a:lvl3pPr>
              <a:defRPr sz="1400"/>
            </a:lvl3pPr>
            <a:lvl4pPr>
              <a:defRPr sz="1400"/>
            </a:lvl4pPr>
            <a:lvl5pPr>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Dikdörtgen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arih Yer Tutucusu 4">
            <a:extLst>
              <a:ext uri="{FF2B5EF4-FFF2-40B4-BE49-F238E27FC236}">
                <a16:creationId xmlns:a16="http://schemas.microsoft.com/office/drawing/2014/main" id="{10C5241C-A695-5757-744E-AB1824BCED7B}"/>
              </a:ext>
            </a:extLst>
          </p:cNvPr>
          <p:cNvSpPr>
            <a:spLocks noGrp="1"/>
          </p:cNvSpPr>
          <p:nvPr>
            <p:ph type="dt" sz="half" idx="19"/>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B486C41F-1C9D-B14A-9954-F5ED7CA31A56}"/>
              </a:ext>
            </a:extLst>
          </p:cNvPr>
          <p:cNvSpPr>
            <a:spLocks noGrp="1"/>
          </p:cNvSpPr>
          <p:nvPr>
            <p:ph type="ftr" sz="quarter" idx="20"/>
          </p:nvPr>
        </p:nvSpPr>
        <p:spPr/>
        <p:txBody>
          <a:bodyPr rtlCol="0"/>
          <a:lstStyle/>
          <a:p>
            <a:pPr rtl="0"/>
            <a:r>
              <a:rPr lang="tr"/>
              <a:t>Örnek Alt Bilgi Metni</a:t>
            </a:r>
            <a:endParaRPr lang="en-US"/>
          </a:p>
        </p:txBody>
      </p:sp>
      <p:sp>
        <p:nvSpPr>
          <p:cNvPr id="7" name="Slayt Numarası Yer Tutucusu 6">
            <a:extLst>
              <a:ext uri="{FF2B5EF4-FFF2-40B4-BE49-F238E27FC236}">
                <a16:creationId xmlns:a16="http://schemas.microsoft.com/office/drawing/2014/main" id="{FFFE49CA-E378-F621-C4C4-6F60EA26E6D5}"/>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26634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simli İçerik 5">
    <p:spTree>
      <p:nvGrpSpPr>
        <p:cNvPr id="1" name=""/>
        <p:cNvGrpSpPr/>
        <p:nvPr/>
      </p:nvGrpSpPr>
      <p:grpSpPr>
        <a:xfrm>
          <a:off x="0" y="0"/>
          <a:ext cx="0" cy="0"/>
          <a:chOff x="0" y="0"/>
          <a:chExt cx="0" cy="0"/>
        </a:xfrm>
      </p:grpSpPr>
      <p:sp>
        <p:nvSpPr>
          <p:cNvPr id="17" name="Başlık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rtlCol="0" anchor="b"/>
          <a:lstStyle>
            <a:lvl1pPr>
              <a:defRPr sz="3600"/>
            </a:lvl1pPr>
          </a:lstStyle>
          <a:p>
            <a:pPr rtl="0"/>
            <a:r>
              <a:rPr lang="tr"/>
              <a:t>Asıl başlık stilini düzenlemek için tıklayın</a:t>
            </a:r>
          </a:p>
        </p:txBody>
      </p:sp>
      <p:sp>
        <p:nvSpPr>
          <p:cNvPr id="16" name="İçerik Yer Tutucusu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9" name="Resim Yer Tutucusu 10">
            <a:extLst>
              <a:ext uri="{FF2B5EF4-FFF2-40B4-BE49-F238E27FC236}">
                <a16:creationId xmlns:a16="http://schemas.microsoft.com/office/drawing/2014/main" id="{6A972FDA-9B64-2E1F-84D9-B8941D9AC82B}"/>
              </a:ext>
            </a:extLst>
          </p:cNvPr>
          <p:cNvSpPr>
            <a:spLocks noGrp="1"/>
          </p:cNvSpPr>
          <p:nvPr>
            <p:ph type="pic" sz="quarter" idx="18" hasCustomPrompt="1"/>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tr"/>
              <a:t> </a:t>
            </a:r>
          </a:p>
        </p:txBody>
      </p:sp>
      <p:sp>
        <p:nvSpPr>
          <p:cNvPr id="4" name="Dikdörtgen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Dikdörtgen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arih Yer Tutucusu 1">
            <a:extLst>
              <a:ext uri="{FF2B5EF4-FFF2-40B4-BE49-F238E27FC236}">
                <a16:creationId xmlns:a16="http://schemas.microsoft.com/office/drawing/2014/main" id="{83862476-C6C3-75C3-F440-74F469A967A1}"/>
              </a:ext>
            </a:extLst>
          </p:cNvPr>
          <p:cNvSpPr>
            <a:spLocks noGrp="1"/>
          </p:cNvSpPr>
          <p:nvPr>
            <p:ph type="dt" sz="half" idx="19"/>
          </p:nvPr>
        </p:nvSpPr>
        <p:spPr/>
        <p:txBody>
          <a:bodyPr rtlCol="0"/>
          <a:lstStyle/>
          <a:p>
            <a:pPr rtl="0"/>
            <a:r>
              <a:rPr lang="en-US"/>
              <a:t>8/10/2025</a:t>
            </a:r>
          </a:p>
        </p:txBody>
      </p:sp>
      <p:sp>
        <p:nvSpPr>
          <p:cNvPr id="3" name="Alt Bilgi Yer Tutucusu 2">
            <a:extLst>
              <a:ext uri="{FF2B5EF4-FFF2-40B4-BE49-F238E27FC236}">
                <a16:creationId xmlns:a16="http://schemas.microsoft.com/office/drawing/2014/main" id="{E7180EED-4901-3AAF-D90A-6939CE7EFC54}"/>
              </a:ext>
            </a:extLst>
          </p:cNvPr>
          <p:cNvSpPr>
            <a:spLocks noGrp="1"/>
          </p:cNvSpPr>
          <p:nvPr>
            <p:ph type="ftr" sz="quarter" idx="20"/>
          </p:nvPr>
        </p:nvSpPr>
        <p:spPr/>
        <p:txBody>
          <a:bodyPr rtlCol="0"/>
          <a:lstStyle/>
          <a:p>
            <a:pPr rtl="0"/>
            <a:r>
              <a:rPr lang="tr"/>
              <a:t>Örnek Alt Bilgi Metni</a:t>
            </a:r>
            <a:endParaRPr lang="en-US"/>
          </a:p>
        </p:txBody>
      </p:sp>
      <p:sp>
        <p:nvSpPr>
          <p:cNvPr id="5" name="Slayt Numarası Yer Tutucusu 4">
            <a:extLst>
              <a:ext uri="{FF2B5EF4-FFF2-40B4-BE49-F238E27FC236}">
                <a16:creationId xmlns:a16="http://schemas.microsoft.com/office/drawing/2014/main" id="{5E2DB5DB-B146-43DC-2A42-3440832AACC7}"/>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873661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Resimli İçerik 6">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rtlCol="0" anchor="b"/>
          <a:lstStyle/>
          <a:p>
            <a:pPr rtl="0"/>
            <a:r>
              <a:rPr lang="tr"/>
              <a:t>Asıl başlık stilini düzenlemek için tıklayın</a:t>
            </a:r>
          </a:p>
        </p:txBody>
      </p:sp>
      <p:sp>
        <p:nvSpPr>
          <p:cNvPr id="12" name="Resim Yer Tutucusu 10">
            <a:extLst>
              <a:ext uri="{FF2B5EF4-FFF2-40B4-BE49-F238E27FC236}">
                <a16:creationId xmlns:a16="http://schemas.microsoft.com/office/drawing/2014/main" id="{012C0B99-EF0E-8361-CB67-7A1CB46A5197}"/>
              </a:ext>
            </a:extLst>
          </p:cNvPr>
          <p:cNvSpPr>
            <a:spLocks noGrp="1"/>
          </p:cNvSpPr>
          <p:nvPr>
            <p:ph type="pic" sz="quarter" idx="18" hasCustomPrompt="1"/>
          </p:nvPr>
        </p:nvSpPr>
        <p:spPr>
          <a:xfrm>
            <a:off x="356616"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tr"/>
              <a:t> </a:t>
            </a:r>
          </a:p>
        </p:txBody>
      </p:sp>
      <p:sp>
        <p:nvSpPr>
          <p:cNvPr id="8" name="İçerik Yer Tutucusu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6" name="Dikdörtgen 5">
            <a:extLst>
              <a:ext uri="{FF2B5EF4-FFF2-40B4-BE49-F238E27FC236}">
                <a16:creationId xmlns:a16="http://schemas.microsoft.com/office/drawing/2014/main" id="{6BA43DA6-AD92-1399-A6A7-42F89C87DC1A}"/>
              </a:ext>
            </a:extLst>
          </p:cNvPr>
          <p:cNvSpPr/>
          <p:nvPr userDrawn="1"/>
        </p:nvSpPr>
        <p:spPr>
          <a:xfrm>
            <a:off x="337455" y="351064"/>
            <a:ext cx="446227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Dikdörtgen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arih Yer Tutucusu 4">
            <a:extLst>
              <a:ext uri="{FF2B5EF4-FFF2-40B4-BE49-F238E27FC236}">
                <a16:creationId xmlns:a16="http://schemas.microsoft.com/office/drawing/2014/main" id="{D3E7D411-4BBB-D7F2-AA01-60F0E96ADECC}"/>
              </a:ext>
            </a:extLst>
          </p:cNvPr>
          <p:cNvSpPr>
            <a:spLocks noGrp="1"/>
          </p:cNvSpPr>
          <p:nvPr>
            <p:ph type="dt" sz="half" idx="19"/>
          </p:nvPr>
        </p:nvSpPr>
        <p:spPr>
          <a:xfrm>
            <a:off x="5349240" y="6498770"/>
            <a:ext cx="1328651" cy="359229"/>
          </a:xfrm>
        </p:spPr>
        <p:txBody>
          <a:bodyPr rtlCol="0"/>
          <a:lstStyle/>
          <a:p>
            <a:pPr rtl="0"/>
            <a:r>
              <a:rPr lang="en-US"/>
              <a:t>8/10/2025</a:t>
            </a:r>
          </a:p>
        </p:txBody>
      </p:sp>
      <p:sp>
        <p:nvSpPr>
          <p:cNvPr id="7" name="Alt Bilgi Yer Tutucusu 6">
            <a:extLst>
              <a:ext uri="{FF2B5EF4-FFF2-40B4-BE49-F238E27FC236}">
                <a16:creationId xmlns:a16="http://schemas.microsoft.com/office/drawing/2014/main" id="{7EADEDE4-1283-DC77-8774-CE66A7FCFC57}"/>
              </a:ext>
            </a:extLst>
          </p:cNvPr>
          <p:cNvSpPr>
            <a:spLocks noGrp="1"/>
          </p:cNvSpPr>
          <p:nvPr>
            <p:ph type="ftr" sz="quarter" idx="20"/>
          </p:nvPr>
        </p:nvSpPr>
        <p:spPr/>
        <p:txBody>
          <a:bodyPr rtlCol="0"/>
          <a:lstStyle/>
          <a:p>
            <a:pPr rtl="0"/>
            <a:r>
              <a:rPr lang="tr"/>
              <a:t>Örnek Alt Bilgi Metni</a:t>
            </a:r>
            <a:endParaRPr lang="en-US"/>
          </a:p>
        </p:txBody>
      </p:sp>
      <p:sp>
        <p:nvSpPr>
          <p:cNvPr id="11" name="Slayt Numarası Yer Tutucusu 10">
            <a:extLst>
              <a:ext uri="{FF2B5EF4-FFF2-40B4-BE49-F238E27FC236}">
                <a16:creationId xmlns:a16="http://schemas.microsoft.com/office/drawing/2014/main" id="{C4205AEA-132E-F82A-F279-CF7FB6417B91}"/>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850424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esimli İçerik 7">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rtlCol="0" anchor="b"/>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Resim Yer Tutucusu 10">
            <a:extLst>
              <a:ext uri="{FF2B5EF4-FFF2-40B4-BE49-F238E27FC236}">
                <a16:creationId xmlns:a16="http://schemas.microsoft.com/office/drawing/2014/main" id="{13B8FE68-7B6E-3218-44A6-F1880E54EE81}"/>
              </a:ext>
            </a:extLst>
          </p:cNvPr>
          <p:cNvSpPr>
            <a:spLocks noGrp="1"/>
          </p:cNvSpPr>
          <p:nvPr>
            <p:ph type="pic" sz="quarter" idx="18" hasCustomPrompt="1"/>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tr"/>
              <a:t> </a:t>
            </a:r>
          </a:p>
        </p:txBody>
      </p:sp>
      <p:sp>
        <p:nvSpPr>
          <p:cNvPr id="3" name="Dikdörtgen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Dikdörtgen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Tarih Yer Tutucusu 5">
            <a:extLst>
              <a:ext uri="{FF2B5EF4-FFF2-40B4-BE49-F238E27FC236}">
                <a16:creationId xmlns:a16="http://schemas.microsoft.com/office/drawing/2014/main" id="{66BCA70D-4E1A-9515-CF3A-C9ADDAEA5180}"/>
              </a:ext>
            </a:extLst>
          </p:cNvPr>
          <p:cNvSpPr>
            <a:spLocks noGrp="1"/>
          </p:cNvSpPr>
          <p:nvPr>
            <p:ph type="dt" sz="half" idx="19"/>
          </p:nvPr>
        </p:nvSpPr>
        <p:spPr/>
        <p:txBody>
          <a:bodyPr rtlCol="0"/>
          <a:lstStyle/>
          <a:p>
            <a:pPr rtl="0"/>
            <a:r>
              <a:rPr lang="en-US"/>
              <a:t>8/10/2025</a:t>
            </a:r>
          </a:p>
        </p:txBody>
      </p:sp>
      <p:sp>
        <p:nvSpPr>
          <p:cNvPr id="7" name="Alt Bilgi Yer Tutucusu 6">
            <a:extLst>
              <a:ext uri="{FF2B5EF4-FFF2-40B4-BE49-F238E27FC236}">
                <a16:creationId xmlns:a16="http://schemas.microsoft.com/office/drawing/2014/main" id="{6CE00F06-2901-FA79-7DB4-8439628B19A8}"/>
              </a:ext>
            </a:extLst>
          </p:cNvPr>
          <p:cNvSpPr>
            <a:spLocks noGrp="1"/>
          </p:cNvSpPr>
          <p:nvPr>
            <p:ph type="ftr" sz="quarter" idx="20"/>
          </p:nvPr>
        </p:nvSpPr>
        <p:spPr/>
        <p:txBody>
          <a:bodyPr rtlCol="0"/>
          <a:lstStyle/>
          <a:p>
            <a:pPr rtl="0"/>
            <a:r>
              <a:rPr lang="tr"/>
              <a:t>Örnek Alt Bilgi Metni</a:t>
            </a:r>
            <a:endParaRPr lang="en-US"/>
          </a:p>
        </p:txBody>
      </p:sp>
      <p:sp>
        <p:nvSpPr>
          <p:cNvPr id="9" name="Slayt Numarası Yer Tutucusu 8">
            <a:extLst>
              <a:ext uri="{FF2B5EF4-FFF2-40B4-BE49-F238E27FC236}">
                <a16:creationId xmlns:a16="http://schemas.microsoft.com/office/drawing/2014/main" id="{3892C729-DF2C-B480-6535-64FC89E4561A}"/>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1868100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Resimli İçerik 8">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rtlCol="0" anchor="ctr">
            <a:normAutofit/>
          </a:bodyPr>
          <a:lstStyle>
            <a:lvl1pPr>
              <a:defRPr sz="3200"/>
            </a:lvl1pPr>
          </a:lstStyle>
          <a:p>
            <a:pPr rtl="0"/>
            <a:r>
              <a:rPr lang="tr"/>
              <a:t>Asıl başlık stilini düzenlemek için tıklayın</a:t>
            </a:r>
          </a:p>
        </p:txBody>
      </p:sp>
      <p:sp>
        <p:nvSpPr>
          <p:cNvPr id="15" name="Resim Yer Tutucusu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8671"/>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tr"/>
              <a:t> </a:t>
            </a:r>
          </a:p>
        </p:txBody>
      </p:sp>
      <p:sp>
        <p:nvSpPr>
          <p:cNvPr id="8" name="İçerik Yer Tutucusu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rtlCol="0"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16" name="Dikdörtgen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Dikdörtgen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4168443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Resimli İçerik 9">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795527" y="647156"/>
            <a:ext cx="3739896" cy="1863698"/>
          </a:xfrm>
        </p:spPr>
        <p:txBody>
          <a:bodyPr rtlCol="0" anchor="ctr">
            <a:normAutofit/>
          </a:bodyPr>
          <a:lstStyle>
            <a:lvl1pPr>
              <a:defRPr sz="32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C3D15418-1E32-0501-0E66-54FC2DD08E39}"/>
              </a:ext>
            </a:extLst>
          </p:cNvPr>
          <p:cNvSpPr>
            <a:spLocks noGrp="1"/>
          </p:cNvSpPr>
          <p:nvPr>
            <p:ph sz="quarter" idx="14"/>
          </p:nvPr>
        </p:nvSpPr>
        <p:spPr>
          <a:xfrm>
            <a:off x="5349240" y="647156"/>
            <a:ext cx="6041938" cy="1863698"/>
          </a:xfrm>
        </p:spPr>
        <p:txBody>
          <a:bodyPr rtlCol="0"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15" name="Resim Yer Tutucusu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2940988"/>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tr"/>
              <a:t> </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16" name="Dikdörtgen 15">
            <a:extLst>
              <a:ext uri="{FF2B5EF4-FFF2-40B4-BE49-F238E27FC236}">
                <a16:creationId xmlns:a16="http://schemas.microsoft.com/office/drawing/2014/main" id="{DB72880B-AEAD-196C-0715-91B527BD2668}"/>
              </a:ext>
            </a:extLst>
          </p:cNvPr>
          <p:cNvSpPr/>
          <p:nvPr userDrawn="1"/>
        </p:nvSpPr>
        <p:spPr>
          <a:xfrm>
            <a:off x="337456" y="348919"/>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Dikdörtgen 2">
            <a:extLst>
              <a:ext uri="{FF2B5EF4-FFF2-40B4-BE49-F238E27FC236}">
                <a16:creationId xmlns:a16="http://schemas.microsoft.com/office/drawing/2014/main" id="{D5541655-3554-4192-AE10-BB95B2B3FCA7}"/>
              </a:ext>
            </a:extLst>
          </p:cNvPr>
          <p:cNvSpPr/>
          <p:nvPr userDrawn="1"/>
        </p:nvSpPr>
        <p:spPr>
          <a:xfrm>
            <a:off x="339852" y="2933381"/>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702204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esimli İçerik 10">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689438" y="826408"/>
            <a:ext cx="4663440" cy="932688"/>
          </a:xfrm>
        </p:spPr>
        <p:txBody>
          <a:bodyPr rtlCol="0" anchor="b"/>
          <a:lstStyle>
            <a:lvl1pPr>
              <a:defRPr sz="3200"/>
            </a:lvl1pPr>
          </a:lstStyle>
          <a:p>
            <a:pPr rtl="0"/>
            <a:r>
              <a:rPr lang="tr"/>
              <a:t>Asıl başlık stilini düzenlemek için tıklayın</a:t>
            </a:r>
          </a:p>
        </p:txBody>
      </p:sp>
      <p:sp>
        <p:nvSpPr>
          <p:cNvPr id="9" name="Resim Yer Tutucusu 10">
            <a:extLst>
              <a:ext uri="{FF2B5EF4-FFF2-40B4-BE49-F238E27FC236}">
                <a16:creationId xmlns:a16="http://schemas.microsoft.com/office/drawing/2014/main" id="{9CA91B26-FF37-7619-CA98-3BF61F56874C}"/>
              </a:ext>
            </a:extLst>
          </p:cNvPr>
          <p:cNvSpPr>
            <a:spLocks noGrp="1"/>
          </p:cNvSpPr>
          <p:nvPr>
            <p:ph type="pic" sz="quarter" idx="18" hasCustomPrompt="1"/>
          </p:nvPr>
        </p:nvSpPr>
        <p:spPr>
          <a:xfrm>
            <a:off x="347038"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rtlCol="0"/>
          <a:lstStyle>
            <a:lvl1pPr marL="0" indent="0">
              <a:buNone/>
              <a:defRPr/>
            </a:lvl1pPr>
          </a:lstStyle>
          <a:p>
            <a:pPr rtl="0"/>
            <a:r>
              <a:rPr lang="tr"/>
              <a:t> </a:t>
            </a:r>
          </a:p>
        </p:txBody>
      </p:sp>
      <p:sp>
        <p:nvSpPr>
          <p:cNvPr id="8" name="İçerik Yer Tutucusu 7">
            <a:extLst>
              <a:ext uri="{FF2B5EF4-FFF2-40B4-BE49-F238E27FC236}">
                <a16:creationId xmlns:a16="http://schemas.microsoft.com/office/drawing/2014/main" id="{7FF0220E-48F8-B4D9-19DE-7B457C3C221C}"/>
              </a:ext>
            </a:extLst>
          </p:cNvPr>
          <p:cNvSpPr>
            <a:spLocks noGrp="1"/>
          </p:cNvSpPr>
          <p:nvPr>
            <p:ph sz="quarter" idx="14"/>
          </p:nvPr>
        </p:nvSpPr>
        <p:spPr>
          <a:xfrm>
            <a:off x="6699775" y="2074889"/>
            <a:ext cx="4663440" cy="3973973"/>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Dikdörtgen 2">
            <a:extLst>
              <a:ext uri="{FF2B5EF4-FFF2-40B4-BE49-F238E27FC236}">
                <a16:creationId xmlns:a16="http://schemas.microsoft.com/office/drawing/2014/main" id="{0B55BAA1-304B-22B8-AFFB-450B8B12DD5E}"/>
              </a:ext>
            </a:extLst>
          </p:cNvPr>
          <p:cNvSpPr/>
          <p:nvPr userDrawn="1"/>
        </p:nvSpPr>
        <p:spPr>
          <a:xfrm>
            <a:off x="6231369" y="351065"/>
            <a:ext cx="561787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Dikdörtgen 5">
            <a:extLst>
              <a:ext uri="{FF2B5EF4-FFF2-40B4-BE49-F238E27FC236}">
                <a16:creationId xmlns:a16="http://schemas.microsoft.com/office/drawing/2014/main" id="{C33E9085-3DE0-967D-6FEC-87A68F2E38F7}"/>
              </a:ext>
            </a:extLst>
          </p:cNvPr>
          <p:cNvSpPr/>
          <p:nvPr userDrawn="1"/>
        </p:nvSpPr>
        <p:spPr>
          <a:xfrm>
            <a:off x="337458" y="351064"/>
            <a:ext cx="577729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Tarih Yer Tutucusu 3">
            <a:extLst>
              <a:ext uri="{FF2B5EF4-FFF2-40B4-BE49-F238E27FC236}">
                <a16:creationId xmlns:a16="http://schemas.microsoft.com/office/drawing/2014/main" id="{0A73ECB8-1DC2-18B7-FB61-C5B409B1D3AB}"/>
              </a:ext>
            </a:extLst>
          </p:cNvPr>
          <p:cNvSpPr>
            <a:spLocks noGrp="1"/>
          </p:cNvSpPr>
          <p:nvPr>
            <p:ph type="dt" sz="half" idx="19"/>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EF837014-2CDD-1654-954A-3CFB437B0F79}"/>
              </a:ext>
            </a:extLst>
          </p:cNvPr>
          <p:cNvSpPr>
            <a:spLocks noGrp="1"/>
          </p:cNvSpPr>
          <p:nvPr>
            <p:ph type="ftr" sz="quarter" idx="20"/>
          </p:nvPr>
        </p:nvSpPr>
        <p:spPr/>
        <p:txBody>
          <a:bodyPr rtlCol="0"/>
          <a:lstStyle/>
          <a:p>
            <a:pPr rtl="0"/>
            <a:r>
              <a:rPr lang="tr"/>
              <a:t>Örnek Alt Bilgi Metni</a:t>
            </a:r>
            <a:endParaRPr lang="en-US"/>
          </a:p>
        </p:txBody>
      </p:sp>
      <p:sp>
        <p:nvSpPr>
          <p:cNvPr id="7" name="Slayt Numarası Yer Tutucusu 6">
            <a:extLst>
              <a:ext uri="{FF2B5EF4-FFF2-40B4-BE49-F238E27FC236}">
                <a16:creationId xmlns:a16="http://schemas.microsoft.com/office/drawing/2014/main" id="{44609910-6F41-81DC-11BD-5C3B23FB661D}"/>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42624673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esimli İçerik 11">
    <p:spTree>
      <p:nvGrpSpPr>
        <p:cNvPr id="1" name=""/>
        <p:cNvGrpSpPr/>
        <p:nvPr/>
      </p:nvGrpSpPr>
      <p:grpSpPr>
        <a:xfrm>
          <a:off x="0" y="0"/>
          <a:ext cx="0" cy="0"/>
          <a:chOff x="0" y="0"/>
          <a:chExt cx="0" cy="0"/>
        </a:xfrm>
      </p:grpSpPr>
      <p:sp>
        <p:nvSpPr>
          <p:cNvPr id="17" name="Başlık 1">
            <a:extLst>
              <a:ext uri="{FF2B5EF4-FFF2-40B4-BE49-F238E27FC236}">
                <a16:creationId xmlns:a16="http://schemas.microsoft.com/office/drawing/2014/main" id="{5792E787-2C43-9150-BA2C-843318A1AFFF}"/>
              </a:ext>
            </a:extLst>
          </p:cNvPr>
          <p:cNvSpPr>
            <a:spLocks noGrp="1"/>
          </p:cNvSpPr>
          <p:nvPr>
            <p:ph type="title"/>
          </p:nvPr>
        </p:nvSpPr>
        <p:spPr>
          <a:xfrm>
            <a:off x="795526" y="826408"/>
            <a:ext cx="4663440" cy="932688"/>
          </a:xfrm>
        </p:spPr>
        <p:txBody>
          <a:bodyPr rtlCol="0" anchor="b"/>
          <a:lstStyle>
            <a:lvl1pPr>
              <a:defRPr sz="3200"/>
            </a:lvl1pPr>
          </a:lstStyle>
          <a:p>
            <a:pPr rtl="0"/>
            <a:r>
              <a:rPr lang="tr"/>
              <a:t>Asıl başlık stilini düzenlemek için tıklayın</a:t>
            </a:r>
          </a:p>
        </p:txBody>
      </p:sp>
      <p:sp>
        <p:nvSpPr>
          <p:cNvPr id="16" name="İçerik Yer Tutucusu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663440" cy="3973973"/>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6" name="Resim Yer Tutucusu 10">
            <a:extLst>
              <a:ext uri="{FF2B5EF4-FFF2-40B4-BE49-F238E27FC236}">
                <a16:creationId xmlns:a16="http://schemas.microsoft.com/office/drawing/2014/main" id="{FD7785D8-F9B0-93D3-47A3-4ECAC8829E2B}"/>
              </a:ext>
            </a:extLst>
          </p:cNvPr>
          <p:cNvSpPr>
            <a:spLocks noGrp="1"/>
          </p:cNvSpPr>
          <p:nvPr>
            <p:ph type="pic" sz="quarter" idx="18" hasCustomPrompt="1"/>
          </p:nvPr>
        </p:nvSpPr>
        <p:spPr>
          <a:xfrm>
            <a:off x="6076602"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rtlCol="0"/>
          <a:lstStyle>
            <a:lvl1pPr marL="0" indent="0">
              <a:buNone/>
              <a:defRPr/>
            </a:lvl1pPr>
          </a:lstStyle>
          <a:p>
            <a:pPr rtl="0"/>
            <a:r>
              <a:rPr lang="tr"/>
              <a:t> </a:t>
            </a:r>
          </a:p>
        </p:txBody>
      </p:sp>
      <p:sp>
        <p:nvSpPr>
          <p:cNvPr id="4" name="Dikdörtgen 3">
            <a:extLst>
              <a:ext uri="{FF2B5EF4-FFF2-40B4-BE49-F238E27FC236}">
                <a16:creationId xmlns:a16="http://schemas.microsoft.com/office/drawing/2014/main" id="{DFCDBE87-6A57-2D73-C222-305AF961B664}"/>
              </a:ext>
            </a:extLst>
          </p:cNvPr>
          <p:cNvSpPr/>
          <p:nvPr userDrawn="1"/>
        </p:nvSpPr>
        <p:spPr>
          <a:xfrm>
            <a:off x="337457" y="351065"/>
            <a:ext cx="560074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Dikdörtgen 1">
            <a:extLst>
              <a:ext uri="{FF2B5EF4-FFF2-40B4-BE49-F238E27FC236}">
                <a16:creationId xmlns:a16="http://schemas.microsoft.com/office/drawing/2014/main" id="{B17F243C-548D-9C48-60F5-BC8D58A018DE}"/>
              </a:ext>
            </a:extLst>
          </p:cNvPr>
          <p:cNvSpPr/>
          <p:nvPr userDrawn="1"/>
        </p:nvSpPr>
        <p:spPr>
          <a:xfrm>
            <a:off x="6059206" y="351065"/>
            <a:ext cx="57900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Tarih Yer Tutucusu 2">
            <a:extLst>
              <a:ext uri="{FF2B5EF4-FFF2-40B4-BE49-F238E27FC236}">
                <a16:creationId xmlns:a16="http://schemas.microsoft.com/office/drawing/2014/main" id="{CA039A1F-C7CE-E7D6-1B4E-1ACBB57F36D3}"/>
              </a:ext>
            </a:extLst>
          </p:cNvPr>
          <p:cNvSpPr>
            <a:spLocks noGrp="1"/>
          </p:cNvSpPr>
          <p:nvPr>
            <p:ph type="dt" sz="half" idx="19"/>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C0016FB1-CC33-21DB-78A1-2A47153DDE34}"/>
              </a:ext>
            </a:extLst>
          </p:cNvPr>
          <p:cNvSpPr>
            <a:spLocks noGrp="1"/>
          </p:cNvSpPr>
          <p:nvPr>
            <p:ph type="ftr" sz="quarter" idx="20"/>
          </p:nvPr>
        </p:nvSpPr>
        <p:spPr/>
        <p:txBody>
          <a:bodyPr rtlCol="0"/>
          <a:lstStyle/>
          <a:p>
            <a:pPr rtl="0"/>
            <a:r>
              <a:rPr lang="tr"/>
              <a:t>Örnek Alt Bilgi Metni</a:t>
            </a:r>
            <a:endParaRPr lang="en-US"/>
          </a:p>
        </p:txBody>
      </p:sp>
      <p:sp>
        <p:nvSpPr>
          <p:cNvPr id="7" name="Slayt Numarası Yer Tutucusu 6">
            <a:extLst>
              <a:ext uri="{FF2B5EF4-FFF2-40B4-BE49-F238E27FC236}">
                <a16:creationId xmlns:a16="http://schemas.microsoft.com/office/drawing/2014/main" id="{5389BFF0-9607-2311-C797-5384CE49E3B1}"/>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32955302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imli İçerik 12">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rtlCol="0" anchor="ct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C1897688-419F-6EB2-5CC1-DC14924E5FC3}"/>
              </a:ext>
            </a:extLst>
          </p:cNvPr>
          <p:cNvSpPr>
            <a:spLocks noGrp="1"/>
          </p:cNvSpPr>
          <p:nvPr>
            <p:ph sz="quarter" idx="14"/>
          </p:nvPr>
        </p:nvSpPr>
        <p:spPr>
          <a:xfrm>
            <a:off x="627123" y="2235200"/>
            <a:ext cx="5294376" cy="3958167"/>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9" name="Resim Yer Tutucusu 14">
            <a:extLst>
              <a:ext uri="{FF2B5EF4-FFF2-40B4-BE49-F238E27FC236}">
                <a16:creationId xmlns:a16="http://schemas.microsoft.com/office/drawing/2014/main" id="{BF24582F-746D-10FD-1348-A8E31D7459B4}"/>
              </a:ext>
            </a:extLst>
          </p:cNvPr>
          <p:cNvSpPr>
            <a:spLocks noGrp="1"/>
          </p:cNvSpPr>
          <p:nvPr>
            <p:ph type="pic" sz="quarter" idx="15" hasCustomPrompt="1"/>
          </p:nvPr>
        </p:nvSpPr>
        <p:spPr>
          <a:xfrm>
            <a:off x="6355507"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rtlCol="0"/>
          <a:lstStyle>
            <a:lvl1pPr marL="0" indent="0">
              <a:buNone/>
              <a:defRPr/>
            </a:lvl1pPr>
          </a:lstStyle>
          <a:p>
            <a:pPr rtl="0"/>
            <a:r>
              <a:rPr lang="tr"/>
              <a:t> </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Dikdörtgen 3">
            <a:extLst>
              <a:ext uri="{FF2B5EF4-FFF2-40B4-BE49-F238E27FC236}">
                <a16:creationId xmlns:a16="http://schemas.microsoft.com/office/drawing/2014/main" id="{079E6EAC-5CB1-AF25-6E5B-8E37D120C9B3}"/>
              </a:ext>
            </a:extLst>
          </p:cNvPr>
          <p:cNvSpPr/>
          <p:nvPr userDrawn="1"/>
        </p:nvSpPr>
        <p:spPr>
          <a:xfrm>
            <a:off x="6355507" y="1929406"/>
            <a:ext cx="5494246"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Dikdörtgen 11">
            <a:extLst>
              <a:ext uri="{FF2B5EF4-FFF2-40B4-BE49-F238E27FC236}">
                <a16:creationId xmlns:a16="http://schemas.microsoft.com/office/drawing/2014/main" id="{1153CEAA-92AB-A832-438A-7F6ACCDFE1B4}"/>
              </a:ext>
            </a:extLst>
          </p:cNvPr>
          <p:cNvSpPr/>
          <p:nvPr userDrawn="1"/>
        </p:nvSpPr>
        <p:spPr>
          <a:xfrm>
            <a:off x="343147" y="1929406"/>
            <a:ext cx="5870448"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839516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esimli İçerik 13">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12648" y="603504"/>
            <a:ext cx="10972800" cy="969264"/>
          </a:xfrm>
        </p:spPr>
        <p:txBody>
          <a:bodyPr rtlCol="0" anchor="ctr" anchorCtr="0">
            <a:normAutofit/>
          </a:bodyPr>
          <a:lstStyle>
            <a:lvl1pPr>
              <a:defRPr sz="4000"/>
            </a:lvl1pPr>
          </a:lstStyle>
          <a:p>
            <a:pPr rtl="0"/>
            <a:r>
              <a:rPr lang="tr"/>
              <a:t>Asıl başlık stilini düzenlemek için tıklayın</a:t>
            </a:r>
          </a:p>
        </p:txBody>
      </p:sp>
      <p:sp>
        <p:nvSpPr>
          <p:cNvPr id="10" name="Resim Yer Tutucusu 14">
            <a:extLst>
              <a:ext uri="{FF2B5EF4-FFF2-40B4-BE49-F238E27FC236}">
                <a16:creationId xmlns:a16="http://schemas.microsoft.com/office/drawing/2014/main" id="{1CACF551-8B8E-91BE-64C5-80EA221DEAE4}"/>
              </a:ext>
            </a:extLst>
          </p:cNvPr>
          <p:cNvSpPr>
            <a:spLocks noGrp="1"/>
          </p:cNvSpPr>
          <p:nvPr>
            <p:ph type="pic" sz="quarter" idx="15" hasCustomPrompt="1"/>
          </p:nvPr>
        </p:nvSpPr>
        <p:spPr>
          <a:xfrm>
            <a:off x="354740" y="1944079"/>
            <a:ext cx="6391656" cy="4553712"/>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rtlCol="0"/>
          <a:lstStyle>
            <a:lvl1pPr marL="0" indent="0">
              <a:buNone/>
              <a:defRPr/>
            </a:lvl1pPr>
          </a:lstStyle>
          <a:p>
            <a:pPr rtl="0"/>
            <a:r>
              <a:rPr lang="tr"/>
              <a:t> </a:t>
            </a:r>
          </a:p>
        </p:txBody>
      </p:sp>
      <p:sp>
        <p:nvSpPr>
          <p:cNvPr id="8" name="İçerik Yer Tutucusu 7">
            <a:extLst>
              <a:ext uri="{FF2B5EF4-FFF2-40B4-BE49-F238E27FC236}">
                <a16:creationId xmlns:a16="http://schemas.microsoft.com/office/drawing/2014/main" id="{747AED59-1A26-9C13-8482-7857E7DEFE52}"/>
              </a:ext>
            </a:extLst>
          </p:cNvPr>
          <p:cNvSpPr>
            <a:spLocks noGrp="1"/>
          </p:cNvSpPr>
          <p:nvPr>
            <p:ph sz="quarter" idx="14"/>
          </p:nvPr>
        </p:nvSpPr>
        <p:spPr>
          <a:xfrm>
            <a:off x="7159752" y="2231136"/>
            <a:ext cx="4425696" cy="3959352"/>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Dikdörtgen 3">
            <a:extLst>
              <a:ext uri="{FF2B5EF4-FFF2-40B4-BE49-F238E27FC236}">
                <a16:creationId xmlns:a16="http://schemas.microsoft.com/office/drawing/2014/main" id="{BD2198D5-C9C0-500B-4DBC-656F475E493C}"/>
              </a:ext>
            </a:extLst>
          </p:cNvPr>
          <p:cNvSpPr/>
          <p:nvPr userDrawn="1"/>
        </p:nvSpPr>
        <p:spPr>
          <a:xfrm>
            <a:off x="337457" y="1944078"/>
            <a:ext cx="6408939" cy="45628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arih Yer Tutucusu 4">
            <a:extLst>
              <a:ext uri="{FF2B5EF4-FFF2-40B4-BE49-F238E27FC236}">
                <a16:creationId xmlns:a16="http://schemas.microsoft.com/office/drawing/2014/main" id="{C97157FB-CF65-571C-117F-F8FAD8D9FF52}"/>
              </a:ext>
            </a:extLst>
          </p:cNvPr>
          <p:cNvSpPr>
            <a:spLocks noGrp="1"/>
          </p:cNvSpPr>
          <p:nvPr>
            <p:ph type="dt" sz="half" idx="19"/>
          </p:nvPr>
        </p:nvSpPr>
        <p:spPr/>
        <p:txBody>
          <a:bodyPr rtlCol="0"/>
          <a:lstStyle/>
          <a:p>
            <a:pPr rtl="0"/>
            <a:r>
              <a:rPr lang="en-US"/>
              <a:t>8/10/2025</a:t>
            </a:r>
          </a:p>
        </p:txBody>
      </p:sp>
      <p:sp>
        <p:nvSpPr>
          <p:cNvPr id="7" name="Alt Bilgi Yer Tutucusu 6">
            <a:extLst>
              <a:ext uri="{FF2B5EF4-FFF2-40B4-BE49-F238E27FC236}">
                <a16:creationId xmlns:a16="http://schemas.microsoft.com/office/drawing/2014/main" id="{F57136A7-5DB5-FAF4-1437-4CDA5E545739}"/>
              </a:ext>
            </a:extLst>
          </p:cNvPr>
          <p:cNvSpPr>
            <a:spLocks noGrp="1"/>
          </p:cNvSpPr>
          <p:nvPr>
            <p:ph type="ftr" sz="quarter" idx="20"/>
          </p:nvPr>
        </p:nvSpPr>
        <p:spPr/>
        <p:txBody>
          <a:bodyPr rtlCol="0"/>
          <a:lstStyle/>
          <a:p>
            <a:pPr rtl="0"/>
            <a:r>
              <a:rPr lang="tr"/>
              <a:t>Örnek Alt Bilgi Metni</a:t>
            </a:r>
            <a:endParaRPr lang="en-US"/>
          </a:p>
        </p:txBody>
      </p:sp>
      <p:sp>
        <p:nvSpPr>
          <p:cNvPr id="9" name="Slayt Numarası Yer Tutucusu 8">
            <a:extLst>
              <a:ext uri="{FF2B5EF4-FFF2-40B4-BE49-F238E27FC236}">
                <a16:creationId xmlns:a16="http://schemas.microsoft.com/office/drawing/2014/main" id="{C9602816-1AAA-FE35-5C91-01A9C5DEAD00}"/>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
        <p:nvSpPr>
          <p:cNvPr id="11" name="Dikdörtgen 10">
            <a:extLst>
              <a:ext uri="{FF2B5EF4-FFF2-40B4-BE49-F238E27FC236}">
                <a16:creationId xmlns:a16="http://schemas.microsoft.com/office/drawing/2014/main" id="{DD9B28C9-C087-B7F9-1930-361BCE1DC434}"/>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Dikdörtgen 11">
            <a:extLst>
              <a:ext uri="{FF2B5EF4-FFF2-40B4-BE49-F238E27FC236}">
                <a16:creationId xmlns:a16="http://schemas.microsoft.com/office/drawing/2014/main" id="{A9DFE5E0-34BA-A35C-6B4F-7D3C8C7C4F9B}"/>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815113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simli İçerik 14">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rtlCol="0" anchor="ctr"/>
          <a:lstStyle/>
          <a:p>
            <a:pPr rtl="0"/>
            <a:r>
              <a:rPr lang="tr"/>
              <a:t>Asıl başlık stilini düzenlemek için tıklayın</a:t>
            </a:r>
          </a:p>
        </p:txBody>
      </p:sp>
      <p:sp>
        <p:nvSpPr>
          <p:cNvPr id="15" name="Resim Yer Tutucusu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rtlCol="0"/>
          <a:lstStyle/>
          <a:p>
            <a:pPr rtl="0"/>
            <a:endParaRPr lang="en-US"/>
          </a:p>
        </p:txBody>
      </p:sp>
      <p:sp>
        <p:nvSpPr>
          <p:cNvPr id="8" name="İçerik Yer Tutucusu 7">
            <a:extLst>
              <a:ext uri="{FF2B5EF4-FFF2-40B4-BE49-F238E27FC236}">
                <a16:creationId xmlns:a16="http://schemas.microsoft.com/office/drawing/2014/main" id="{C1897688-419F-6EB2-5CC1-DC14924E5FC3}"/>
              </a:ext>
            </a:extLst>
          </p:cNvPr>
          <p:cNvSpPr>
            <a:spLocks noGrp="1"/>
          </p:cNvSpPr>
          <p:nvPr>
            <p:ph sz="quarter" idx="14"/>
          </p:nvPr>
        </p:nvSpPr>
        <p:spPr>
          <a:xfrm>
            <a:off x="6289440" y="2235200"/>
            <a:ext cx="5289915" cy="3958167"/>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Dikdörtgen 3">
            <a:extLst>
              <a:ext uri="{FF2B5EF4-FFF2-40B4-BE49-F238E27FC236}">
                <a16:creationId xmlns:a16="http://schemas.microsoft.com/office/drawing/2014/main" id="{079E6EAC-5CB1-AF25-6E5B-8E37D120C9B3}"/>
              </a:ext>
            </a:extLst>
          </p:cNvPr>
          <p:cNvSpPr/>
          <p:nvPr userDrawn="1"/>
        </p:nvSpPr>
        <p:spPr>
          <a:xfrm>
            <a:off x="339851" y="1929406"/>
            <a:ext cx="55138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Dikdörtgen 11">
            <a:extLst>
              <a:ext uri="{FF2B5EF4-FFF2-40B4-BE49-F238E27FC236}">
                <a16:creationId xmlns:a16="http://schemas.microsoft.com/office/drawing/2014/main" id="{1153CEAA-92AB-A832-438A-7F6ACCDFE1B4}"/>
              </a:ext>
            </a:extLst>
          </p:cNvPr>
          <p:cNvSpPr/>
          <p:nvPr userDrawn="1"/>
        </p:nvSpPr>
        <p:spPr>
          <a:xfrm>
            <a:off x="5978984" y="1929406"/>
            <a:ext cx="5870770"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713165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simli İçerik 15">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rtlCol="0" anchor="b"/>
          <a:lstStyle>
            <a:lvl1pPr>
              <a:defRPr sz="4000"/>
            </a:lvl1pPr>
          </a:lstStyle>
          <a:p>
            <a:pPr rtl="0"/>
            <a:r>
              <a:rPr lang="tr"/>
              <a:t>Asıl başlık stilini düzenlemek için tıklayın</a:t>
            </a:r>
          </a:p>
        </p:txBody>
      </p:sp>
      <p:sp>
        <p:nvSpPr>
          <p:cNvPr id="10" name="Resim Yer Tutucusu 10">
            <a:extLst>
              <a:ext uri="{FF2B5EF4-FFF2-40B4-BE49-F238E27FC236}">
                <a16:creationId xmlns:a16="http://schemas.microsoft.com/office/drawing/2014/main" id="{5C69378E-FD50-D0FE-49E9-FE6939F87E05}"/>
              </a:ext>
            </a:extLst>
          </p:cNvPr>
          <p:cNvSpPr>
            <a:spLocks noGrp="1"/>
          </p:cNvSpPr>
          <p:nvPr>
            <p:ph type="pic" sz="quarter" idx="18" hasCustomPrompt="1"/>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tr"/>
              <a:t> </a:t>
            </a:r>
          </a:p>
        </p:txBody>
      </p:sp>
      <p:sp>
        <p:nvSpPr>
          <p:cNvPr id="8" name="İçerik Yer Tutucusu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6" name="Dikdörtgen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Dikdörtgen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Tarih Yer Tutucusu 3">
            <a:extLst>
              <a:ext uri="{FF2B5EF4-FFF2-40B4-BE49-F238E27FC236}">
                <a16:creationId xmlns:a16="http://schemas.microsoft.com/office/drawing/2014/main" id="{BA4BF609-8734-8C2B-E441-E7DBAE6E3BDA}"/>
              </a:ext>
            </a:extLst>
          </p:cNvPr>
          <p:cNvSpPr>
            <a:spLocks noGrp="1"/>
          </p:cNvSpPr>
          <p:nvPr>
            <p:ph type="dt" sz="half" idx="19"/>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F7450EF1-CAAF-B39A-ED1F-4F967B0786C6}"/>
              </a:ext>
            </a:extLst>
          </p:cNvPr>
          <p:cNvSpPr>
            <a:spLocks noGrp="1"/>
          </p:cNvSpPr>
          <p:nvPr>
            <p:ph type="ftr" sz="quarter" idx="20"/>
          </p:nvPr>
        </p:nvSpPr>
        <p:spPr/>
        <p:txBody>
          <a:bodyPr rtlCol="0"/>
          <a:lstStyle/>
          <a:p>
            <a:pPr rtl="0"/>
            <a:r>
              <a:rPr lang="tr"/>
              <a:t>Örnek Alt Bilgi Metni</a:t>
            </a:r>
            <a:endParaRPr lang="en-US"/>
          </a:p>
        </p:txBody>
      </p:sp>
      <p:sp>
        <p:nvSpPr>
          <p:cNvPr id="7" name="Slayt Numarası Yer Tutucusu 6">
            <a:extLst>
              <a:ext uri="{FF2B5EF4-FFF2-40B4-BE49-F238E27FC236}">
                <a16:creationId xmlns:a16="http://schemas.microsoft.com/office/drawing/2014/main" id="{E4D70B86-8D60-DBF5-42C5-FE10E0C6FE86}"/>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210669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simli İçerik 16">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rtlCol="0" anchor="b"/>
          <a:lstStyle>
            <a:lvl1pPr>
              <a:defRPr sz="40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Dikdörtgen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Resim Yer Tutucusu 10">
            <a:extLst>
              <a:ext uri="{FF2B5EF4-FFF2-40B4-BE49-F238E27FC236}">
                <a16:creationId xmlns:a16="http://schemas.microsoft.com/office/drawing/2014/main" id="{22729334-E74F-1D47-30E9-2040D0CCDE77}"/>
              </a:ext>
            </a:extLst>
          </p:cNvPr>
          <p:cNvSpPr>
            <a:spLocks noGrp="1"/>
          </p:cNvSpPr>
          <p:nvPr>
            <p:ph type="pic" sz="quarter" idx="18" hasCustomPrompt="1"/>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tr"/>
              <a:t> </a:t>
            </a:r>
          </a:p>
        </p:txBody>
      </p:sp>
      <p:sp>
        <p:nvSpPr>
          <p:cNvPr id="4" name="Dikdörtgen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arih Yer Tutucusu 4">
            <a:extLst>
              <a:ext uri="{FF2B5EF4-FFF2-40B4-BE49-F238E27FC236}">
                <a16:creationId xmlns:a16="http://schemas.microsoft.com/office/drawing/2014/main" id="{A1E56C7E-4D47-A5C6-F745-1B24CC384826}"/>
              </a:ext>
            </a:extLst>
          </p:cNvPr>
          <p:cNvSpPr>
            <a:spLocks noGrp="1"/>
          </p:cNvSpPr>
          <p:nvPr>
            <p:ph type="dt" sz="half" idx="19"/>
          </p:nvPr>
        </p:nvSpPr>
        <p:spPr/>
        <p:txBody>
          <a:bodyPr rtlCol="0"/>
          <a:lstStyle/>
          <a:p>
            <a:pPr rtl="0"/>
            <a:r>
              <a:rPr lang="en-US"/>
              <a:t>8/10/2025</a:t>
            </a:r>
          </a:p>
        </p:txBody>
      </p:sp>
      <p:sp>
        <p:nvSpPr>
          <p:cNvPr id="7" name="Alt Bilgi Yer Tutucusu 6">
            <a:extLst>
              <a:ext uri="{FF2B5EF4-FFF2-40B4-BE49-F238E27FC236}">
                <a16:creationId xmlns:a16="http://schemas.microsoft.com/office/drawing/2014/main" id="{ECE34178-1A83-36BE-0EBF-390C6CB30C87}"/>
              </a:ext>
            </a:extLst>
          </p:cNvPr>
          <p:cNvSpPr>
            <a:spLocks noGrp="1"/>
          </p:cNvSpPr>
          <p:nvPr>
            <p:ph type="ftr" sz="quarter" idx="20"/>
          </p:nvPr>
        </p:nvSpPr>
        <p:spPr/>
        <p:txBody>
          <a:bodyPr rtlCol="0"/>
          <a:lstStyle/>
          <a:p>
            <a:pPr rtl="0"/>
            <a:r>
              <a:rPr lang="tr"/>
              <a:t>Örnek Alt Bilgi Metni</a:t>
            </a:r>
            <a:endParaRPr lang="en-US"/>
          </a:p>
        </p:txBody>
      </p:sp>
      <p:sp>
        <p:nvSpPr>
          <p:cNvPr id="9" name="Slayt Numarası Yer Tutucusu 8">
            <a:extLst>
              <a:ext uri="{FF2B5EF4-FFF2-40B4-BE49-F238E27FC236}">
                <a16:creationId xmlns:a16="http://schemas.microsoft.com/office/drawing/2014/main" id="{E476F11D-D618-B08B-95BA-C3F1030D58AD}"/>
              </a:ext>
            </a:extLst>
          </p:cNvPr>
          <p:cNvSpPr>
            <a:spLocks noGrp="1"/>
          </p:cNvSpPr>
          <p:nvPr>
            <p:ph type="sldNum" sz="quarter" idx="21"/>
          </p:nvPr>
        </p:nvSpPr>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3134782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esimli İçerik 17">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rtlCol="0">
            <a:normAutofit/>
          </a:bodyPr>
          <a:lstStyle>
            <a:lvl1pPr>
              <a:defRPr sz="3600"/>
            </a:lvl1pPr>
          </a:lstStyle>
          <a:p>
            <a:pPr rtl="0"/>
            <a:r>
              <a:rPr lang="tr"/>
              <a:t>Asıl başlık stilini düzenlemek için tıklayın</a:t>
            </a:r>
          </a:p>
        </p:txBody>
      </p:sp>
      <p:sp>
        <p:nvSpPr>
          <p:cNvPr id="12" name="Resim Yer Tutucusu 11">
            <a:extLst>
              <a:ext uri="{FF2B5EF4-FFF2-40B4-BE49-F238E27FC236}">
                <a16:creationId xmlns:a16="http://schemas.microsoft.com/office/drawing/2014/main" id="{4FE3DA23-DE55-6AE0-AF3B-E9803246C7CD}"/>
              </a:ext>
            </a:extLst>
          </p:cNvPr>
          <p:cNvSpPr>
            <a:spLocks noGrp="1"/>
          </p:cNvSpPr>
          <p:nvPr>
            <p:ph type="pic" sz="quarter" idx="15" hasCustomPrompt="1"/>
          </p:nvPr>
        </p:nvSpPr>
        <p:spPr>
          <a:xfrm>
            <a:off x="349324" y="2423719"/>
            <a:ext cx="5175504" cy="4069080"/>
          </a:xfrm>
          <a:blipFill>
            <a:blip r:embed="rId2">
              <a:alphaModFix amt="50000"/>
              <a:extLst>
                <a:ext uri="{28A0092B-C50C-407E-A947-70E740481C1C}">
                  <a14:useLocalDpi xmlns:a14="http://schemas.microsoft.com/office/drawing/2010/main" val="0"/>
                </a:ext>
              </a:extLst>
            </a:blip>
            <a:stretch>
              <a:fillRect/>
            </a:stretch>
          </a:blipFill>
        </p:spPr>
        <p:txBody>
          <a:bodyPr rtlCol="0"/>
          <a:lstStyle>
            <a:lvl1pPr marL="0" indent="0">
              <a:buNone/>
              <a:defRPr/>
            </a:lvl1pPr>
          </a:lstStyle>
          <a:p>
            <a:pPr rtl="0"/>
            <a:r>
              <a:rPr lang="tr"/>
              <a:t> </a:t>
            </a:r>
          </a:p>
        </p:txBody>
      </p:sp>
      <p:sp>
        <p:nvSpPr>
          <p:cNvPr id="8" name="İçerik Yer Tutucusu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Dikdörtgen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Dikdörtgen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6514200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esimli İçerik 18">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rtlCol="0">
            <a:normAutofit/>
          </a:bodyPr>
          <a:lstStyle>
            <a:lvl1pPr>
              <a:defRPr sz="3200"/>
            </a:lvl1pPr>
          </a:lstStyle>
          <a:p>
            <a:pPr rtl="0"/>
            <a:r>
              <a:rPr lang="tr"/>
              <a:t>Asıl başlık stilini düzenlemek için tıklayın</a:t>
            </a:r>
          </a:p>
        </p:txBody>
      </p:sp>
      <p:sp>
        <p:nvSpPr>
          <p:cNvPr id="12" name="Resim Yer Tutucusu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rtlCol="0"/>
          <a:lstStyle/>
          <a:p>
            <a:pPr rtl="0"/>
            <a:endParaRPr lang="en-US"/>
          </a:p>
        </p:txBody>
      </p:sp>
      <p:sp>
        <p:nvSpPr>
          <p:cNvPr id="8" name="İçerik Yer Tutucusu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Dikdörtgen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Dikdörtgen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918611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simli İçerik 19">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7643078" y="599599"/>
            <a:ext cx="3946824" cy="1453896"/>
          </a:xfrm>
        </p:spPr>
        <p:txBody>
          <a:bodyPr rtlCol="0">
            <a:normAutofit/>
          </a:bodyPr>
          <a:lstStyle>
            <a:lvl1pPr>
              <a:defRPr sz="32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8BAC3300-BF12-B200-9F06-8D5AC45CB7EF}"/>
              </a:ext>
            </a:extLst>
          </p:cNvPr>
          <p:cNvSpPr>
            <a:spLocks noGrp="1"/>
          </p:cNvSpPr>
          <p:nvPr>
            <p:ph sz="quarter" idx="14"/>
          </p:nvPr>
        </p:nvSpPr>
        <p:spPr>
          <a:xfrm>
            <a:off x="640080" y="599600"/>
            <a:ext cx="6350185" cy="5623360"/>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12" name="Resim Yer Tutucusu 11">
            <a:extLst>
              <a:ext uri="{FF2B5EF4-FFF2-40B4-BE49-F238E27FC236}">
                <a16:creationId xmlns:a16="http://schemas.microsoft.com/office/drawing/2014/main" id="{4FE3DA23-DE55-6AE0-AF3B-E9803246C7CD}"/>
              </a:ext>
            </a:extLst>
          </p:cNvPr>
          <p:cNvSpPr>
            <a:spLocks noGrp="1"/>
          </p:cNvSpPr>
          <p:nvPr>
            <p:ph type="pic" sz="quarter" idx="15"/>
          </p:nvPr>
        </p:nvSpPr>
        <p:spPr>
          <a:xfrm>
            <a:off x="7370064" y="2423160"/>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rtlCol="0"/>
          <a:lstStyle/>
          <a:p>
            <a:pPr rtl="0"/>
            <a:endParaRPr lang="en-US"/>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2125B15E-907B-22E5-9483-591409F1460D}"/>
              </a:ext>
            </a:extLst>
          </p:cNvPr>
          <p:cNvSpPr/>
          <p:nvPr userDrawn="1"/>
        </p:nvSpPr>
        <p:spPr>
          <a:xfrm flipV="1">
            <a:off x="7360920"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Dikdörtgen 3">
            <a:extLst>
              <a:ext uri="{FF2B5EF4-FFF2-40B4-BE49-F238E27FC236}">
                <a16:creationId xmlns:a16="http://schemas.microsoft.com/office/drawing/2014/main" id="{944643D3-05AA-D000-6F70-B39D3E837EF5}"/>
              </a:ext>
            </a:extLst>
          </p:cNvPr>
          <p:cNvSpPr/>
          <p:nvPr userDrawn="1"/>
        </p:nvSpPr>
        <p:spPr>
          <a:xfrm>
            <a:off x="338328"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Dikdörtgen 8">
            <a:extLst>
              <a:ext uri="{FF2B5EF4-FFF2-40B4-BE49-F238E27FC236}">
                <a16:creationId xmlns:a16="http://schemas.microsoft.com/office/drawing/2014/main" id="{907DB142-72B7-699F-6F87-2EFB2EBF3B22}"/>
              </a:ext>
            </a:extLst>
          </p:cNvPr>
          <p:cNvSpPr/>
          <p:nvPr userDrawn="1"/>
        </p:nvSpPr>
        <p:spPr>
          <a:xfrm flipV="1">
            <a:off x="7361582"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78732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üyük Say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5D4804-4265-85A8-7A9B-A9B3F5D80284}"/>
              </a:ext>
            </a:extLst>
          </p:cNvPr>
          <p:cNvSpPr>
            <a:spLocks noGrp="1"/>
          </p:cNvSpPr>
          <p:nvPr>
            <p:ph type="title"/>
          </p:nvPr>
        </p:nvSpPr>
        <p:spPr>
          <a:xfrm>
            <a:off x="822960" y="5029200"/>
            <a:ext cx="7525512" cy="1005840"/>
          </a:xfrm>
        </p:spPr>
        <p:txBody>
          <a:bodyPr rtlCol="0">
            <a:normAutofit/>
          </a:bodyPr>
          <a:lstStyle>
            <a:lvl1pPr>
              <a:lnSpc>
                <a:spcPct val="110000"/>
              </a:lnSpc>
              <a:defRPr sz="1800">
                <a:latin typeface="+mn-lt"/>
              </a:defRPr>
            </a:lvl1pPr>
          </a:lstStyle>
          <a:p>
            <a:pPr rtl="0"/>
            <a:r>
              <a:rPr lang="tr"/>
              <a:t>Asıl başlık stilini düzenlemek için tıklayın</a:t>
            </a:r>
          </a:p>
        </p:txBody>
      </p:sp>
      <p:sp>
        <p:nvSpPr>
          <p:cNvPr id="9" name="İçerik Yer Tutucusu 8">
            <a:extLst>
              <a:ext uri="{FF2B5EF4-FFF2-40B4-BE49-F238E27FC236}">
                <a16:creationId xmlns:a16="http://schemas.microsoft.com/office/drawing/2014/main" id="{6B2D6F9C-47CA-A6AB-CB31-599736C61655}"/>
              </a:ext>
            </a:extLst>
          </p:cNvPr>
          <p:cNvSpPr>
            <a:spLocks noGrp="1"/>
          </p:cNvSpPr>
          <p:nvPr>
            <p:ph sz="quarter" idx="14" hasCustomPrompt="1"/>
          </p:nvPr>
        </p:nvSpPr>
        <p:spPr>
          <a:xfrm>
            <a:off x="822960" y="841248"/>
            <a:ext cx="10543032" cy="4151376"/>
          </a:xfrm>
        </p:spPr>
        <p:txBody>
          <a:bodyPr rtlCol="0" anchor="b">
            <a:normAutofit/>
          </a:bodyPr>
          <a:lstStyle>
            <a:lvl1pPr marL="0" indent="0">
              <a:lnSpc>
                <a:spcPct val="90000"/>
              </a:lnSpc>
              <a:buNone/>
              <a:defRPr sz="19300" b="1" baseline="0">
                <a:latin typeface="+mj-lt"/>
              </a:defRPr>
            </a:lvl1pPr>
          </a:lstStyle>
          <a:p>
            <a:pPr lvl="0" rtl="0"/>
            <a:r>
              <a:rPr lang="tr"/>
              <a:t>##%</a:t>
            </a:r>
          </a:p>
        </p:txBody>
      </p:sp>
      <p:sp>
        <p:nvSpPr>
          <p:cNvPr id="3" name="Tarih Yer Tutucusu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6" name="Dikdörtgen 5">
            <a:extLst>
              <a:ext uri="{FF2B5EF4-FFF2-40B4-BE49-F238E27FC236}">
                <a16:creationId xmlns:a16="http://schemas.microsoft.com/office/drawing/2014/main" id="{CA7D478B-3CC8-9331-3B4F-2130EA892404}"/>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0341183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üyük Sayı 2">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56306E-B77F-CE22-FA8C-F08F17B5E9B4}"/>
              </a:ext>
            </a:extLst>
          </p:cNvPr>
          <p:cNvSpPr>
            <a:spLocks noGrp="1"/>
          </p:cNvSpPr>
          <p:nvPr>
            <p:ph type="title"/>
          </p:nvPr>
        </p:nvSpPr>
        <p:spPr>
          <a:xfrm>
            <a:off x="2333244" y="5029200"/>
            <a:ext cx="7525512" cy="914400"/>
          </a:xfrm>
        </p:spPr>
        <p:txBody>
          <a:bodyPr rtlCol="0">
            <a:normAutofit/>
          </a:bodyPr>
          <a:lstStyle>
            <a:lvl1pPr algn="ctr">
              <a:lnSpc>
                <a:spcPct val="110000"/>
              </a:lnSpc>
              <a:defRPr sz="1800" b="0">
                <a:solidFill>
                  <a:schemeClr val="tx1"/>
                </a:solidFill>
                <a:latin typeface="+mn-lt"/>
              </a:defRPr>
            </a:lvl1pPr>
          </a:lstStyle>
          <a:p>
            <a:pPr rtl="0"/>
            <a:r>
              <a:rPr lang="tr"/>
              <a:t>Asıl başlık stilini düzenlemek için tıklayın</a:t>
            </a:r>
          </a:p>
        </p:txBody>
      </p:sp>
      <p:sp>
        <p:nvSpPr>
          <p:cNvPr id="7" name="İçerik Yer Tutucusu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41248"/>
            <a:ext cx="10543032" cy="4169664"/>
          </a:xfrm>
        </p:spPr>
        <p:txBody>
          <a:bodyPr rtlCol="0" anchor="b">
            <a:normAutofit/>
          </a:bodyPr>
          <a:lstStyle>
            <a:lvl1pPr marL="0" indent="0" algn="ctr">
              <a:lnSpc>
                <a:spcPct val="90000"/>
              </a:lnSpc>
              <a:buNone/>
              <a:defRPr sz="19300" b="1">
                <a:solidFill>
                  <a:schemeClr val="tx1"/>
                </a:solidFill>
                <a:latin typeface="+mj-lt"/>
              </a:defRPr>
            </a:lvl1pPr>
          </a:lstStyle>
          <a:p>
            <a:pPr lvl="0" rtl="0"/>
            <a:r>
              <a:rPr lang="tr"/>
              <a:t>##%</a:t>
            </a:r>
          </a:p>
        </p:txBody>
      </p:sp>
      <p:sp>
        <p:nvSpPr>
          <p:cNvPr id="3" name="Tarih Yer Tutucusu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8" name="Dikdörtgen 7">
            <a:extLst>
              <a:ext uri="{FF2B5EF4-FFF2-40B4-BE49-F238E27FC236}">
                <a16:creationId xmlns:a16="http://schemas.microsoft.com/office/drawing/2014/main" id="{5FC0DA6E-8242-883C-15FE-E726DCC36F80}"/>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014993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üyük Sayı 3">
    <p:bg>
      <p:bgPr>
        <a:solidFill>
          <a:schemeClr val="accent2"/>
        </a:solidFill>
        <a:effectLst/>
      </p:bgPr>
    </p:bg>
    <p:spTree>
      <p:nvGrpSpPr>
        <p:cNvPr id="1" name=""/>
        <p:cNvGrpSpPr/>
        <p:nvPr/>
      </p:nvGrpSpPr>
      <p:grpSpPr>
        <a:xfrm>
          <a:off x="0" y="0"/>
          <a:ext cx="0" cy="0"/>
          <a:chOff x="0" y="0"/>
          <a:chExt cx="0" cy="0"/>
        </a:xfrm>
      </p:grpSpPr>
      <p:sp>
        <p:nvSpPr>
          <p:cNvPr id="9" name="Başlık 1">
            <a:extLst>
              <a:ext uri="{FF2B5EF4-FFF2-40B4-BE49-F238E27FC236}">
                <a16:creationId xmlns:a16="http://schemas.microsoft.com/office/drawing/2014/main" id="{F9924E45-C895-43A4-5C38-357208F050D2}"/>
              </a:ext>
            </a:extLst>
          </p:cNvPr>
          <p:cNvSpPr>
            <a:spLocks noGrp="1"/>
          </p:cNvSpPr>
          <p:nvPr>
            <p:ph type="title"/>
          </p:nvPr>
        </p:nvSpPr>
        <p:spPr>
          <a:xfrm>
            <a:off x="2333244" y="5029200"/>
            <a:ext cx="7525512" cy="914400"/>
          </a:xfrm>
        </p:spPr>
        <p:txBody>
          <a:bodyPr rtlCol="0">
            <a:normAutofit/>
          </a:bodyPr>
          <a:lstStyle>
            <a:lvl1pPr algn="ctr">
              <a:lnSpc>
                <a:spcPct val="110000"/>
              </a:lnSpc>
              <a:defRPr sz="1800" b="0">
                <a:solidFill>
                  <a:schemeClr val="tx1"/>
                </a:solidFill>
                <a:latin typeface="+mn-lt"/>
              </a:defRPr>
            </a:lvl1pPr>
          </a:lstStyle>
          <a:p>
            <a:pPr rtl="0"/>
            <a:r>
              <a:rPr lang="tr"/>
              <a:t>Asıl başlık stilini düzenlemek için tıklayın</a:t>
            </a:r>
          </a:p>
        </p:txBody>
      </p:sp>
      <p:sp>
        <p:nvSpPr>
          <p:cNvPr id="10" name="İçerik Yer Tutucusu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824484" y="841248"/>
            <a:ext cx="10543032" cy="4167124"/>
          </a:xfrm>
        </p:spPr>
        <p:txBody>
          <a:bodyPr rtlCol="0" anchor="b">
            <a:normAutofit/>
          </a:bodyPr>
          <a:lstStyle>
            <a:lvl1pPr marL="0" indent="0" algn="ctr">
              <a:lnSpc>
                <a:spcPct val="90000"/>
              </a:lnSpc>
              <a:buNone/>
              <a:defRPr sz="19300" b="1">
                <a:solidFill>
                  <a:schemeClr val="tx1"/>
                </a:solidFill>
                <a:latin typeface="+mj-lt"/>
              </a:defRPr>
            </a:lvl1pPr>
          </a:lstStyle>
          <a:p>
            <a:pPr lvl="0" rtl="0"/>
            <a:r>
              <a:rPr lang="tr"/>
              <a:t>##%</a:t>
            </a:r>
          </a:p>
        </p:txBody>
      </p:sp>
      <p:sp>
        <p:nvSpPr>
          <p:cNvPr id="3" name="Tarih Yer Tutucusu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2" name="Dikdörtgen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0186718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y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221EB5-8556-FBD7-00D5-D69AC8E7E73A}"/>
              </a:ext>
            </a:extLst>
          </p:cNvPr>
          <p:cNvSpPr>
            <a:spLocks noGrp="1"/>
          </p:cNvSpPr>
          <p:nvPr>
            <p:ph type="title"/>
          </p:nvPr>
        </p:nvSpPr>
        <p:spPr>
          <a:xfrm>
            <a:off x="617129" y="-1293464"/>
            <a:ext cx="10652760" cy="1133856"/>
          </a:xfrm>
        </p:spPr>
        <p:txBody>
          <a:bodyPr rtlCol="0"/>
          <a:lstStyle/>
          <a:p>
            <a:pPr rtl="0"/>
            <a:r>
              <a:rPr lang="tr"/>
              <a:t>Asıl başlık stilini düzenlemek için tıklayın</a:t>
            </a:r>
          </a:p>
        </p:txBody>
      </p:sp>
      <p:sp>
        <p:nvSpPr>
          <p:cNvPr id="6" name="İçerik Yer Tutucusu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234440"/>
            <a:ext cx="9191625" cy="4389120"/>
          </a:xfrm>
        </p:spPr>
        <p:txBody>
          <a:bodyPr rtlCol="0"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rtl="0"/>
            <a:r>
              <a:rPr lang="tr"/>
              <a:t>Deyim eklemek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rtl="0"/>
              <a:t>‹#›</a:t>
            </a:fld>
            <a:endParaRPr lang="en-US"/>
          </a:p>
        </p:txBody>
      </p:sp>
      <p:sp>
        <p:nvSpPr>
          <p:cNvPr id="8" name="Dikdörtgen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105553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yim 2">
    <p:bg>
      <p:bgPr>
        <a:solidFill>
          <a:schemeClr val="accent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221EB5-8556-FBD7-00D5-D69AC8E7E73A}"/>
              </a:ext>
            </a:extLst>
          </p:cNvPr>
          <p:cNvSpPr>
            <a:spLocks noGrp="1"/>
          </p:cNvSpPr>
          <p:nvPr>
            <p:ph type="title"/>
          </p:nvPr>
        </p:nvSpPr>
        <p:spPr>
          <a:xfrm>
            <a:off x="612647" y="-1295801"/>
            <a:ext cx="10652760" cy="1133856"/>
          </a:xfrm>
        </p:spPr>
        <p:txBody>
          <a:bodyPr rtlCol="0"/>
          <a:lstStyle/>
          <a:p>
            <a:pPr rtl="0"/>
            <a:r>
              <a:rPr lang="tr"/>
              <a:t>Asıl başlık stilini düzenlemek için tıklayın</a:t>
            </a:r>
          </a:p>
        </p:txBody>
      </p:sp>
      <p:sp>
        <p:nvSpPr>
          <p:cNvPr id="11" name="İçerik Yer Tutucusu 10">
            <a:extLst>
              <a:ext uri="{FF2B5EF4-FFF2-40B4-BE49-F238E27FC236}">
                <a16:creationId xmlns:a16="http://schemas.microsoft.com/office/drawing/2014/main" id="{98ADCAC8-6FF3-EC2A-EFD7-95A819EA2E48}"/>
              </a:ext>
            </a:extLst>
          </p:cNvPr>
          <p:cNvSpPr>
            <a:spLocks noGrp="1"/>
          </p:cNvSpPr>
          <p:nvPr>
            <p:ph sz="quarter" idx="14" hasCustomPrompt="1"/>
          </p:nvPr>
        </p:nvSpPr>
        <p:spPr>
          <a:xfrm>
            <a:off x="795527" y="685799"/>
            <a:ext cx="10698480" cy="5486400"/>
          </a:xfrm>
        </p:spPr>
        <p:txBody>
          <a:bodyPr rtlCol="0" anchor="ctr">
            <a:noAutofit/>
          </a:bodyPr>
          <a:lstStyle>
            <a:lvl1pPr marL="0" indent="0">
              <a:buNone/>
              <a:defRPr sz="4800">
                <a:latin typeface="+mj-lt"/>
              </a:defRPr>
            </a:lvl1pPr>
            <a:lvl2pPr marL="228600" indent="0">
              <a:buNone/>
              <a:defRPr sz="4800">
                <a:latin typeface="+mj-lt"/>
              </a:defRPr>
            </a:lvl2pPr>
            <a:lvl3pPr marL="457200" indent="0">
              <a:buNone/>
              <a:defRPr sz="4800">
                <a:latin typeface="+mj-lt"/>
              </a:defRPr>
            </a:lvl3pPr>
            <a:lvl4pPr marL="685800" indent="0">
              <a:buNone/>
              <a:defRPr sz="4800">
                <a:latin typeface="+mj-lt"/>
              </a:defRPr>
            </a:lvl4pPr>
            <a:lvl5pPr marL="914400" indent="0">
              <a:buNone/>
              <a:defRPr sz="4800">
                <a:latin typeface="+mj-lt"/>
              </a:defRPr>
            </a:lvl5pPr>
          </a:lstStyle>
          <a:p>
            <a:pPr lvl="0" rtl="0"/>
            <a:r>
              <a:rPr lang="tr"/>
              <a:t>Deyim eklemek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rtl="0"/>
              <a:t>‹#›</a:t>
            </a:fld>
            <a:endParaRPr lang="en-US"/>
          </a:p>
        </p:txBody>
      </p:sp>
      <p:sp>
        <p:nvSpPr>
          <p:cNvPr id="9" name="Dikdörtgen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684575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yim 3">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221EB5-8556-FBD7-00D5-D69AC8E7E73A}"/>
              </a:ext>
            </a:extLst>
          </p:cNvPr>
          <p:cNvSpPr>
            <a:spLocks noGrp="1"/>
          </p:cNvSpPr>
          <p:nvPr>
            <p:ph type="title"/>
          </p:nvPr>
        </p:nvSpPr>
        <p:spPr>
          <a:xfrm>
            <a:off x="612647" y="-1293562"/>
            <a:ext cx="10652760" cy="1133856"/>
          </a:xfrm>
        </p:spPr>
        <p:txBody>
          <a:bodyPr rtlCol="0"/>
          <a:lstStyle/>
          <a:p>
            <a:pPr rtl="0"/>
            <a:r>
              <a:rPr lang="tr"/>
              <a:t>Asıl başlık stilini düzenlemek için tıklayın</a:t>
            </a:r>
          </a:p>
        </p:txBody>
      </p:sp>
      <p:sp>
        <p:nvSpPr>
          <p:cNvPr id="8" name="İçerik Yer Tutucusu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7" y="685800"/>
            <a:ext cx="10698480" cy="5486400"/>
          </a:xfrm>
        </p:spPr>
        <p:txBody>
          <a:bodyPr rtlCol="0"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rtl="0"/>
            <a:r>
              <a:rPr lang="tr"/>
              <a:t>Deyim eklemek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rtl="0"/>
              <a:t>‹#›</a:t>
            </a:fld>
            <a:endParaRPr lang="en-US"/>
          </a:p>
        </p:txBody>
      </p:sp>
      <p:sp>
        <p:nvSpPr>
          <p:cNvPr id="9" name="Dikdörtgen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6121361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Alınt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rtlCol="0" anchor="ctr">
            <a:normAutofit/>
          </a:bodyPr>
          <a:lstStyle>
            <a:lvl1pPr>
              <a:lnSpc>
                <a:spcPct val="120000"/>
              </a:lnSpc>
              <a:defRPr sz="2200">
                <a:solidFill>
                  <a:schemeClr val="tx1"/>
                </a:solidFill>
                <a:latin typeface="+mn-lt"/>
              </a:defRPr>
            </a:lvl1pPr>
          </a:lstStyle>
          <a:p>
            <a:pPr rtl="0"/>
            <a:r>
              <a:rPr lang="tr"/>
              <a:t>Alıntı Yazarı</a:t>
            </a:r>
          </a:p>
        </p:txBody>
      </p:sp>
      <p:sp>
        <p:nvSpPr>
          <p:cNvPr id="7" name="İçerik Yer Tutucus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rtlCol="0" anchor="t">
            <a:normAutofit/>
          </a:bodyPr>
          <a:lstStyle>
            <a:lvl1pPr marL="164592" indent="-164592">
              <a:lnSpc>
                <a:spcPct val="100000"/>
              </a:lnSpc>
              <a:spcBef>
                <a:spcPts val="0"/>
              </a:spcBef>
              <a:buNone/>
              <a:defRPr sz="4000">
                <a:latin typeface="+mj-lt"/>
              </a:defRPr>
            </a:lvl1pPr>
          </a:lstStyle>
          <a:p>
            <a:pPr lvl="0" rtl="0"/>
            <a:r>
              <a:rPr lang="tr"/>
              <a:t>Alıntı eklemek için tıklayın</a:t>
            </a:r>
          </a:p>
        </p:txBody>
      </p:sp>
      <p:sp>
        <p:nvSpPr>
          <p:cNvPr id="3" name="Tarih Yer Tutucusu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11" name="Dikdörtgen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Dikdörtgen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799157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Alıntı 2">
    <p:bg>
      <p:bgPr>
        <a:solidFill>
          <a:schemeClr val="accent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rtlCol="0" anchor="ctr">
            <a:normAutofit/>
          </a:bodyPr>
          <a:lstStyle>
            <a:lvl1pPr algn="ctr">
              <a:lnSpc>
                <a:spcPct val="120000"/>
              </a:lnSpc>
              <a:defRPr sz="2200">
                <a:solidFill>
                  <a:schemeClr val="tx1"/>
                </a:solidFill>
                <a:latin typeface="+mn-lt"/>
              </a:defRPr>
            </a:lvl1pPr>
          </a:lstStyle>
          <a:p>
            <a:pPr rtl="0"/>
            <a:r>
              <a:rPr lang="tr"/>
              <a:t>Alıntı Yazarı</a:t>
            </a:r>
          </a:p>
        </p:txBody>
      </p:sp>
      <p:sp>
        <p:nvSpPr>
          <p:cNvPr id="7" name="İçerik Yer Tutucus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rtlCol="0" anchor="ctr">
            <a:normAutofit/>
          </a:bodyPr>
          <a:lstStyle>
            <a:lvl1pPr marL="164592" indent="-164592" algn="ctr">
              <a:lnSpc>
                <a:spcPct val="100000"/>
              </a:lnSpc>
              <a:spcBef>
                <a:spcPts val="0"/>
              </a:spcBef>
              <a:buNone/>
              <a:defRPr sz="4000">
                <a:latin typeface="+mj-lt"/>
              </a:defRPr>
            </a:lvl1pPr>
          </a:lstStyle>
          <a:p>
            <a:pPr lvl="0" rtl="0"/>
            <a:r>
              <a:rPr lang="tr"/>
              <a:t>Alıntı eklemek için tıklayın</a:t>
            </a:r>
          </a:p>
        </p:txBody>
      </p:sp>
      <p:sp>
        <p:nvSpPr>
          <p:cNvPr id="3" name="Tarih Yer Tutucusu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8" name="Dikdörtgen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Dikdörtgen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2504454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Alıntı 3">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rtlCol="0" anchor="ctr">
            <a:normAutofit/>
          </a:bodyPr>
          <a:lstStyle>
            <a:lvl1pPr>
              <a:lnSpc>
                <a:spcPct val="120000"/>
              </a:lnSpc>
              <a:defRPr sz="2200">
                <a:solidFill>
                  <a:schemeClr val="tx1"/>
                </a:solidFill>
                <a:latin typeface="+mn-lt"/>
              </a:defRPr>
            </a:lvl1pPr>
          </a:lstStyle>
          <a:p>
            <a:pPr rtl="0"/>
            <a:r>
              <a:rPr lang="tr"/>
              <a:t>Alıntı Yazarı</a:t>
            </a:r>
          </a:p>
        </p:txBody>
      </p:sp>
      <p:sp>
        <p:nvSpPr>
          <p:cNvPr id="7" name="İçerik Yer Tutucus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9198864" cy="3328416"/>
          </a:xfrm>
        </p:spPr>
        <p:txBody>
          <a:bodyPr rtlCol="0" anchor="ctr">
            <a:normAutofit/>
          </a:bodyPr>
          <a:lstStyle>
            <a:lvl1pPr marL="164592" indent="-164592">
              <a:lnSpc>
                <a:spcPct val="100000"/>
              </a:lnSpc>
              <a:spcBef>
                <a:spcPts val="0"/>
              </a:spcBef>
              <a:buNone/>
              <a:defRPr sz="4200">
                <a:latin typeface="+mj-lt"/>
              </a:defRPr>
            </a:lvl1pPr>
          </a:lstStyle>
          <a:p>
            <a:pPr lvl="0" rtl="0"/>
            <a:r>
              <a:rPr lang="tr"/>
              <a:t>Alıntı eklemek için tıklayın</a:t>
            </a:r>
          </a:p>
        </p:txBody>
      </p:sp>
      <p:sp>
        <p:nvSpPr>
          <p:cNvPr id="3" name="Tarih Yer Tutucusu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6" name="Dikdörtgen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337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ki İçerik">
    <p:bg>
      <p:bgPr>
        <a:solidFill>
          <a:schemeClr val="accent2"/>
        </a:solidFill>
        <a:effectLst/>
      </p:bgPr>
    </p:bg>
    <p:spTree>
      <p:nvGrpSpPr>
        <p:cNvPr id="1" name=""/>
        <p:cNvGrpSpPr/>
        <p:nvPr/>
      </p:nvGrpSpPr>
      <p:grpSpPr>
        <a:xfrm>
          <a:off x="0" y="0"/>
          <a:ext cx="0" cy="0"/>
          <a:chOff x="0" y="0"/>
          <a:chExt cx="0" cy="0"/>
        </a:xfrm>
      </p:grpSpPr>
      <p:sp>
        <p:nvSpPr>
          <p:cNvPr id="8" name="Başlık 1">
            <a:extLst>
              <a:ext uri="{FF2B5EF4-FFF2-40B4-BE49-F238E27FC236}">
                <a16:creationId xmlns:a16="http://schemas.microsoft.com/office/drawing/2014/main" id="{24D17117-BBA9-4972-76C2-EAFE70BD1CDA}"/>
              </a:ext>
            </a:extLst>
          </p:cNvPr>
          <p:cNvSpPr>
            <a:spLocks noGrp="1"/>
          </p:cNvSpPr>
          <p:nvPr>
            <p:ph type="title"/>
          </p:nvPr>
        </p:nvSpPr>
        <p:spPr>
          <a:xfrm>
            <a:off x="794656" y="842463"/>
            <a:ext cx="10616184" cy="1133856"/>
          </a:xfrm>
        </p:spPr>
        <p:txBody>
          <a:bodyPr rtlCol="0"/>
          <a:lstStyle>
            <a:lvl1pPr>
              <a:defRPr/>
            </a:lvl1pPr>
          </a:lstStyle>
          <a:p>
            <a:pPr rtl="0"/>
            <a:r>
              <a:rPr lang="tr"/>
              <a:t>Asıl başlık stilini düzenlemek için tıklayın</a:t>
            </a:r>
          </a:p>
        </p:txBody>
      </p:sp>
      <p:sp>
        <p:nvSpPr>
          <p:cNvPr id="4" name="İçerik Yer Tutucusu 3">
            <a:extLst>
              <a:ext uri="{FF2B5EF4-FFF2-40B4-BE49-F238E27FC236}">
                <a16:creationId xmlns:a16="http://schemas.microsoft.com/office/drawing/2014/main" id="{B1EC3D10-12BE-0828-A6FA-C33C4BFCD9C6}"/>
              </a:ext>
            </a:extLst>
          </p:cNvPr>
          <p:cNvSpPr>
            <a:spLocks noGrp="1"/>
          </p:cNvSpPr>
          <p:nvPr>
            <p:ph sz="quarter" idx="15"/>
          </p:nvPr>
        </p:nvSpPr>
        <p:spPr>
          <a:xfrm>
            <a:off x="795338" y="2217738"/>
            <a:ext cx="4872037" cy="4095750"/>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10" name="İçerik Yer Tutucusu 3">
            <a:extLst>
              <a:ext uri="{FF2B5EF4-FFF2-40B4-BE49-F238E27FC236}">
                <a16:creationId xmlns:a16="http://schemas.microsoft.com/office/drawing/2014/main" id="{CCA2E261-8EB7-B6E1-F84F-2C8AA00E012F}"/>
              </a:ext>
            </a:extLst>
          </p:cNvPr>
          <p:cNvSpPr>
            <a:spLocks noGrp="1"/>
          </p:cNvSpPr>
          <p:nvPr>
            <p:ph sz="quarter" idx="16"/>
          </p:nvPr>
        </p:nvSpPr>
        <p:spPr>
          <a:xfrm>
            <a:off x="6538803" y="2189669"/>
            <a:ext cx="4872037" cy="4095750"/>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3" name="Dikdörtgen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36343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Karşılaştırma">
    <p:spTree>
      <p:nvGrpSpPr>
        <p:cNvPr id="1" name=""/>
        <p:cNvGrpSpPr/>
        <p:nvPr/>
      </p:nvGrpSpPr>
      <p:grpSpPr>
        <a:xfrm>
          <a:off x="0" y="0"/>
          <a:ext cx="0" cy="0"/>
          <a:chOff x="0" y="0"/>
          <a:chExt cx="0" cy="0"/>
        </a:xfrm>
      </p:grpSpPr>
      <p:sp>
        <p:nvSpPr>
          <p:cNvPr id="6" name="Başlık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822960"/>
          </a:xfrm>
        </p:spPr>
        <p:txBody>
          <a:bodyPr rtlCol="0"/>
          <a:lstStyle>
            <a:lvl1pPr>
              <a:defRPr/>
            </a:lvl1pPr>
          </a:lstStyle>
          <a:p>
            <a:pPr rtl="0"/>
            <a:r>
              <a:rPr lang="tr"/>
              <a:t>Asıl başlık stilini düzenlemek için tıklayın</a:t>
            </a:r>
          </a:p>
        </p:txBody>
      </p:sp>
      <p:sp>
        <p:nvSpPr>
          <p:cNvPr id="3" name="Metin Yer Tutucusu 2">
            <a:extLst>
              <a:ext uri="{FF2B5EF4-FFF2-40B4-BE49-F238E27FC236}">
                <a16:creationId xmlns:a16="http://schemas.microsoft.com/office/drawing/2014/main" id="{61CD26D4-290A-F0ED-7D62-41EDA6FEC2B9}"/>
              </a:ext>
            </a:extLst>
          </p:cNvPr>
          <p:cNvSpPr>
            <a:spLocks noGrp="1"/>
          </p:cNvSpPr>
          <p:nvPr>
            <p:ph type="body" idx="1"/>
          </p:nvPr>
        </p:nvSpPr>
        <p:spPr>
          <a:xfrm>
            <a:off x="794656" y="1737360"/>
            <a:ext cx="5157787" cy="559834"/>
          </a:xfrm>
        </p:spPr>
        <p:txBody>
          <a:bodyPr rtlCol="0"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
              <a:t>Asıl metin stillerini düzenlemek için tıklayın</a:t>
            </a:r>
          </a:p>
        </p:txBody>
      </p:sp>
      <p:sp>
        <p:nvSpPr>
          <p:cNvPr id="14" name="İçerik Yer Tutucusu 13">
            <a:extLst>
              <a:ext uri="{FF2B5EF4-FFF2-40B4-BE49-F238E27FC236}">
                <a16:creationId xmlns:a16="http://schemas.microsoft.com/office/drawing/2014/main" id="{752397E2-59D6-9B15-C816-A5E09CBA601E}"/>
              </a:ext>
            </a:extLst>
          </p:cNvPr>
          <p:cNvSpPr>
            <a:spLocks noGrp="1"/>
          </p:cNvSpPr>
          <p:nvPr>
            <p:ph sz="quarter" idx="15"/>
          </p:nvPr>
        </p:nvSpPr>
        <p:spPr>
          <a:xfrm>
            <a:off x="795338" y="2378075"/>
            <a:ext cx="5157787" cy="3636963"/>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Metin Yer Tutucusu 4">
            <a:extLst>
              <a:ext uri="{FF2B5EF4-FFF2-40B4-BE49-F238E27FC236}">
                <a16:creationId xmlns:a16="http://schemas.microsoft.com/office/drawing/2014/main" id="{06536620-C4F3-EEC3-DBF1-05196B1CBB55}"/>
              </a:ext>
            </a:extLst>
          </p:cNvPr>
          <p:cNvSpPr>
            <a:spLocks noGrp="1"/>
          </p:cNvSpPr>
          <p:nvPr>
            <p:ph type="body" sz="quarter" idx="3"/>
          </p:nvPr>
        </p:nvSpPr>
        <p:spPr>
          <a:xfrm>
            <a:off x="6251012" y="1737360"/>
            <a:ext cx="5157216" cy="559834"/>
          </a:xfrm>
        </p:spPr>
        <p:txBody>
          <a:bodyPr rtlCol="0"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
              <a:t>Asıl metin stillerini düzenlemek için tıklayın</a:t>
            </a:r>
          </a:p>
        </p:txBody>
      </p:sp>
      <p:sp>
        <p:nvSpPr>
          <p:cNvPr id="15" name="İçerik Yer Tutucusu 13">
            <a:extLst>
              <a:ext uri="{FF2B5EF4-FFF2-40B4-BE49-F238E27FC236}">
                <a16:creationId xmlns:a16="http://schemas.microsoft.com/office/drawing/2014/main" id="{3E12D3BA-867F-1CF3-4F97-52D6461219E0}"/>
              </a:ext>
            </a:extLst>
          </p:cNvPr>
          <p:cNvSpPr>
            <a:spLocks noGrp="1"/>
          </p:cNvSpPr>
          <p:nvPr>
            <p:ph sz="quarter" idx="16"/>
          </p:nvPr>
        </p:nvSpPr>
        <p:spPr>
          <a:xfrm>
            <a:off x="6251012" y="2378075"/>
            <a:ext cx="5157216" cy="3636963"/>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7" name="Tarih Yer Tutucusu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lstStyle/>
          <a:p>
            <a:pPr rtl="0"/>
            <a:r>
              <a:rPr lang="en-US"/>
              <a:t>8/10/2025</a:t>
            </a:r>
          </a:p>
        </p:txBody>
      </p:sp>
      <p:sp>
        <p:nvSpPr>
          <p:cNvPr id="8" name="Alt Bilgi Yer Tutucusu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r>
              <a:rPr lang="tr"/>
              <a:t>Örnek Alt Bilgi Metni</a:t>
            </a:r>
          </a:p>
        </p:txBody>
      </p:sp>
      <p:sp>
        <p:nvSpPr>
          <p:cNvPr id="9" name="Slayt Numarası Yer Tutucusu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4" name="Dikdörtgen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9485602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Yalnızca Başlık">
    <p:bg>
      <p:bgPr>
        <a:solidFill>
          <a:schemeClr val="accent1"/>
        </a:solidFill>
        <a:effectLst/>
      </p:bgPr>
    </p:bg>
    <p:spTree>
      <p:nvGrpSpPr>
        <p:cNvPr id="1" name=""/>
        <p:cNvGrpSpPr/>
        <p:nvPr/>
      </p:nvGrpSpPr>
      <p:grpSpPr>
        <a:xfrm>
          <a:off x="0" y="0"/>
          <a:ext cx="0" cy="0"/>
          <a:chOff x="0" y="0"/>
          <a:chExt cx="0" cy="0"/>
        </a:xfrm>
      </p:grpSpPr>
      <p:sp>
        <p:nvSpPr>
          <p:cNvPr id="6" name="Başlık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rtlCol="0"/>
          <a:lstStyle>
            <a:lvl1pPr>
              <a:defRPr/>
            </a:lvl1pPr>
          </a:lstStyle>
          <a:p>
            <a:pPr rtl="0"/>
            <a:r>
              <a:rPr lang="tr"/>
              <a:t>Asıl başlık stilini düzenlemek için tıklayın</a:t>
            </a:r>
          </a:p>
        </p:txBody>
      </p:sp>
      <p:sp>
        <p:nvSpPr>
          <p:cNvPr id="3" name="Tarih Yer Tutucusu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8/10/2025</a:t>
            </a:r>
          </a:p>
        </p:txBody>
      </p:sp>
      <p:sp>
        <p:nvSpPr>
          <p:cNvPr id="4" name="Alt Bilgi Yer Tutucusu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tr"/>
              <a:t>Örnek Alt Bilgi Metni</a:t>
            </a:r>
          </a:p>
        </p:txBody>
      </p:sp>
      <p:sp>
        <p:nvSpPr>
          <p:cNvPr id="5" name="Slayt Numarası Yer Tutucusu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2" name="Dikdörtgen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570033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Tarih Yer Tutucusu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8/10/2025</a:t>
            </a:r>
          </a:p>
        </p:txBody>
      </p:sp>
      <p:sp>
        <p:nvSpPr>
          <p:cNvPr id="3" name="Alt Bilgi Yer Tutucusu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tr"/>
              <a:t>Örnek Alt Bilgi Metni</a:t>
            </a:r>
          </a:p>
        </p:txBody>
      </p:sp>
      <p:sp>
        <p:nvSpPr>
          <p:cNvPr id="4" name="Slayt Numarası Yer Tutucusu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6" name="Dikdörtgen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830421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rtlCol="0" anchor="t">
            <a:normAutofit/>
          </a:bodyPr>
          <a:lstStyle>
            <a:lvl1pPr>
              <a:defRPr sz="2800"/>
            </a:lvl1pPr>
          </a:lstStyle>
          <a:p>
            <a:pPr rtl="0"/>
            <a:r>
              <a:rPr lang="tr"/>
              <a:t>Asıl başlık stilini düzenlemek için tıklayın</a:t>
            </a:r>
          </a:p>
        </p:txBody>
      </p:sp>
      <p:sp>
        <p:nvSpPr>
          <p:cNvPr id="4" name="Metin Yer Tutucusu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
              <a:t>Asıl metin stillerini düzenlemek için tıklayın</a:t>
            </a:r>
          </a:p>
        </p:txBody>
      </p:sp>
      <p:sp>
        <p:nvSpPr>
          <p:cNvPr id="3" name="İçerik Yer Tutucusu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rtlCol="0">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8" name="Dikdörtgen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7867877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Resim Yazı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rtlCol="0" anchor="t">
            <a:normAutofit/>
          </a:bodyPr>
          <a:lstStyle>
            <a:lvl1pPr>
              <a:defRPr sz="2800"/>
            </a:lvl1pPr>
          </a:lstStyle>
          <a:p>
            <a:pPr rtl="0"/>
            <a:r>
              <a:rPr lang="tr"/>
              <a:t>Asıl başlık stilini düzenlemek için tıklayın</a:t>
            </a:r>
          </a:p>
        </p:txBody>
      </p:sp>
      <p:sp>
        <p:nvSpPr>
          <p:cNvPr id="4" name="Metin Yer Tutucusu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
              <a:t>Asıl metin stillerini düzenlemek için tıklayın</a:t>
            </a:r>
          </a:p>
        </p:txBody>
      </p:sp>
      <p:sp>
        <p:nvSpPr>
          <p:cNvPr id="12" name="Resim Yer Tutucusu 10">
            <a:extLst>
              <a:ext uri="{FF2B5EF4-FFF2-40B4-BE49-F238E27FC236}">
                <a16:creationId xmlns:a16="http://schemas.microsoft.com/office/drawing/2014/main" id="{45E786F4-7682-486A-34C1-04BEC2E2FC43}"/>
              </a:ext>
            </a:extLst>
          </p:cNvPr>
          <p:cNvSpPr>
            <a:spLocks noGrp="1"/>
          </p:cNvSpPr>
          <p:nvPr>
            <p:ph type="pic" sz="quarter" idx="17" hasCustomPrompt="1"/>
          </p:nvPr>
        </p:nvSpPr>
        <p:spPr>
          <a:xfrm>
            <a:off x="5027693" y="351064"/>
            <a:ext cx="6826850" cy="615587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tr"/>
              <a:t> </a:t>
            </a:r>
          </a:p>
        </p:txBody>
      </p:sp>
      <p:sp>
        <p:nvSpPr>
          <p:cNvPr id="5" name="Tarih Yer Tutucusu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lstStyle/>
          <a:p>
            <a:pPr rtl="0"/>
            <a:r>
              <a:rPr lang="en-US"/>
              <a:t>8/10/2025</a:t>
            </a:r>
          </a:p>
        </p:txBody>
      </p:sp>
      <p:sp>
        <p:nvSpPr>
          <p:cNvPr id="6" name="Alt Bilgi Yer Tutucusu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
        <p:nvSpPr>
          <p:cNvPr id="8" name="Dikdörtgen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Dikdörtgen 2">
            <a:extLst>
              <a:ext uri="{FF2B5EF4-FFF2-40B4-BE49-F238E27FC236}">
                <a16:creationId xmlns:a16="http://schemas.microsoft.com/office/drawing/2014/main" id="{9018359C-9A26-486B-945E-75252E555425}"/>
              </a:ext>
            </a:extLst>
          </p:cNvPr>
          <p:cNvSpPr/>
          <p:nvPr userDrawn="1"/>
        </p:nvSpPr>
        <p:spPr>
          <a:xfrm>
            <a:off x="5032196" y="351063"/>
            <a:ext cx="682685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3041909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onuç">
    <p:bg>
      <p:bgPr>
        <a:solidFill>
          <a:schemeClr val="accent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664464" y="731520"/>
            <a:ext cx="10863072" cy="1901952"/>
          </a:xfrm>
        </p:spPr>
        <p:txBody>
          <a:bodyPr rtlCol="0" anchor="ctr" anchorCtr="0">
            <a:normAutofit/>
          </a:bodyPr>
          <a:lstStyle>
            <a:lvl1pPr>
              <a:defRPr sz="48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C7E1FCC9-2D1D-9C6B-8C9A-E3D0A77DBEF0}"/>
              </a:ext>
            </a:extLst>
          </p:cNvPr>
          <p:cNvSpPr>
            <a:spLocks noGrp="1"/>
          </p:cNvSpPr>
          <p:nvPr>
            <p:ph sz="quarter" idx="13"/>
          </p:nvPr>
        </p:nvSpPr>
        <p:spPr>
          <a:xfrm>
            <a:off x="667512" y="3465576"/>
            <a:ext cx="10863072" cy="274320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3" name="Dikdörtgen 2">
            <a:extLst>
              <a:ext uri="{FF2B5EF4-FFF2-40B4-BE49-F238E27FC236}">
                <a16:creationId xmlns:a16="http://schemas.microsoft.com/office/drawing/2014/main" id="{7218B384-4BC1-E524-57EF-0774C70BAF79}"/>
              </a:ext>
            </a:extLst>
          </p:cNvPr>
          <p:cNvSpPr/>
          <p:nvPr userDrawn="1"/>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Dikdörtgen 6">
            <a:extLst>
              <a:ext uri="{FF2B5EF4-FFF2-40B4-BE49-F238E27FC236}">
                <a16:creationId xmlns:a16="http://schemas.microsoft.com/office/drawing/2014/main" id="{4B1C7440-F236-F77D-9637-983809E9B84B}"/>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8821139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onuç 2">
    <p:bg>
      <p:bgPr>
        <a:solidFill>
          <a:schemeClr val="accent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667512" y="1627318"/>
            <a:ext cx="8430767" cy="1828800"/>
          </a:xfrm>
        </p:spPr>
        <p:txBody>
          <a:bodyPr rtlCol="0" anchor="b" anchorCtr="0">
            <a:noAutofit/>
          </a:bodyPr>
          <a:lstStyle>
            <a:lvl1pPr>
              <a:defRPr sz="6000"/>
            </a:lvl1pPr>
          </a:lstStyle>
          <a:p>
            <a:pPr rtl="0"/>
            <a:r>
              <a:rPr lang="tr"/>
              <a:t>Asıl başlık stilini düzenlemek için tıklayın</a:t>
            </a:r>
          </a:p>
        </p:txBody>
      </p:sp>
      <p:sp>
        <p:nvSpPr>
          <p:cNvPr id="7" name="İçerik Yer Tutucusu 6">
            <a:extLst>
              <a:ext uri="{FF2B5EF4-FFF2-40B4-BE49-F238E27FC236}">
                <a16:creationId xmlns:a16="http://schemas.microsoft.com/office/drawing/2014/main" id="{053FFEDA-E57B-DF13-2394-A1514E15F85A}"/>
              </a:ext>
            </a:extLst>
          </p:cNvPr>
          <p:cNvSpPr>
            <a:spLocks noGrp="1"/>
          </p:cNvSpPr>
          <p:nvPr>
            <p:ph sz="quarter" idx="14"/>
          </p:nvPr>
        </p:nvSpPr>
        <p:spPr>
          <a:xfrm>
            <a:off x="667512" y="3622674"/>
            <a:ext cx="8430639" cy="1608008"/>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8/10/2025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tr"/>
              <a:t>Örnek Alt Bilgi Metni</a:t>
            </a:r>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3" name="Dikdörtgen 2">
            <a:extLst>
              <a:ext uri="{FF2B5EF4-FFF2-40B4-BE49-F238E27FC236}">
                <a16:creationId xmlns:a16="http://schemas.microsoft.com/office/drawing/2014/main" id="{2AE7AAF8-1CC5-AC91-1BB2-212E591F7ADC}"/>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9067982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pPr rtl="0"/>
            <a:r>
              <a:rPr lang="tr"/>
              <a:t>Asıl başlık stilini düzenlemek için tıklayın</a:t>
            </a:r>
          </a:p>
        </p:txBody>
      </p:sp>
      <p:sp>
        <p:nvSpPr>
          <p:cNvPr id="3" name="Metin Yer Tutucusu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rtl="0">
              <a:defRPr sz="900">
                <a:solidFill>
                  <a:schemeClr val="tx1"/>
                </a:solidFill>
              </a:defRPr>
            </a:lvl1pPr>
          </a:lstStyle>
          <a:p>
            <a:pPr rtl="0"/>
            <a:r>
              <a:rPr lang="en-US"/>
              <a:t>8/10/2025</a:t>
            </a:r>
          </a:p>
        </p:txBody>
      </p:sp>
      <p:sp>
        <p:nvSpPr>
          <p:cNvPr id="5" name="Alt Bilgi Yer Tutucusu 4">
            <a:extLst>
              <a:ext uri="{FF2B5EF4-FFF2-40B4-BE49-F238E27FC236}">
                <a16:creationId xmlns:a16="http://schemas.microsoft.com/office/drawing/2014/main" id="{D4E1B7C8-DA74-800B-EE14-A39E9DB32DE4}"/>
              </a:ext>
            </a:extLst>
          </p:cNvPr>
          <p:cNvSpPr>
            <a:spLocks noGrp="1"/>
          </p:cNvSpPr>
          <p:nvPr>
            <p:ph type="ftr" sz="quarter" idx="3"/>
          </p:nvPr>
        </p:nvSpPr>
        <p:spPr>
          <a:xfrm>
            <a:off x="8117045" y="6498770"/>
            <a:ext cx="2759743" cy="359229"/>
          </a:xfrm>
          <a:prstGeom prst="rect">
            <a:avLst/>
          </a:prstGeom>
        </p:spPr>
        <p:txBody>
          <a:bodyPr vert="horz" lIns="91440" tIns="45720" rIns="91440" bIns="45720" rtlCol="0" anchor="ctr"/>
          <a:lstStyle>
            <a:lvl1pPr algn="r" rtl="0">
              <a:defRPr sz="900">
                <a:solidFill>
                  <a:schemeClr val="tx1"/>
                </a:solidFill>
              </a:defRPr>
            </a:lvl1pPr>
          </a:lstStyle>
          <a:p>
            <a:pPr rtl="0"/>
            <a:r>
              <a:rPr lang="tr"/>
              <a:t>Örnek Alt Bilgi Metni</a:t>
            </a:r>
            <a:endParaRPr lang="en-US"/>
          </a:p>
        </p:txBody>
      </p:sp>
      <p:sp>
        <p:nvSpPr>
          <p:cNvPr id="6" name="Slayt Numarası Yer Tutucusu 5">
            <a:extLst>
              <a:ext uri="{FF2B5EF4-FFF2-40B4-BE49-F238E27FC236}">
                <a16:creationId xmlns:a16="http://schemas.microsoft.com/office/drawing/2014/main" id="{7AC1647D-0DF0-CA1B-F723-EF7B8F508DB7}"/>
              </a:ext>
            </a:extLst>
          </p:cNvPr>
          <p:cNvSpPr>
            <a:spLocks noGrp="1"/>
          </p:cNvSpPr>
          <p:nvPr>
            <p:ph type="sldNum" sz="quarter" idx="4"/>
          </p:nvPr>
        </p:nvSpPr>
        <p:spPr>
          <a:xfrm>
            <a:off x="10890446" y="6498770"/>
            <a:ext cx="379443" cy="359229"/>
          </a:xfrm>
          <a:prstGeom prst="rect">
            <a:avLst/>
          </a:prstGeom>
        </p:spPr>
        <p:txBody>
          <a:bodyPr vert="horz" lIns="91440" tIns="45720" rIns="91440" bIns="45720" rtlCol="0" anchor="ctr"/>
          <a:lstStyle>
            <a:lvl1pPr algn="r" rtl="0">
              <a:defRPr sz="900">
                <a:solidFill>
                  <a:schemeClr val="tx1"/>
                </a:solidFill>
              </a:defRPr>
            </a:lvl1pPr>
          </a:lstStyle>
          <a:p>
            <a:pPr rtl="0"/>
            <a:fld id="{CC057153-B650-4DEB-B370-79DDCFDCE934}" type="slidenum">
              <a:rPr lang="en-US" smtClean="0"/>
              <a:pPr rtl="0"/>
              <a:t>‹#›</a:t>
            </a:fld>
            <a:endParaRPr lang="en-US"/>
          </a:p>
        </p:txBody>
      </p:sp>
      <p:sp>
        <p:nvSpPr>
          <p:cNvPr id="8" name="TextBox 7">
            <a:extLst>
              <a:ext uri="{FF2B5EF4-FFF2-40B4-BE49-F238E27FC236}">
                <a16:creationId xmlns:a16="http://schemas.microsoft.com/office/drawing/2014/main" id="{21C53D35-4AEC-E42C-746D-93EC195248D9}"/>
              </a:ext>
            </a:extLst>
          </p:cNvPr>
          <p:cNvSpPr txBox="1"/>
          <p:nvPr>
            <p:extLst>
              <p:ext uri="{1162E1C5-73C7-4A58-AE30-91384D911F3F}">
                <p184:classification xmlns:p184="http://schemas.microsoft.com/office/powerpoint/2018/4/main" val="hdr"/>
              </p:ext>
            </p:extLst>
          </p:nvPr>
        </p:nvSpPr>
        <p:spPr>
          <a:xfrm>
            <a:off x="5679250" y="63500"/>
            <a:ext cx="865187" cy="182880"/>
          </a:xfrm>
          <a:prstGeom prst="rect">
            <a:avLst/>
          </a:prstGeom>
        </p:spPr>
        <p:txBody>
          <a:bodyPr horzOverflow="overflow" lIns="0" tIns="0" rIns="0" bIns="0">
            <a:spAutoFit/>
          </a:bodyPr>
          <a:lstStyle/>
          <a:p>
            <a:pPr algn="l"/>
            <a:r>
              <a:rPr lang="en-US" sz="1200">
                <a:solidFill>
                  <a:srgbClr val="008000">
                    <a:alpha val="50000"/>
                  </a:srgbClr>
                </a:solidFill>
                <a:latin typeface="Aptos" panose="020B0004020202020204" pitchFamily="34" charset="0"/>
              </a:rPr>
              <a:t>RESTRICTED</a:t>
            </a:r>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83" r:id="rId1"/>
    <p:sldLayoutId id="2147483827" r:id="rId2"/>
    <p:sldLayoutId id="2147483828" r:id="rId3"/>
    <p:sldLayoutId id="2147483829" r:id="rId4"/>
    <p:sldLayoutId id="2147483826" r:id="rId5"/>
    <p:sldLayoutId id="2147483830" r:id="rId6"/>
    <p:sldLayoutId id="2147483831" r:id="rId7"/>
    <p:sldLayoutId id="2147483832" r:id="rId8"/>
    <p:sldLayoutId id="2147483833" r:id="rId9"/>
    <p:sldLayoutId id="2147483835" r:id="rId10"/>
    <p:sldLayoutId id="2147483836" r:id="rId11"/>
    <p:sldLayoutId id="2147483837" r:id="rId12"/>
    <p:sldLayoutId id="2147483838" r:id="rId13"/>
    <p:sldLayoutId id="2147483839" r:id="rId14"/>
    <p:sldLayoutId id="2147483840" r:id="rId15"/>
    <p:sldLayoutId id="2147483841" r:id="rId16"/>
    <p:sldLayoutId id="2147483885" r:id="rId17"/>
    <p:sldLayoutId id="2147483851" r:id="rId18"/>
    <p:sldLayoutId id="2147483852" r:id="rId19"/>
    <p:sldLayoutId id="2147483881" r:id="rId20"/>
    <p:sldLayoutId id="2147483846" r:id="rId21"/>
    <p:sldLayoutId id="2147483847" r:id="rId22"/>
    <p:sldLayoutId id="2147483842" r:id="rId23"/>
    <p:sldLayoutId id="2147483843" r:id="rId24"/>
    <p:sldLayoutId id="2147483882" r:id="rId25"/>
    <p:sldLayoutId id="2147483889" r:id="rId26"/>
    <p:sldLayoutId id="2147483848" r:id="rId27"/>
    <p:sldLayoutId id="2147483849" r:id="rId28"/>
    <p:sldLayoutId id="2147483856" r:id="rId29"/>
    <p:sldLayoutId id="2147483850" r:id="rId30"/>
    <p:sldLayoutId id="2147483890" r:id="rId31"/>
    <p:sldLayoutId id="2147483844" r:id="rId32"/>
    <p:sldLayoutId id="2147483845" r:id="rId33"/>
    <p:sldLayoutId id="2147483857" r:id="rId34"/>
    <p:sldLayoutId id="2147483884" r:id="rId35"/>
    <p:sldLayoutId id="2147483887" r:id="rId36"/>
    <p:sldLayoutId id="2147483859" r:id="rId37"/>
    <p:sldLayoutId id="2147483860" r:id="rId38"/>
    <p:sldLayoutId id="2147483861" r:id="rId39"/>
    <p:sldLayoutId id="2147483862" r:id="rId40"/>
    <p:sldLayoutId id="2147483864" r:id="rId41"/>
    <p:sldLayoutId id="2147483888" r:id="rId42"/>
    <p:sldLayoutId id="2147483865" r:id="rId43"/>
    <p:sldLayoutId id="2147483866" r:id="rId44"/>
    <p:sldLayoutId id="2147483867" r:id="rId45"/>
    <p:sldLayoutId id="2147483868" r:id="rId46"/>
    <p:sldLayoutId id="2147483869" r:id="rId47"/>
    <p:sldLayoutId id="2147483870" r:id="rId48"/>
    <p:sldLayoutId id="2147483871" r:id="rId49"/>
    <p:sldLayoutId id="2147483872" r:id="rId50"/>
    <p:sldLayoutId id="2147483873" r:id="rId51"/>
    <p:sldLayoutId id="2147483944" r:id="rId52"/>
    <p:sldLayoutId id="2147483945" r:id="rId53"/>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03FF-3C3D-B158-1EDE-5ACD5C836F10}"/>
              </a:ext>
            </a:extLst>
          </p:cNvPr>
          <p:cNvSpPr>
            <a:spLocks noGrp="1"/>
          </p:cNvSpPr>
          <p:nvPr>
            <p:ph type="title"/>
          </p:nvPr>
        </p:nvSpPr>
        <p:spPr>
          <a:xfrm>
            <a:off x="793235" y="840285"/>
            <a:ext cx="10643616" cy="3593592"/>
          </a:xfrm>
        </p:spPr>
        <p:txBody>
          <a:bodyPr anchor="b">
            <a:normAutofit/>
          </a:bodyPr>
          <a:lstStyle/>
          <a:p>
            <a:r>
              <a:rPr lang="en-US"/>
              <a:t>SAP Fiori Custom CDS View Oluşturma</a:t>
            </a:r>
          </a:p>
        </p:txBody>
      </p:sp>
      <p:sp>
        <p:nvSpPr>
          <p:cNvPr id="3" name="Subtitle 2">
            <a:extLst>
              <a:ext uri="{FF2B5EF4-FFF2-40B4-BE49-F238E27FC236}">
                <a16:creationId xmlns:a16="http://schemas.microsoft.com/office/drawing/2014/main" id="{D3E0A631-1E7E-F2DA-063C-24317CA6B04B}"/>
              </a:ext>
            </a:extLst>
          </p:cNvPr>
          <p:cNvSpPr>
            <a:spLocks noGrp="1"/>
          </p:cNvSpPr>
          <p:nvPr>
            <p:ph type="subTitle" idx="1"/>
          </p:nvPr>
        </p:nvSpPr>
        <p:spPr>
          <a:xfrm>
            <a:off x="795528" y="4598850"/>
            <a:ext cx="10641323" cy="1033272"/>
          </a:xfrm>
        </p:spPr>
        <p:txBody>
          <a:bodyPr>
            <a:normAutofit/>
          </a:bodyPr>
          <a:lstStyle/>
          <a:p>
            <a:r>
              <a:rPr lang="en-US"/>
              <a:t>SAP Fiori için özel veri modellerinin geliştirilmesi</a:t>
            </a:r>
          </a:p>
        </p:txBody>
      </p:sp>
    </p:spTree>
    <p:extLst>
      <p:ext uri="{BB962C8B-B14F-4D97-AF65-F5344CB8AC3E}">
        <p14:creationId xmlns:p14="http://schemas.microsoft.com/office/powerpoint/2010/main" val="1948380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FA0EF-6CAD-C69F-0BD1-1E3F8182DB5A}"/>
              </a:ext>
            </a:extLst>
          </p:cNvPr>
          <p:cNvSpPr>
            <a:spLocks noGrp="1"/>
          </p:cNvSpPr>
          <p:nvPr>
            <p:ph type="title"/>
          </p:nvPr>
        </p:nvSpPr>
        <p:spPr>
          <a:xfrm>
            <a:off x="1474076" y="1359775"/>
            <a:ext cx="7909560" cy="4334256"/>
          </a:xfrm>
        </p:spPr>
        <p:txBody>
          <a:bodyPr anchor="b">
            <a:normAutofit/>
          </a:bodyPr>
          <a:lstStyle/>
          <a:p>
            <a:r>
              <a:rPr lang="en-US"/>
              <a:t>Giriş ve Genel Bakış</a:t>
            </a:r>
          </a:p>
        </p:txBody>
      </p:sp>
    </p:spTree>
    <p:extLst>
      <p:ext uri="{BB962C8B-B14F-4D97-AF65-F5344CB8AC3E}">
        <p14:creationId xmlns:p14="http://schemas.microsoft.com/office/powerpoint/2010/main" val="4956828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CBCD9-BD3D-6632-3458-26446E7CE7CE}"/>
              </a:ext>
            </a:extLst>
          </p:cNvPr>
          <p:cNvSpPr>
            <a:spLocks noGrp="1"/>
          </p:cNvSpPr>
          <p:nvPr>
            <p:ph type="title"/>
          </p:nvPr>
        </p:nvSpPr>
        <p:spPr>
          <a:xfrm>
            <a:off x="809383" y="841248"/>
            <a:ext cx="8931403" cy="1380744"/>
          </a:xfrm>
        </p:spPr>
        <p:txBody>
          <a:bodyPr anchor="b">
            <a:normAutofit/>
          </a:bodyPr>
          <a:lstStyle/>
          <a:p>
            <a:r>
              <a:rPr lang="en-US"/>
              <a:t>SAP Fiori ve Custom CDS View Nedir?</a:t>
            </a:r>
          </a:p>
        </p:txBody>
      </p:sp>
      <p:graphicFrame>
        <p:nvGraphicFramePr>
          <p:cNvPr id="7" name="Content Placeholder 2">
            <a:extLst>
              <a:ext uri="{FF2B5EF4-FFF2-40B4-BE49-F238E27FC236}">
                <a16:creationId xmlns:a16="http://schemas.microsoft.com/office/drawing/2014/main" id="{EEE807B5-BECB-044E-8229-81FC720B0978}"/>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809383" y="2333860"/>
          <a:ext cx="8931403" cy="36899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79201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DFA0-5986-F3BE-9D7A-6B28560CDAF0}"/>
              </a:ext>
            </a:extLst>
          </p:cNvPr>
          <p:cNvSpPr>
            <a:spLocks noGrp="1"/>
          </p:cNvSpPr>
          <p:nvPr>
            <p:ph type="title"/>
          </p:nvPr>
        </p:nvSpPr>
        <p:spPr>
          <a:xfrm>
            <a:off x="1474076" y="1359775"/>
            <a:ext cx="7909560" cy="4334256"/>
          </a:xfrm>
        </p:spPr>
        <p:txBody>
          <a:bodyPr anchor="b">
            <a:normAutofit/>
          </a:bodyPr>
          <a:lstStyle/>
          <a:p>
            <a:r>
              <a:rPr lang="en-US"/>
              <a:t>Custom CDS View Oluşturma Adımları</a:t>
            </a:r>
          </a:p>
        </p:txBody>
      </p:sp>
    </p:spTree>
    <p:extLst>
      <p:ext uri="{BB962C8B-B14F-4D97-AF65-F5344CB8AC3E}">
        <p14:creationId xmlns:p14="http://schemas.microsoft.com/office/powerpoint/2010/main" val="37458128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6250A-FE55-6A53-E354-C63BE4214F3B}"/>
              </a:ext>
            </a:extLst>
          </p:cNvPr>
          <p:cNvSpPr>
            <a:spLocks noGrp="1"/>
          </p:cNvSpPr>
          <p:nvPr>
            <p:ph type="title"/>
          </p:nvPr>
        </p:nvSpPr>
        <p:spPr>
          <a:xfrm>
            <a:off x="612648" y="599599"/>
            <a:ext cx="4672584" cy="1453896"/>
          </a:xfrm>
        </p:spPr>
        <p:txBody>
          <a:bodyPr anchor="t">
            <a:normAutofit/>
          </a:bodyPr>
          <a:lstStyle/>
          <a:p>
            <a:r>
              <a:rPr lang="en-US"/>
              <a:t>Uygulamayı Bulma ve Roller Atama</a:t>
            </a:r>
          </a:p>
        </p:txBody>
      </p:sp>
      <p:pic>
        <p:nvPicPr>
          <p:cNvPr id="5" name="Content Placeholder 4" descr="&quot;Organizasyon için ikonlar seti.  Belgeler, arama simgeleri, klasörler vb. Hi Res raster dosyası içerir. Tüm görsellerin benim tasarımım olduğunu unutmayın.&quot;">
            <a:extLst>
              <a:ext uri="{FF2B5EF4-FFF2-40B4-BE49-F238E27FC236}">
                <a16:creationId xmlns:a16="http://schemas.microsoft.com/office/drawing/2014/main" id="{DA9A5CA7-EDB8-4438-8CBE-FA1AA4BA2356}"/>
              </a:ext>
            </a:extLst>
          </p:cNvPr>
          <p:cNvPicPr>
            <a:picLocks noGrp="1" noChangeAspect="1"/>
          </p:cNvPicPr>
          <p:nvPr>
            <p:ph type="pic" sz="quarter" idx="15"/>
          </p:nvPr>
        </p:nvPicPr>
        <p:blipFill>
          <a:blip r:embed="rId3"/>
          <a:srcRect t="870" r="2" b="20510"/>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9936224F-79DB-3771-7989-8885984FD89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Uygulama Bulma</a:t>
            </a:r>
          </a:p>
          <a:p>
            <a:pPr marL="0" lvl="1" indent="0">
              <a:buFont typeface="Arial" panose="020B0604020202020204" pitchFamily="34" charset="0"/>
              <a:buNone/>
            </a:pPr>
            <a:r>
              <a:t>SAP Fiori Library'de F1481 kodunu arayarak Custom CDS View uygulamasını bulun ve detayları inceleyin.</a:t>
            </a:r>
            <a:endParaRPr lang="en-US"/>
          </a:p>
          <a:p>
            <a:pPr marL="0" indent="0">
              <a:spcBef>
                <a:spcPts val="2500"/>
              </a:spcBef>
              <a:buFont typeface="Arial" panose="020B0604020202020204" pitchFamily="34" charset="0"/>
              <a:buNone/>
            </a:pPr>
            <a:r>
              <a:rPr lang="en-US" b="1"/>
              <a:t>Roller ve Yetkilendirme</a:t>
            </a:r>
          </a:p>
          <a:p>
            <a:pPr marL="0" lvl="1" indent="0">
              <a:buFont typeface="Arial" panose="020B0604020202020204" pitchFamily="34" charset="0"/>
              <a:buNone/>
            </a:pPr>
            <a:r>
              <a:t>Kullanıcılara uygun roller atanmalı, böylece uygulamaya ve veri kaynaklarına erişim sağlanabilir.</a:t>
            </a:r>
            <a:endParaRPr lang="en-US"/>
          </a:p>
          <a:p>
            <a:pPr marL="0" indent="0">
              <a:spcBef>
                <a:spcPts val="2500"/>
              </a:spcBef>
              <a:buFont typeface="Arial" panose="020B0604020202020204" pitchFamily="34" charset="0"/>
              <a:buNone/>
            </a:pPr>
            <a:r>
              <a:rPr lang="en-US" b="1"/>
              <a:t>Erişim ve Güvenlik</a:t>
            </a:r>
          </a:p>
          <a:p>
            <a:pPr marL="0" lvl="1" indent="0">
              <a:buFont typeface="Arial" panose="020B0604020202020204" pitchFamily="34" charset="0"/>
              <a:buNone/>
            </a:pPr>
            <a:r>
              <a:t>Roller atanması güvenlik ve veri erişim politikaları için kritik öneme sahiptir.</a:t>
            </a:r>
            <a:endParaRPr lang="en-US"/>
          </a:p>
          <a:p>
            <a:pPr marL="0" indent="0">
              <a:spcBef>
                <a:spcPts val="2500"/>
              </a:spcBef>
              <a:buFont typeface="Arial" panose="020B0604020202020204" pitchFamily="34" charset="0"/>
              <a:buNone/>
            </a:pPr>
            <a:r>
              <a:rPr lang="en-US" b="1"/>
              <a:t>Uygulamaya Erişim</a:t>
            </a:r>
          </a:p>
          <a:p>
            <a:pPr marL="0" lvl="1" indent="0">
              <a:buFont typeface="Arial" panose="020B0604020202020204" pitchFamily="34" charset="0"/>
              <a:buNone/>
            </a:pPr>
            <a:r>
              <a:t>Roller atandıktan sonra kullanıcılar SAP Fiori Launchpad üzerinden uygulamaya erişebilirler.</a:t>
            </a:r>
            <a:endParaRPr lang="en-US"/>
          </a:p>
        </p:txBody>
      </p:sp>
    </p:spTree>
    <p:extLst>
      <p:ext uri="{BB962C8B-B14F-4D97-AF65-F5344CB8AC3E}">
        <p14:creationId xmlns:p14="http://schemas.microsoft.com/office/powerpoint/2010/main" val="42163866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8183D-66CE-24A9-DC60-4D7B500FA3A3}"/>
              </a:ext>
            </a:extLst>
          </p:cNvPr>
          <p:cNvSpPr>
            <a:spLocks noGrp="1"/>
          </p:cNvSpPr>
          <p:nvPr>
            <p:ph type="title"/>
          </p:nvPr>
        </p:nvSpPr>
        <p:spPr>
          <a:xfrm>
            <a:off x="612648" y="599599"/>
            <a:ext cx="4672584" cy="1453896"/>
          </a:xfrm>
        </p:spPr>
        <p:txBody>
          <a:bodyPr anchor="t">
            <a:normAutofit/>
          </a:bodyPr>
          <a:lstStyle/>
          <a:p>
            <a:r>
              <a:rPr lang="en-US"/>
              <a:t>Yeni CDS View Oluşturma ve Veri Kaynakları</a:t>
            </a:r>
          </a:p>
        </p:txBody>
      </p:sp>
      <p:pic>
        <p:nvPicPr>
          <p:cNvPr id="5" name="Content Placeholder 4" descr="Koyu mavi duvara karşı ahşap bir rafta çok renkli Müzik Notalı boş müzik CD'si, kopya alanı.">
            <a:extLst>
              <a:ext uri="{FF2B5EF4-FFF2-40B4-BE49-F238E27FC236}">
                <a16:creationId xmlns:a16="http://schemas.microsoft.com/office/drawing/2014/main" id="{C9A5C738-2E11-4671-A87D-1B5F25F45899}"/>
              </a:ext>
            </a:extLst>
          </p:cNvPr>
          <p:cNvPicPr>
            <a:picLocks noGrp="1" noChangeAspect="1"/>
          </p:cNvPicPr>
          <p:nvPr>
            <p:ph type="pic" sz="quarter" idx="15"/>
          </p:nvPr>
        </p:nvPicPr>
        <p:blipFill>
          <a:blip r:embed="rId3"/>
          <a:srcRect l="11021" r="4079"/>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15E59A87-CD8A-F7C1-CC8C-1E3811DA0F1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CDS View Oluşturma</a:t>
            </a:r>
          </a:p>
          <a:p>
            <a:pPr marL="0" lvl="1" indent="0">
              <a:buFont typeface="Arial" panose="020B0604020202020204" pitchFamily="34" charset="0"/>
              <a:buNone/>
            </a:pPr>
            <a:r>
              <a:t>‘Create’ butonuna tıklayarak yeni bir CDS View oluşturun ve ad ile açıklama girin.</a:t>
            </a:r>
            <a:endParaRPr lang="en-US"/>
          </a:p>
          <a:p>
            <a:pPr marL="0" indent="0">
              <a:spcBef>
                <a:spcPts val="2500"/>
              </a:spcBef>
              <a:buFont typeface="Arial" panose="020B0604020202020204" pitchFamily="34" charset="0"/>
              <a:buNone/>
            </a:pPr>
            <a:r>
              <a:rPr lang="en-US" b="1"/>
              <a:t>Birincil Veri Kaynağı Seçimi</a:t>
            </a:r>
          </a:p>
          <a:p>
            <a:pPr marL="0" lvl="1" indent="0">
              <a:buFont typeface="Arial" panose="020B0604020202020204" pitchFamily="34" charset="0"/>
              <a:buNone/>
            </a:pPr>
            <a:r>
              <a:t>Birincil veri kaynağını seçin, örneğin teslimat belgeleri için I_DELIVERYDOCUMENT seçilir.</a:t>
            </a:r>
            <a:endParaRPr lang="en-US"/>
          </a:p>
          <a:p>
            <a:pPr marL="0" indent="0">
              <a:spcBef>
                <a:spcPts val="2500"/>
              </a:spcBef>
              <a:buFont typeface="Arial" panose="020B0604020202020204" pitchFamily="34" charset="0"/>
              <a:buNone/>
            </a:pPr>
            <a:r>
              <a:rPr lang="en-US" b="1"/>
              <a:t>İlişkili Veri Kaynakları Ekleme</a:t>
            </a:r>
          </a:p>
          <a:p>
            <a:pPr marL="0" lvl="1" indent="0">
              <a:buFont typeface="Arial" panose="020B0604020202020204" pitchFamily="34" charset="0"/>
              <a:buNone/>
            </a:pPr>
            <a:r>
              <a:t>Ek bilgiler için ‘Add → Associated Data Source’ seçeneği ile ilişkili veri kaynaklarını ekleyin.</a:t>
            </a:r>
            <a:endParaRPr lang="en-US"/>
          </a:p>
          <a:p>
            <a:pPr marL="0" indent="0">
              <a:spcBef>
                <a:spcPts val="2500"/>
              </a:spcBef>
              <a:buFont typeface="Arial" panose="020B0604020202020204" pitchFamily="34" charset="0"/>
              <a:buNone/>
            </a:pPr>
            <a:r>
              <a:rPr lang="en-US" b="1"/>
              <a:t>Join Koşullarının Tanımlanması</a:t>
            </a:r>
          </a:p>
          <a:p>
            <a:pPr marL="0" lvl="1" indent="0">
              <a:buFont typeface="Arial" panose="020B0604020202020204" pitchFamily="34" charset="0"/>
              <a:buNone/>
            </a:pPr>
            <a:r>
              <a:t>Veri kaynakları arasındaki ilişkileri kurmak için join koşullarını tanımlayın ve alanları eşleştirin.</a:t>
            </a:r>
            <a:endParaRPr lang="en-US"/>
          </a:p>
        </p:txBody>
      </p:sp>
    </p:spTree>
    <p:extLst>
      <p:ext uri="{BB962C8B-B14F-4D97-AF65-F5344CB8AC3E}">
        <p14:creationId xmlns:p14="http://schemas.microsoft.com/office/powerpoint/2010/main" val="27800225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CA669-B563-4CF8-A49F-3580C18A0DF6}"/>
              </a:ext>
            </a:extLst>
          </p:cNvPr>
          <p:cNvSpPr>
            <a:spLocks noGrp="1"/>
          </p:cNvSpPr>
          <p:nvPr>
            <p:ph type="title"/>
          </p:nvPr>
        </p:nvSpPr>
        <p:spPr>
          <a:xfrm>
            <a:off x="7204306" y="817137"/>
            <a:ext cx="4192166" cy="1527048"/>
          </a:xfrm>
        </p:spPr>
        <p:txBody>
          <a:bodyPr anchor="b">
            <a:normAutofit/>
          </a:bodyPr>
          <a:lstStyle/>
          <a:p>
            <a:r>
              <a:rPr lang="en-US"/>
              <a:t>Parametreler, Elemanlar ve Filtreler</a:t>
            </a:r>
          </a:p>
        </p:txBody>
      </p:sp>
      <p:pic>
        <p:nvPicPr>
          <p:cNvPr id="5" name="Content Placeholder 4" descr="Karanlık bir ekranda finansal grafikler">
            <a:extLst>
              <a:ext uri="{FF2B5EF4-FFF2-40B4-BE49-F238E27FC236}">
                <a16:creationId xmlns:a16="http://schemas.microsoft.com/office/drawing/2014/main" id="{15D98E2C-740C-408A-917E-FB9C17B3D00F}"/>
              </a:ext>
            </a:extLst>
          </p:cNvPr>
          <p:cNvPicPr>
            <a:picLocks noGrp="1" noChangeAspect="1"/>
          </p:cNvPicPr>
          <p:nvPr>
            <p:ph type="pic" sz="quarter" idx="18"/>
          </p:nvPr>
        </p:nvPicPr>
        <p:blipFill>
          <a:blip r:embed="rId3"/>
          <a:srcRect l="15405" r="20697" b="-2"/>
          <a:stretch>
            <a:fillRect/>
          </a:stretch>
        </p:blipFill>
        <p:spPr>
          <a:xfrm>
            <a:off x="349839" y="361188"/>
            <a:ext cx="6272784" cy="6135624"/>
          </a:xfrm>
        </p:spPr>
      </p:pic>
      <p:sp>
        <p:nvSpPr>
          <p:cNvPr id="4" name="Content Placeholder 3">
            <a:extLst>
              <a:ext uri="{FF2B5EF4-FFF2-40B4-BE49-F238E27FC236}">
                <a16:creationId xmlns:a16="http://schemas.microsoft.com/office/drawing/2014/main" id="{AE6B2D6D-2F66-11DC-5ADE-62843D3C01C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04234" y="2637763"/>
            <a:ext cx="4192899" cy="3411099"/>
          </a:xfrm>
        </p:spPr>
        <p:txBody>
          <a:bodyPr>
            <a:normAutofit/>
          </a:bodyPr>
          <a:lstStyle/>
          <a:p>
            <a:pPr marL="0" indent="0">
              <a:spcBef>
                <a:spcPts val="2500"/>
              </a:spcBef>
              <a:buFont typeface="Arial" panose="020B0604020202020204" pitchFamily="34" charset="0"/>
              <a:buNone/>
            </a:pPr>
            <a:r>
              <a:rPr lang="en-US" b="1"/>
              <a:t>Parametrelerin Rolü</a:t>
            </a:r>
          </a:p>
          <a:p>
            <a:pPr marL="0" lvl="1" indent="0">
              <a:buFont typeface="Arial" panose="020B0604020202020204" pitchFamily="34" charset="0"/>
              <a:buNone/>
            </a:pPr>
            <a:r>
              <a:t>Parametreler, kullanıcıların raporu çalıştırırken belirli değerler girmesine olanak tanır ve raporu dinamik yapar.</a:t>
            </a:r>
            <a:endParaRPr lang="en-US"/>
          </a:p>
          <a:p>
            <a:pPr marL="0" indent="0">
              <a:spcBef>
                <a:spcPts val="2500"/>
              </a:spcBef>
              <a:buFont typeface="Arial" panose="020B0604020202020204" pitchFamily="34" charset="0"/>
              <a:buNone/>
            </a:pPr>
            <a:r>
              <a:rPr lang="en-US" b="1"/>
              <a:t>Elemanların Belirlenmesi</a:t>
            </a:r>
          </a:p>
          <a:p>
            <a:pPr marL="0" lvl="1" indent="0">
              <a:buFont typeface="Arial" panose="020B0604020202020204" pitchFamily="34" charset="0"/>
              <a:buNone/>
            </a:pPr>
            <a:r>
              <a:t>Elements sekmesi, raporda gösterilecek veri sütunlarını seçmek ve özelliklerini ayarlamak için kullanılır.</a:t>
            </a:r>
            <a:endParaRPr lang="en-US"/>
          </a:p>
          <a:p>
            <a:pPr marL="0" indent="0">
              <a:spcBef>
                <a:spcPts val="2500"/>
              </a:spcBef>
              <a:buFont typeface="Arial" panose="020B0604020202020204" pitchFamily="34" charset="0"/>
              <a:buNone/>
            </a:pPr>
            <a:r>
              <a:rPr lang="en-US" b="1"/>
              <a:t>Filtrelerin Kullanımı</a:t>
            </a:r>
          </a:p>
          <a:p>
            <a:pPr marL="0" lvl="1" indent="0">
              <a:buFont typeface="Arial" panose="020B0604020202020204" pitchFamily="34" charset="0"/>
              <a:buNone/>
            </a:pPr>
            <a:r>
              <a:t>Filtreler, raporu belirli koşullara göre daraltarak sadece ilgili verilerin görüntülenmesini sağlar.</a:t>
            </a:r>
            <a:endParaRPr lang="en-US"/>
          </a:p>
        </p:txBody>
      </p:sp>
    </p:spTree>
    <p:extLst>
      <p:ext uri="{BB962C8B-B14F-4D97-AF65-F5344CB8AC3E}">
        <p14:creationId xmlns:p14="http://schemas.microsoft.com/office/powerpoint/2010/main" val="18629044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85872-42DB-4C74-6FE5-DC7CBF4043D9}"/>
              </a:ext>
            </a:extLst>
          </p:cNvPr>
          <p:cNvSpPr>
            <a:spLocks noGrp="1"/>
          </p:cNvSpPr>
          <p:nvPr>
            <p:ph type="title"/>
          </p:nvPr>
        </p:nvSpPr>
        <p:spPr>
          <a:xfrm>
            <a:off x="833582" y="1537853"/>
            <a:ext cx="3922776" cy="4087368"/>
          </a:xfrm>
        </p:spPr>
        <p:txBody>
          <a:bodyPr anchor="t">
            <a:normAutofit/>
          </a:bodyPr>
          <a:lstStyle/>
          <a:p>
            <a:r>
              <a:rPr lang="en-US"/>
              <a:t>Kontrol, Önizleme ve Yayınlama</a:t>
            </a:r>
          </a:p>
        </p:txBody>
      </p:sp>
      <p:graphicFrame>
        <p:nvGraphicFramePr>
          <p:cNvPr id="7" name="Content Placeholder 2">
            <a:extLst>
              <a:ext uri="{FF2B5EF4-FFF2-40B4-BE49-F238E27FC236}">
                <a16:creationId xmlns:a16="http://schemas.microsoft.com/office/drawing/2014/main" id="{B7EFF977-78A4-F95F-B90B-483CE6E2E408}"/>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43475" y="1538288"/>
          <a:ext cx="6404229" cy="40873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5641279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33F04-489E-7077-5077-B3F34A038204}"/>
              </a:ext>
            </a:extLst>
          </p:cNvPr>
          <p:cNvSpPr>
            <a:spLocks noGrp="1"/>
          </p:cNvSpPr>
          <p:nvPr>
            <p:ph type="title"/>
          </p:nvPr>
        </p:nvSpPr>
        <p:spPr>
          <a:xfrm>
            <a:off x="1474076" y="1359775"/>
            <a:ext cx="7909560" cy="4334256"/>
          </a:xfrm>
        </p:spPr>
        <p:txBody>
          <a:bodyPr anchor="b">
            <a:normAutofit/>
          </a:bodyPr>
          <a:lstStyle/>
          <a:p>
            <a:r>
              <a:rPr lang="en-US"/>
              <a:t>Kapanış</a:t>
            </a:r>
          </a:p>
        </p:txBody>
      </p:sp>
    </p:spTree>
    <p:extLst>
      <p:ext uri="{BB962C8B-B14F-4D97-AF65-F5344CB8AC3E}">
        <p14:creationId xmlns:p14="http://schemas.microsoft.com/office/powerpoint/2010/main" val="3299554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2D499-A9A1-BE40-7579-02622DB60EF4}"/>
              </a:ext>
            </a:extLst>
          </p:cNvPr>
          <p:cNvSpPr>
            <a:spLocks noGrp="1"/>
          </p:cNvSpPr>
          <p:nvPr>
            <p:ph type="title"/>
          </p:nvPr>
        </p:nvSpPr>
        <p:spPr>
          <a:xfrm>
            <a:off x="809383" y="841248"/>
            <a:ext cx="8931403" cy="1380744"/>
          </a:xfrm>
        </p:spPr>
        <p:txBody>
          <a:bodyPr anchor="b">
            <a:normAutofit/>
          </a:bodyPr>
          <a:lstStyle/>
          <a:p>
            <a:r>
              <a:rPr lang="en-US"/>
              <a:t>Özet ve Sonraki Adımlar</a:t>
            </a:r>
          </a:p>
        </p:txBody>
      </p:sp>
      <p:graphicFrame>
        <p:nvGraphicFramePr>
          <p:cNvPr id="7" name="Content Placeholder 2">
            <a:extLst>
              <a:ext uri="{FF2B5EF4-FFF2-40B4-BE49-F238E27FC236}">
                <a16:creationId xmlns:a16="http://schemas.microsoft.com/office/drawing/2014/main" id="{6A4AC71F-F7C7-9A5E-82C0-EFDB2179D15D}"/>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809383" y="2333860"/>
          <a:ext cx="8931403" cy="36899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354532"/>
      </p:ext>
    </p:extLst>
  </p:cSld>
  <p:clrMapOvr>
    <a:masterClrMapping/>
  </p:clrMapOvr>
  <p:transition>
    <p:fade/>
  </p:transition>
</p:sld>
</file>

<file path=ppt/theme/theme1.xml><?xml version="1.0" encoding="utf-8"?>
<a:theme xmlns:a="http://schemas.openxmlformats.org/drawingml/2006/main" name="Klasik akademi">
  <a:themeElements>
    <a:clrScheme name="Classical Academia">
      <a:dk1>
        <a:srgbClr val="47292D"/>
      </a:dk1>
      <a:lt1>
        <a:srgbClr val="DFD1C2"/>
      </a:lt1>
      <a:dk2>
        <a:srgbClr val="000000"/>
      </a:dk2>
      <a:lt2>
        <a:srgbClr val="FEFFFF"/>
      </a:lt2>
      <a:accent1>
        <a:srgbClr val="223343"/>
      </a:accent1>
      <a:accent2>
        <a:srgbClr val="5E332F"/>
      </a:accent2>
      <a:accent3>
        <a:srgbClr val="8194A8"/>
      </a:accent3>
      <a:accent4>
        <a:srgbClr val="621E13"/>
      </a:accent4>
      <a:accent5>
        <a:srgbClr val="5F7653"/>
      </a:accent5>
      <a:accent6>
        <a:srgbClr val="B5A093"/>
      </a:accent6>
      <a:hlink>
        <a:srgbClr val="B75A48"/>
      </a:hlink>
      <a:folHlink>
        <a:srgbClr val="0089A1"/>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al academia_Copilot Layouts_win32_EF_v9" id="{3BB5C372-D498-4A01-A843-C767419E0779}" vid="{BC5E8C9F-4F06-4C16-ABEB-D596FCDF2658}"/>
    </a:ext>
  </a:extLst>
</a:theme>
</file>

<file path=ppt/theme/theme2.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9e626b82-2e62-4b56-b4f0-2eb243f478f4" xsi:nil="true"/>
    <Thumbnail xmlns="9e626b82-2e62-4b56-b4f0-2eb243f478f4" xsi:nil="true"/>
    <Vertical xmlns="9e626b82-2e62-4b56-b4f0-2eb243f478f4" xsi:nil="true"/>
    <lcf76f155ced4ddcb4097134ff3c332f xmlns="9e626b82-2e62-4b56-b4f0-2eb243f478f4">
      <Terms xmlns="http://schemas.microsoft.com/office/infopath/2007/PartnerControls"/>
    </lcf76f155ced4ddcb4097134ff3c332f>
    <Styletags_x0028_include1_x002d_3_x0029_ xmlns="9e626b82-2e62-4b56-b4f0-2eb243f478f4" xsi:nil="true"/>
    <Intent xmlns="9e626b82-2e62-4b56-b4f0-2eb243f478f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70BD21B179B1749B10B6700D890B8C6" ma:contentTypeVersion="30" ma:contentTypeDescription="Create a new document." ma:contentTypeScope="" ma:versionID="a13b221ee5b949bd1d4a5301a6f516f4">
  <xsd:schema xmlns:xsd="http://www.w3.org/2001/XMLSchema" xmlns:xs="http://www.w3.org/2001/XMLSchema" xmlns:p="http://schemas.microsoft.com/office/2006/metadata/properties" xmlns:ns1="http://schemas.microsoft.com/sharepoint/v3" xmlns:ns2="9e626b82-2e62-4b56-b4f0-2eb243f478f4" xmlns:ns3="230e9df3-be65-4c73-a93b-d1236ebd677e" xmlns:ns4="543e3375-4853-4ccc-a3e2-1512ebb9cffd" targetNamespace="http://schemas.microsoft.com/office/2006/metadata/properties" ma:root="true" ma:fieldsID="233e7f4977957a9e20bc87caea750b4e" ns1:_="" ns2:_="" ns3:_="" ns4:_="">
    <xsd:import namespace="http://schemas.microsoft.com/sharepoint/v3"/>
    <xsd:import namespace="9e626b82-2e62-4b56-b4f0-2eb243f478f4"/>
    <xsd:import namespace="230e9df3-be65-4c73-a93b-d1236ebd677e"/>
    <xsd:import namespace="543e3375-4853-4ccc-a3e2-1512ebb9cffd"/>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4:SharedWithUsers" minOccurs="0"/>
                <xsd:element ref="ns4:SharedWithDetails" minOccurs="0"/>
                <xsd:element ref="ns2:MediaServiceAutoKeyPoints" minOccurs="0"/>
                <xsd:element ref="ns2:MediaServiceKeyPoints" minOccurs="0"/>
                <xsd:element ref="ns2:MediaServiceSearchProperties" minOccurs="0"/>
                <xsd:element ref="ns1:_ip_UnifiedCompliancePolicyProperties" minOccurs="0"/>
                <xsd:element ref="ns1:_ip_UnifiedCompliancePolicyUIAction" minOccurs="0"/>
                <xsd:element ref="ns2:MediaServiceDocTags" minOccurs="0"/>
                <xsd:element ref="ns2:MediaServiceDateTaken" minOccurs="0"/>
                <xsd:element ref="ns2:MediaLengthInSeconds" minOccurs="0"/>
                <xsd:element ref="ns2:MediaServiceObjectDetectorVersions" minOccurs="0"/>
                <xsd:element ref="ns2:MediaServiceSystemTags" minOccurs="0"/>
                <xsd:element ref="ns2:Styletags_x0028_include1_x002d_3_x0029_" minOccurs="0"/>
                <xsd:element ref="ns2:Vertical" minOccurs="0"/>
                <xsd:element ref="ns2:Intent" minOccurs="0"/>
                <xsd:element ref="ns2:Thumbnai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626b82-2e62-4b56-b4f0-2eb243f478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ocTags" ma:index="23" nillable="true" ma:displayName="MediaServiceDocTags" ma:hidden="true" ma:internalName="MediaServiceDocTags" ma:readOnly="true">
      <xsd:simpleType>
        <xsd:restriction base="dms:Note"/>
      </xsd:simpleType>
    </xsd:element>
    <xsd:element name="MediaServiceDateTaken" ma:index="24" nillable="true" ma:displayName="MediaServiceDateTaken" ma:hidden="true" ma:indexed="true" ma:internalName="MediaServiceDateTaken"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Styletags_x0028_include1_x002d_3_x0029_" ma:index="28" nillable="true" ma:displayName="Style tags (include 1 - 3)" ma:format="Dropdown" ma:internalName="Styletags_x0028_include1_x002d_3_x0029_">
      <xsd:simpleType>
        <xsd:restriction base="dms:Text">
          <xsd:maxLength value="255"/>
        </xsd:restriction>
      </xsd:simpleType>
    </xsd:element>
    <xsd:element name="Vertical" ma:index="29" nillable="true" ma:displayName="Vertical" ma:format="Dropdown" ma:internalName="Vertical">
      <xsd:complexType>
        <xsd:complexContent>
          <xsd:extension base="dms:MultiChoice">
            <xsd:sequence>
              <xsd:element name="Value" maxOccurs="unbounded" minOccurs="0" nillable="true">
                <xsd:simpleType>
                  <xsd:restriction base="dms:Choice">
                    <xsd:enumeration value="Animals &amp; pets"/>
                    <xsd:enumeration value="Art &amp; design"/>
                    <xsd:enumeration value="Beauty"/>
                    <xsd:enumeration value="Business"/>
                    <xsd:enumeration value="Fashion"/>
                    <xsd:enumeration value="Floral &amp; garden"/>
                    <xsd:enumeration value="Food &amp; drink"/>
                    <xsd:enumeration value="General"/>
                    <xsd:enumeration value="Health &amp; fitness"/>
                  </xsd:restriction>
                </xsd:simpleType>
              </xsd:element>
            </xsd:sequence>
          </xsd:extension>
        </xsd:complexContent>
      </xsd:complexType>
    </xsd:element>
    <xsd:element name="Intent" ma:index="30" nillable="true" ma:displayName="Intent" ma:format="Dropdown" ma:internalName="Intent">
      <xsd:complexType>
        <xsd:complexContent>
          <xsd:extension base="dms:MultiChoice">
            <xsd:sequence>
              <xsd:element name="Value" maxOccurs="unbounded" minOccurs="0" nillable="true">
                <xsd:simpleType>
                  <xsd:restriction base="dms:Choice">
                    <xsd:enumeration value="About me"/>
                    <xsd:enumeration value="Activism"/>
                    <xsd:enumeration value="Announcement - event"/>
                    <xsd:enumeration value="Announcement - product"/>
                    <xsd:enumeration value="Business"/>
                    <xsd:enumeration value="Celebrate - holiday"/>
                    <xsd:enumeration value="Celebrate - life moments"/>
                    <xsd:enumeration value="Engagement post"/>
                    <xsd:enumeration value="Grand opening"/>
                    <xsd:enumeration value="Marketplace"/>
                    <xsd:enumeration value="Open house"/>
                    <xsd:enumeration value="Quote"/>
                    <xsd:enumeration value="Sale"/>
                    <xsd:enumeration value="Simple phrases"/>
                    <xsd:enumeration value="Subscribe"/>
                    <xsd:enumeration value="Choice 16"/>
                  </xsd:restriction>
                </xsd:simpleType>
              </xsd:element>
            </xsd:sequence>
          </xsd:extension>
        </xsd:complexContent>
      </xsd:complexType>
    </xsd:element>
    <xsd:element name="Thumbnail" ma:index="31" nillable="true" ma:displayName="Thumbnail" ma:format="Thumbnail" ma:internalName="Thumbnail">
      <xsd:simpleType>
        <xsd:restriction base="dms:Unknown"/>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6051309a-75b7-4c22-93ea-c24616af8dd0}" ma:internalName="TaxCatchAll" ma:showField="CatchAllData" ma:web="543e3375-4853-4ccc-a3e2-1512ebb9cff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43e3375-4853-4ccc-a3e2-1512ebb9cff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1A4212-02C6-475D-B332-DC5017D04534}">
  <ds:schemaRefs>
    <ds:schemaRef ds:uri="http://schemas.microsoft.com/sharepoint/v3/contenttype/forms"/>
  </ds:schemaRefs>
</ds:datastoreItem>
</file>

<file path=customXml/itemProps2.xml><?xml version="1.0" encoding="utf-8"?>
<ds:datastoreItem xmlns:ds="http://schemas.openxmlformats.org/officeDocument/2006/customXml" ds:itemID="{52185BFC-6E97-4C88-9034-F2A7ED1C005E}">
  <ds:schemaRefs>
    <ds:schemaRef ds:uri="16c05727-aa75-4e4a-9b5f-8a80a1165891"/>
    <ds:schemaRef ds:uri="230e9df3-be65-4c73-a93b-d1236ebd677e"/>
    <ds:schemaRef ds:uri="71af3243-3dd4-4a8d-8c0d-dd76da1f02a5"/>
    <ds:schemaRef ds:uri="9e626b82-2e62-4b56-b4f0-2eb243f478f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3DC23A5-48FA-4301-A91C-6E704C9A7115}">
  <ds:schemaRefs>
    <ds:schemaRef ds:uri="230e9df3-be65-4c73-a93b-d1236ebd677e"/>
    <ds:schemaRef ds:uri="543e3375-4853-4ccc-a3e2-1512ebb9cffd"/>
    <ds:schemaRef ds:uri="9e626b82-2e62-4b56-b4f0-2eb243f478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c3fe26b-7d76-4b37-8465-ecc347eca3f0}" enabled="1" method="Standard" siteId="{46c4de19-0ffc-4c54-aa86-ee7274afa9d7}"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Klasik akademi</vt:lpstr>
      <vt:lpstr>SAP Fiori Custom CDS View Oluşturma</vt:lpstr>
      <vt:lpstr>Giriş ve Genel Bakış</vt:lpstr>
      <vt:lpstr>SAP Fiori ve Custom CDS View Nedir?</vt:lpstr>
      <vt:lpstr>Custom CDS View Oluşturma Adımları</vt:lpstr>
      <vt:lpstr>Uygulamayı Bulma ve Roller Atama</vt:lpstr>
      <vt:lpstr>Yeni CDS View Oluşturma ve Veri Kaynakları</vt:lpstr>
      <vt:lpstr>Parametreler, Elemanlar ve Filtreler</vt:lpstr>
      <vt:lpstr>Kontrol, Önizleme ve Yayınlama</vt:lpstr>
      <vt:lpstr>Kapanış</vt:lpstr>
      <vt:lpstr>Özet ve Sonraki Adımlar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2024-06-26T20:20:27Z</dcterms:created>
  <dcterms:modified xsi:type="dcterms:W3CDTF">2025-12-18T11:46:07Z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0x010100F70BD21B179B1749B10B6700D890B8C6</vt:lpwstr>
  </property>
  <property fmtid="{D5CDD505-2E9C-101B-9397-08002B2CF9AE}" pid="3" name="MediaServiceImageTags">
    <vt:lpwstr/>
  </property>
  <property fmtid="{D5CDD505-2E9C-101B-9397-08002B2CF9AE}" pid="4" name="ClassificationContentMarkingHeaderLocations">
    <vt:lpwstr>Klasik akademi:8</vt:lpwstr>
  </property>
  <property fmtid="{D5CDD505-2E9C-101B-9397-08002B2CF9AE}" pid="5" name="ClassificationContentMarkingHeaderText">
    <vt:lpwstr>RESTRICTED</vt:lpwstr>
  </property>
</Properties>
</file>